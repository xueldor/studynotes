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39"/>
  </p:notesMasterIdLst>
  <p:sldIdLst>
    <p:sldId id="376" r:id="rId2"/>
    <p:sldId id="377" r:id="rId3"/>
    <p:sldId id="374" r:id="rId4"/>
    <p:sldId id="378" r:id="rId5"/>
    <p:sldId id="317" r:id="rId6"/>
    <p:sldId id="331" r:id="rId7"/>
    <p:sldId id="332" r:id="rId8"/>
    <p:sldId id="344" r:id="rId9"/>
    <p:sldId id="333" r:id="rId10"/>
    <p:sldId id="345" r:id="rId11"/>
    <p:sldId id="346" r:id="rId12"/>
    <p:sldId id="347" r:id="rId13"/>
    <p:sldId id="348" r:id="rId14"/>
    <p:sldId id="335" r:id="rId15"/>
    <p:sldId id="343" r:id="rId16"/>
    <p:sldId id="338" r:id="rId17"/>
    <p:sldId id="334" r:id="rId18"/>
    <p:sldId id="339" r:id="rId19"/>
    <p:sldId id="379" r:id="rId20"/>
    <p:sldId id="340" r:id="rId21"/>
    <p:sldId id="353" r:id="rId22"/>
    <p:sldId id="354" r:id="rId23"/>
    <p:sldId id="355" r:id="rId24"/>
    <p:sldId id="361" r:id="rId25"/>
    <p:sldId id="362" r:id="rId26"/>
    <p:sldId id="363" r:id="rId27"/>
    <p:sldId id="364" r:id="rId28"/>
    <p:sldId id="365" r:id="rId29"/>
    <p:sldId id="366" r:id="rId30"/>
    <p:sldId id="367" r:id="rId31"/>
    <p:sldId id="368" r:id="rId32"/>
    <p:sldId id="369" r:id="rId33"/>
    <p:sldId id="370" r:id="rId34"/>
    <p:sldId id="373" r:id="rId35"/>
    <p:sldId id="371" r:id="rId36"/>
    <p:sldId id="372" r:id="rId37"/>
    <p:sldId id="375"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2564BA8-07C0-4158-9312-E3F050D83890}">
          <p14:sldIdLst>
            <p14:sldId id="376"/>
            <p14:sldId id="377"/>
            <p14:sldId id="374"/>
            <p14:sldId id="378"/>
            <p14:sldId id="317"/>
            <p14:sldId id="331"/>
            <p14:sldId id="332"/>
            <p14:sldId id="344"/>
            <p14:sldId id="333"/>
            <p14:sldId id="345"/>
            <p14:sldId id="346"/>
            <p14:sldId id="347"/>
            <p14:sldId id="348"/>
            <p14:sldId id="335"/>
            <p14:sldId id="343"/>
            <p14:sldId id="338"/>
            <p14:sldId id="334"/>
            <p14:sldId id="339"/>
            <p14:sldId id="379"/>
            <p14:sldId id="340"/>
            <p14:sldId id="353"/>
            <p14:sldId id="354"/>
            <p14:sldId id="355"/>
            <p14:sldId id="361"/>
            <p14:sldId id="362"/>
            <p14:sldId id="363"/>
            <p14:sldId id="364"/>
            <p14:sldId id="365"/>
            <p14:sldId id="366"/>
            <p14:sldId id="367"/>
            <p14:sldId id="368"/>
            <p14:sldId id="369"/>
            <p14:sldId id="370"/>
            <p14:sldId id="373"/>
            <p14:sldId id="371"/>
            <p14:sldId id="372"/>
          </p14:sldIdLst>
        </p14:section>
        <p14:section name="无标题节" id="{E28AEC91-9CAB-4B2B-8419-FFAD33911A42}">
          <p14:sldIdLst>
            <p14:sldId id="3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19" autoAdjust="0"/>
    <p:restoredTop sz="96379" autoAdjust="0"/>
  </p:normalViewPr>
  <p:slideViewPr>
    <p:cSldViewPr snapToGrid="0">
      <p:cViewPr varScale="1">
        <p:scale>
          <a:sx n="115" d="100"/>
          <a:sy n="115" d="100"/>
        </p:scale>
        <p:origin x="8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23C1A7-F5B7-4AA8-BE5C-3EBB4C325CAA}" type="datetimeFigureOut">
              <a:rPr lang="zh-CN" altLang="en-US" smtClean="0"/>
              <a:t>2023/8/18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740759-6F8B-47D5-BFCB-CD419125BA7D}" type="slidenum">
              <a:rPr lang="zh-CN" altLang="en-US" smtClean="0"/>
              <a:t>‹#›</a:t>
            </a:fld>
            <a:endParaRPr lang="zh-CN" altLang="en-US"/>
          </a:p>
        </p:txBody>
      </p:sp>
    </p:spTree>
    <p:extLst>
      <p:ext uri="{BB962C8B-B14F-4D97-AF65-F5344CB8AC3E}">
        <p14:creationId xmlns:p14="http://schemas.microsoft.com/office/powerpoint/2010/main" val="2352028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9905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0408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a:t>
            </a:fld>
            <a:endParaRPr lang="zh-CN" altLang="en-US"/>
          </a:p>
        </p:txBody>
      </p:sp>
    </p:spTree>
    <p:extLst>
      <p:ext uri="{BB962C8B-B14F-4D97-AF65-F5344CB8AC3E}">
        <p14:creationId xmlns:p14="http://schemas.microsoft.com/office/powerpoint/2010/main" val="1983428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4</a:t>
            </a:fld>
            <a:endParaRPr lang="zh-CN" altLang="en-US"/>
          </a:p>
        </p:txBody>
      </p:sp>
    </p:spTree>
    <p:extLst>
      <p:ext uri="{BB962C8B-B14F-4D97-AF65-F5344CB8AC3E}">
        <p14:creationId xmlns:p14="http://schemas.microsoft.com/office/powerpoint/2010/main" val="38360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5</a:t>
            </a:fld>
            <a:endParaRPr lang="zh-CN" altLang="en-US"/>
          </a:p>
        </p:txBody>
      </p:sp>
    </p:spTree>
    <p:extLst>
      <p:ext uri="{BB962C8B-B14F-4D97-AF65-F5344CB8AC3E}">
        <p14:creationId xmlns:p14="http://schemas.microsoft.com/office/powerpoint/2010/main" val="3861644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6</a:t>
            </a:fld>
            <a:endParaRPr lang="zh-CN" altLang="en-US"/>
          </a:p>
        </p:txBody>
      </p:sp>
    </p:spTree>
    <p:extLst>
      <p:ext uri="{BB962C8B-B14F-4D97-AF65-F5344CB8AC3E}">
        <p14:creationId xmlns:p14="http://schemas.microsoft.com/office/powerpoint/2010/main" val="374290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7</a:t>
            </a:fld>
            <a:endParaRPr lang="zh-CN" altLang="en-US"/>
          </a:p>
        </p:txBody>
      </p:sp>
    </p:spTree>
    <p:extLst>
      <p:ext uri="{BB962C8B-B14F-4D97-AF65-F5344CB8AC3E}">
        <p14:creationId xmlns:p14="http://schemas.microsoft.com/office/powerpoint/2010/main" val="1571008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8</a:t>
            </a:fld>
            <a:endParaRPr lang="zh-CN" altLang="en-US"/>
          </a:p>
        </p:txBody>
      </p:sp>
    </p:spTree>
    <p:extLst>
      <p:ext uri="{BB962C8B-B14F-4D97-AF65-F5344CB8AC3E}">
        <p14:creationId xmlns:p14="http://schemas.microsoft.com/office/powerpoint/2010/main" val="2726332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9</a:t>
            </a:fld>
            <a:endParaRPr lang="zh-CN" altLang="en-US"/>
          </a:p>
        </p:txBody>
      </p:sp>
    </p:spTree>
    <p:extLst>
      <p:ext uri="{BB962C8B-B14F-4D97-AF65-F5344CB8AC3E}">
        <p14:creationId xmlns:p14="http://schemas.microsoft.com/office/powerpoint/2010/main" val="2877066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10</a:t>
            </a:fld>
            <a:endParaRPr lang="zh-CN" altLang="en-US"/>
          </a:p>
        </p:txBody>
      </p:sp>
    </p:spTree>
    <p:extLst>
      <p:ext uri="{BB962C8B-B14F-4D97-AF65-F5344CB8AC3E}">
        <p14:creationId xmlns:p14="http://schemas.microsoft.com/office/powerpoint/2010/main" val="3447867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11</a:t>
            </a:fld>
            <a:endParaRPr lang="zh-CN" altLang="en-US"/>
          </a:p>
        </p:txBody>
      </p:sp>
    </p:spTree>
    <p:extLst>
      <p:ext uri="{BB962C8B-B14F-4D97-AF65-F5344CB8AC3E}">
        <p14:creationId xmlns:p14="http://schemas.microsoft.com/office/powerpoint/2010/main" val="240396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12</a:t>
            </a:fld>
            <a:endParaRPr lang="zh-CN" altLang="en-US"/>
          </a:p>
        </p:txBody>
      </p:sp>
    </p:spTree>
    <p:extLst>
      <p:ext uri="{BB962C8B-B14F-4D97-AF65-F5344CB8AC3E}">
        <p14:creationId xmlns:p14="http://schemas.microsoft.com/office/powerpoint/2010/main" val="1506010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13</a:t>
            </a:fld>
            <a:endParaRPr lang="zh-CN" altLang="en-US"/>
          </a:p>
        </p:txBody>
      </p:sp>
    </p:spTree>
    <p:extLst>
      <p:ext uri="{BB962C8B-B14F-4D97-AF65-F5344CB8AC3E}">
        <p14:creationId xmlns:p14="http://schemas.microsoft.com/office/powerpoint/2010/main" val="3726464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14</a:t>
            </a:fld>
            <a:endParaRPr lang="zh-CN" altLang="en-US"/>
          </a:p>
        </p:txBody>
      </p:sp>
    </p:spTree>
    <p:extLst>
      <p:ext uri="{BB962C8B-B14F-4D97-AF65-F5344CB8AC3E}">
        <p14:creationId xmlns:p14="http://schemas.microsoft.com/office/powerpoint/2010/main" val="2081667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15</a:t>
            </a:fld>
            <a:endParaRPr lang="zh-CN" altLang="en-US"/>
          </a:p>
        </p:txBody>
      </p:sp>
    </p:spTree>
    <p:extLst>
      <p:ext uri="{BB962C8B-B14F-4D97-AF65-F5344CB8AC3E}">
        <p14:creationId xmlns:p14="http://schemas.microsoft.com/office/powerpoint/2010/main" val="2559780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16</a:t>
            </a:fld>
            <a:endParaRPr lang="zh-CN" altLang="en-US"/>
          </a:p>
        </p:txBody>
      </p:sp>
    </p:spTree>
    <p:extLst>
      <p:ext uri="{BB962C8B-B14F-4D97-AF65-F5344CB8AC3E}">
        <p14:creationId xmlns:p14="http://schemas.microsoft.com/office/powerpoint/2010/main" val="1372358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17</a:t>
            </a:fld>
            <a:endParaRPr lang="zh-CN" altLang="en-US"/>
          </a:p>
        </p:txBody>
      </p:sp>
    </p:spTree>
    <p:extLst>
      <p:ext uri="{BB962C8B-B14F-4D97-AF65-F5344CB8AC3E}">
        <p14:creationId xmlns:p14="http://schemas.microsoft.com/office/powerpoint/2010/main" val="3209262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18</a:t>
            </a:fld>
            <a:endParaRPr lang="zh-CN" altLang="en-US"/>
          </a:p>
        </p:txBody>
      </p:sp>
    </p:spTree>
    <p:extLst>
      <p:ext uri="{BB962C8B-B14F-4D97-AF65-F5344CB8AC3E}">
        <p14:creationId xmlns:p14="http://schemas.microsoft.com/office/powerpoint/2010/main" val="230335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19</a:t>
            </a:fld>
            <a:endParaRPr lang="zh-CN" altLang="en-US"/>
          </a:p>
        </p:txBody>
      </p:sp>
    </p:spTree>
    <p:extLst>
      <p:ext uri="{BB962C8B-B14F-4D97-AF65-F5344CB8AC3E}">
        <p14:creationId xmlns:p14="http://schemas.microsoft.com/office/powerpoint/2010/main" val="1488492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20</a:t>
            </a:fld>
            <a:endParaRPr lang="zh-CN" altLang="en-US"/>
          </a:p>
        </p:txBody>
      </p:sp>
    </p:spTree>
    <p:extLst>
      <p:ext uri="{BB962C8B-B14F-4D97-AF65-F5344CB8AC3E}">
        <p14:creationId xmlns:p14="http://schemas.microsoft.com/office/powerpoint/2010/main" val="3120370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21</a:t>
            </a:fld>
            <a:endParaRPr lang="zh-CN" altLang="en-US"/>
          </a:p>
        </p:txBody>
      </p:sp>
    </p:spTree>
    <p:extLst>
      <p:ext uri="{BB962C8B-B14F-4D97-AF65-F5344CB8AC3E}">
        <p14:creationId xmlns:p14="http://schemas.microsoft.com/office/powerpoint/2010/main" val="785200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22</a:t>
            </a:fld>
            <a:endParaRPr lang="zh-CN" altLang="en-US"/>
          </a:p>
        </p:txBody>
      </p:sp>
    </p:spTree>
    <p:extLst>
      <p:ext uri="{BB962C8B-B14F-4D97-AF65-F5344CB8AC3E}">
        <p14:creationId xmlns:p14="http://schemas.microsoft.com/office/powerpoint/2010/main" val="93682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23</a:t>
            </a:fld>
            <a:endParaRPr lang="zh-CN" altLang="en-US"/>
          </a:p>
        </p:txBody>
      </p:sp>
    </p:spTree>
    <p:extLst>
      <p:ext uri="{BB962C8B-B14F-4D97-AF65-F5344CB8AC3E}">
        <p14:creationId xmlns:p14="http://schemas.microsoft.com/office/powerpoint/2010/main" val="17497164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24</a:t>
            </a:fld>
            <a:endParaRPr lang="zh-CN" altLang="en-US"/>
          </a:p>
        </p:txBody>
      </p:sp>
    </p:spTree>
    <p:extLst>
      <p:ext uri="{BB962C8B-B14F-4D97-AF65-F5344CB8AC3E}">
        <p14:creationId xmlns:p14="http://schemas.microsoft.com/office/powerpoint/2010/main" val="3758761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25</a:t>
            </a:fld>
            <a:endParaRPr lang="zh-CN" altLang="en-US"/>
          </a:p>
        </p:txBody>
      </p:sp>
    </p:spTree>
    <p:extLst>
      <p:ext uri="{BB962C8B-B14F-4D97-AF65-F5344CB8AC3E}">
        <p14:creationId xmlns:p14="http://schemas.microsoft.com/office/powerpoint/2010/main" val="10008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26</a:t>
            </a:fld>
            <a:endParaRPr lang="zh-CN" altLang="en-US"/>
          </a:p>
        </p:txBody>
      </p:sp>
    </p:spTree>
    <p:extLst>
      <p:ext uri="{BB962C8B-B14F-4D97-AF65-F5344CB8AC3E}">
        <p14:creationId xmlns:p14="http://schemas.microsoft.com/office/powerpoint/2010/main" val="11168473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27</a:t>
            </a:fld>
            <a:endParaRPr lang="zh-CN" altLang="en-US"/>
          </a:p>
        </p:txBody>
      </p:sp>
    </p:spTree>
    <p:extLst>
      <p:ext uri="{BB962C8B-B14F-4D97-AF65-F5344CB8AC3E}">
        <p14:creationId xmlns:p14="http://schemas.microsoft.com/office/powerpoint/2010/main" val="30242469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28</a:t>
            </a:fld>
            <a:endParaRPr lang="zh-CN" altLang="en-US"/>
          </a:p>
        </p:txBody>
      </p:sp>
    </p:spTree>
    <p:extLst>
      <p:ext uri="{BB962C8B-B14F-4D97-AF65-F5344CB8AC3E}">
        <p14:creationId xmlns:p14="http://schemas.microsoft.com/office/powerpoint/2010/main" val="14862498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29</a:t>
            </a:fld>
            <a:endParaRPr lang="zh-CN" altLang="en-US"/>
          </a:p>
        </p:txBody>
      </p:sp>
    </p:spTree>
    <p:extLst>
      <p:ext uri="{BB962C8B-B14F-4D97-AF65-F5344CB8AC3E}">
        <p14:creationId xmlns:p14="http://schemas.microsoft.com/office/powerpoint/2010/main" val="6256155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30</a:t>
            </a:fld>
            <a:endParaRPr lang="zh-CN" altLang="en-US"/>
          </a:p>
        </p:txBody>
      </p:sp>
    </p:spTree>
    <p:extLst>
      <p:ext uri="{BB962C8B-B14F-4D97-AF65-F5344CB8AC3E}">
        <p14:creationId xmlns:p14="http://schemas.microsoft.com/office/powerpoint/2010/main" val="7445853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31</a:t>
            </a:fld>
            <a:endParaRPr lang="zh-CN" altLang="en-US"/>
          </a:p>
        </p:txBody>
      </p:sp>
    </p:spTree>
    <p:extLst>
      <p:ext uri="{BB962C8B-B14F-4D97-AF65-F5344CB8AC3E}">
        <p14:creationId xmlns:p14="http://schemas.microsoft.com/office/powerpoint/2010/main" val="30621398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32</a:t>
            </a:fld>
            <a:endParaRPr lang="zh-CN" altLang="en-US"/>
          </a:p>
        </p:txBody>
      </p:sp>
    </p:spTree>
    <p:extLst>
      <p:ext uri="{BB962C8B-B14F-4D97-AF65-F5344CB8AC3E}">
        <p14:creationId xmlns:p14="http://schemas.microsoft.com/office/powerpoint/2010/main" val="14010315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33</a:t>
            </a:fld>
            <a:endParaRPr lang="zh-CN" altLang="en-US"/>
          </a:p>
        </p:txBody>
      </p:sp>
    </p:spTree>
    <p:extLst>
      <p:ext uri="{BB962C8B-B14F-4D97-AF65-F5344CB8AC3E}">
        <p14:creationId xmlns:p14="http://schemas.microsoft.com/office/powerpoint/2010/main" val="3417198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34</a:t>
            </a:fld>
            <a:endParaRPr lang="zh-CN" altLang="en-US"/>
          </a:p>
        </p:txBody>
      </p:sp>
    </p:spTree>
    <p:extLst>
      <p:ext uri="{BB962C8B-B14F-4D97-AF65-F5344CB8AC3E}">
        <p14:creationId xmlns:p14="http://schemas.microsoft.com/office/powerpoint/2010/main" val="38179903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35</a:t>
            </a:fld>
            <a:endParaRPr lang="zh-CN" altLang="en-US"/>
          </a:p>
        </p:txBody>
      </p:sp>
    </p:spTree>
    <p:extLst>
      <p:ext uri="{BB962C8B-B14F-4D97-AF65-F5344CB8AC3E}">
        <p14:creationId xmlns:p14="http://schemas.microsoft.com/office/powerpoint/2010/main" val="4006093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t>36</a:t>
            </a:fld>
            <a:endParaRPr lang="zh-CN" altLang="en-US"/>
          </a:p>
        </p:txBody>
      </p:sp>
    </p:spTree>
    <p:extLst>
      <p:ext uri="{BB962C8B-B14F-4D97-AF65-F5344CB8AC3E}">
        <p14:creationId xmlns:p14="http://schemas.microsoft.com/office/powerpoint/2010/main" val="3038561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3697010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1531700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858278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1088733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1065380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2522151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3686777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3085600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2845568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349243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t>2023/8/18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3167405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页">
    <p:spTree>
      <p:nvGrpSpPr>
        <p:cNvPr id="1" name=""/>
        <p:cNvGrpSpPr/>
        <p:nvPr/>
      </p:nvGrpSpPr>
      <p:grpSpPr>
        <a:xfrm>
          <a:off x="0" y="0"/>
          <a:ext cx="0" cy="0"/>
          <a:chOff x="0" y="0"/>
          <a:chExt cx="0" cy="0"/>
        </a:xfrm>
      </p:grpSpPr>
      <p:sp>
        <p:nvSpPr>
          <p:cNvPr id="80" name="íṩļíḍé"/>
          <p:cNvSpPr/>
          <p:nvPr userDrawn="1"/>
        </p:nvSpPr>
        <p:spPr>
          <a:xfrm>
            <a:off x="0" y="1773679"/>
            <a:ext cx="12192000" cy="3310642"/>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12" name="组合 11"/>
          <p:cNvGrpSpPr/>
          <p:nvPr userDrawn="1"/>
        </p:nvGrpSpPr>
        <p:grpSpPr>
          <a:xfrm>
            <a:off x="9601200" y="405735"/>
            <a:ext cx="1919288" cy="456511"/>
            <a:chOff x="7836774" y="258763"/>
            <a:chExt cx="4044824" cy="906292"/>
          </a:xfrm>
        </p:grpSpPr>
        <p:sp>
          <p:nvSpPr>
            <p:cNvPr id="13" name="Freeform 5"/>
            <p:cNvSpPr/>
            <p:nvPr/>
          </p:nvSpPr>
          <p:spPr bwMode="auto">
            <a:xfrm>
              <a:off x="8618539"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4" name="Freeform 6"/>
            <p:cNvSpPr/>
            <p:nvPr/>
          </p:nvSpPr>
          <p:spPr bwMode="auto">
            <a:xfrm>
              <a:off x="7974014" y="271463"/>
              <a:ext cx="593724"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15" name="Freeform 7"/>
            <p:cNvSpPr>
              <a:spLocks noEditPoints="1"/>
            </p:cNvSpPr>
            <p:nvPr/>
          </p:nvSpPr>
          <p:spPr bwMode="auto">
            <a:xfrm>
              <a:off x="9163052"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6" name="Freeform 8"/>
            <p:cNvSpPr/>
            <p:nvPr/>
          </p:nvSpPr>
          <p:spPr bwMode="auto">
            <a:xfrm>
              <a:off x="9882189" y="282576"/>
              <a:ext cx="569912"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7" name="Freeform 9"/>
            <p:cNvSpPr>
              <a:spLocks noEditPoints="1"/>
            </p:cNvSpPr>
            <p:nvPr/>
          </p:nvSpPr>
          <p:spPr bwMode="auto">
            <a:xfrm>
              <a:off x="10612439" y="258763"/>
              <a:ext cx="520701"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18" name="Freeform 10"/>
            <p:cNvSpPr>
              <a:spLocks noEditPoints="1"/>
            </p:cNvSpPr>
            <p:nvPr/>
          </p:nvSpPr>
          <p:spPr bwMode="auto">
            <a:xfrm>
              <a:off x="11220452" y="258763"/>
              <a:ext cx="507999"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19" name="文本框 18"/>
            <p:cNvSpPr txBox="1"/>
            <p:nvPr/>
          </p:nvSpPr>
          <p:spPr>
            <a:xfrm>
              <a:off x="7836774" y="706794"/>
              <a:ext cx="4044824" cy="458261"/>
            </a:xfrm>
            <a:prstGeom prst="rect">
              <a:avLst/>
            </a:prstGeom>
            <a:noFill/>
          </p:spPr>
          <p:txBody>
            <a:bodyPr wrap="square" rtlCol="0">
              <a:spAutoFit/>
            </a:bodyPr>
            <a:lstStyle/>
            <a:p>
              <a:pPr algn="just"/>
              <a:r>
                <a:rPr lang="zh-CN" altLang="en-US" sz="900" dirty="0" smtClean="0">
                  <a:solidFill>
                    <a:schemeClr val="bg1">
                      <a:lumMod val="50000"/>
                    </a:schemeClr>
                  </a:solidFill>
                </a:rPr>
                <a:t>科   技   创   新  </a:t>
              </a:r>
              <a:r>
                <a:rPr lang="zh-CN" altLang="en-US" sz="900" baseline="0" dirty="0" smtClean="0">
                  <a:solidFill>
                    <a:schemeClr val="bg1">
                      <a:lumMod val="50000"/>
                    </a:schemeClr>
                  </a:solidFill>
                </a:rPr>
                <a:t>    </a:t>
              </a:r>
              <a:r>
                <a:rPr lang="zh-CN" altLang="en-US" sz="900" dirty="0" smtClean="0">
                  <a:solidFill>
                    <a:schemeClr val="bg1">
                      <a:lumMod val="50000"/>
                    </a:schemeClr>
                  </a:solidFill>
                </a:rPr>
                <a:t> 文   化   护   航</a:t>
              </a:r>
              <a:endParaRPr lang="zh-CN" altLang="en-US" sz="900" dirty="0">
                <a:solidFill>
                  <a:schemeClr val="bg1">
                    <a:lumMod val="50000"/>
                  </a:schemeClr>
                </a:solidFill>
              </a:endParaRPr>
            </a:p>
          </p:txBody>
        </p:sp>
      </p:grpSp>
      <p:sp>
        <p:nvSpPr>
          <p:cNvPr id="20" name="矩形 19"/>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Tree>
    <p:extLst>
      <p:ext uri="{BB962C8B-B14F-4D97-AF65-F5344CB8AC3E}">
        <p14:creationId xmlns:p14="http://schemas.microsoft.com/office/powerpoint/2010/main" val="9802462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页">
    <p:spTree>
      <p:nvGrpSpPr>
        <p:cNvPr id="1" name=""/>
        <p:cNvGrpSpPr/>
        <p:nvPr/>
      </p:nvGrpSpPr>
      <p:grpSpPr>
        <a:xfrm>
          <a:off x="0" y="0"/>
          <a:ext cx="0" cy="0"/>
          <a:chOff x="0" y="0"/>
          <a:chExt cx="0" cy="0"/>
        </a:xfrm>
      </p:grpSpPr>
      <p:sp>
        <p:nvSpPr>
          <p:cNvPr id="11" name="ïṩḷídê"/>
          <p:cNvSpPr/>
          <p:nvPr userDrawn="1"/>
        </p:nvSpPr>
        <p:spPr>
          <a:xfrm>
            <a:off x="0" y="0"/>
            <a:ext cx="12192000" cy="46529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12" name="文本占位符 12"/>
          <p:cNvSpPr>
            <a:spLocks noGrp="1"/>
          </p:cNvSpPr>
          <p:nvPr>
            <p:ph type="body" sz="quarter" idx="11" hasCustomPrompt="1"/>
          </p:nvPr>
        </p:nvSpPr>
        <p:spPr>
          <a:xfrm>
            <a:off x="6057265" y="5714996"/>
            <a:ext cx="5774083" cy="296271"/>
          </a:xfrm>
        </p:spPr>
        <p:txBody>
          <a:bodyPr vert="horz" anchor="ctr">
            <a:noAutofit/>
          </a:bodyPr>
          <a:lstStyle>
            <a:lvl1pPr marL="0" indent="0" algn="r">
              <a:buNone/>
              <a:defRPr sz="16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13" name="标题 9801"/>
          <p:cNvSpPr>
            <a:spLocks noGrp="1"/>
          </p:cNvSpPr>
          <p:nvPr>
            <p:ph type="ctrTitle"/>
          </p:nvPr>
        </p:nvSpPr>
        <p:spPr>
          <a:xfrm>
            <a:off x="2105892" y="1863222"/>
            <a:ext cx="9727046" cy="1266373"/>
          </a:xfrm>
        </p:spPr>
        <p:txBody>
          <a:bodyPr anchor="ctr">
            <a:noAutofit/>
          </a:bodyPr>
          <a:lstStyle>
            <a:lvl1pPr algn="r">
              <a:defRPr sz="5400">
                <a:solidFill>
                  <a:schemeClr val="bg1"/>
                </a:solidFill>
              </a:defRPr>
            </a:lvl1pPr>
          </a:lstStyle>
          <a:p>
            <a:r>
              <a:rPr lang="en-US" dirty="0"/>
              <a:t>Click to edit Master title style</a:t>
            </a:r>
            <a:endParaRPr lang="zh-CN" altLang="en-US" dirty="0"/>
          </a:p>
        </p:txBody>
      </p:sp>
      <p:sp>
        <p:nvSpPr>
          <p:cNvPr id="14" name="文本占位符 11"/>
          <p:cNvSpPr>
            <a:spLocks noGrp="1"/>
          </p:cNvSpPr>
          <p:nvPr>
            <p:ph type="body" sz="quarter" idx="10" hasCustomPrompt="1"/>
          </p:nvPr>
        </p:nvSpPr>
        <p:spPr>
          <a:xfrm>
            <a:off x="6058854" y="5280173"/>
            <a:ext cx="5774083" cy="296271"/>
          </a:xfrm>
        </p:spPr>
        <p:txBody>
          <a:bodyPr vert="horz" anchor="ctr">
            <a:noAutofit/>
          </a:bodyPr>
          <a:lstStyle>
            <a:lvl1pPr marL="0" indent="0" algn="r">
              <a:buNone/>
              <a:defRPr sz="18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grpSp>
        <p:nvGrpSpPr>
          <p:cNvPr id="15" name="969b7ff7-461c-4c06-8a93-c57159ac15d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755217" y="3065320"/>
            <a:ext cx="6900559" cy="1622664"/>
            <a:chOff x="2776538" y="2559050"/>
            <a:chExt cx="7108825" cy="1671638"/>
          </a:xfrm>
          <a:solidFill>
            <a:schemeClr val="bg1">
              <a:alpha val="32000"/>
            </a:schemeClr>
          </a:solidFill>
        </p:grpSpPr>
        <p:sp>
          <p:nvSpPr>
            <p:cNvPr id="16" name="iślíďè"/>
            <p:cNvSpPr/>
            <p:nvPr userDrawn="1"/>
          </p:nvSpPr>
          <p:spPr bwMode="auto">
            <a:xfrm>
              <a:off x="4356100" y="2890838"/>
              <a:ext cx="1452563" cy="1339850"/>
            </a:xfrm>
            <a:custGeom>
              <a:avLst/>
              <a:gdLst>
                <a:gd name="T0" fmla="*/ 915 w 915"/>
                <a:gd name="T1" fmla="*/ 801 h 844"/>
                <a:gd name="T2" fmla="*/ 884 w 915"/>
                <a:gd name="T3" fmla="*/ 801 h 844"/>
                <a:gd name="T4" fmla="*/ 884 w 915"/>
                <a:gd name="T5" fmla="*/ 544 h 844"/>
                <a:gd name="T6" fmla="*/ 828 w 915"/>
                <a:gd name="T7" fmla="*/ 544 h 844"/>
                <a:gd name="T8" fmla="*/ 828 w 915"/>
                <a:gd name="T9" fmla="*/ 282 h 844"/>
                <a:gd name="T10" fmla="*/ 789 w 915"/>
                <a:gd name="T11" fmla="*/ 282 h 844"/>
                <a:gd name="T12" fmla="*/ 789 w 915"/>
                <a:gd name="T13" fmla="*/ 86 h 844"/>
                <a:gd name="T14" fmla="*/ 665 w 915"/>
                <a:gd name="T15" fmla="*/ 146 h 844"/>
                <a:gd name="T16" fmla="*/ 665 w 915"/>
                <a:gd name="T17" fmla="*/ 282 h 844"/>
                <a:gd name="T18" fmla="*/ 644 w 915"/>
                <a:gd name="T19" fmla="*/ 282 h 844"/>
                <a:gd name="T20" fmla="*/ 644 w 915"/>
                <a:gd name="T21" fmla="*/ 166 h 844"/>
                <a:gd name="T22" fmla="*/ 601 w 915"/>
                <a:gd name="T23" fmla="*/ 88 h 844"/>
                <a:gd name="T24" fmla="*/ 583 w 915"/>
                <a:gd name="T25" fmla="*/ 88 h 844"/>
                <a:gd name="T26" fmla="*/ 577 w 915"/>
                <a:gd name="T27" fmla="*/ 50 h 844"/>
                <a:gd name="T28" fmla="*/ 569 w 915"/>
                <a:gd name="T29" fmla="*/ 0 h 844"/>
                <a:gd name="T30" fmla="*/ 561 w 915"/>
                <a:gd name="T31" fmla="*/ 50 h 844"/>
                <a:gd name="T32" fmla="*/ 555 w 915"/>
                <a:gd name="T33" fmla="*/ 88 h 844"/>
                <a:gd name="T34" fmla="*/ 533 w 915"/>
                <a:gd name="T35" fmla="*/ 88 h 844"/>
                <a:gd name="T36" fmla="*/ 488 w 915"/>
                <a:gd name="T37" fmla="*/ 166 h 844"/>
                <a:gd name="T38" fmla="*/ 488 w 915"/>
                <a:gd name="T39" fmla="*/ 360 h 844"/>
                <a:gd name="T40" fmla="*/ 468 w 915"/>
                <a:gd name="T41" fmla="*/ 360 h 844"/>
                <a:gd name="T42" fmla="*/ 468 w 915"/>
                <a:gd name="T43" fmla="*/ 614 h 844"/>
                <a:gd name="T44" fmla="*/ 450 w 915"/>
                <a:gd name="T45" fmla="*/ 614 h 844"/>
                <a:gd name="T46" fmla="*/ 450 w 915"/>
                <a:gd name="T47" fmla="*/ 494 h 844"/>
                <a:gd name="T48" fmla="*/ 339 w 915"/>
                <a:gd name="T49" fmla="*/ 494 h 844"/>
                <a:gd name="T50" fmla="*/ 339 w 915"/>
                <a:gd name="T51" fmla="*/ 343 h 844"/>
                <a:gd name="T52" fmla="*/ 293 w 915"/>
                <a:gd name="T53" fmla="*/ 343 h 844"/>
                <a:gd name="T54" fmla="*/ 293 w 915"/>
                <a:gd name="T55" fmla="*/ 302 h 844"/>
                <a:gd name="T56" fmla="*/ 280 w 915"/>
                <a:gd name="T57" fmla="*/ 302 h 844"/>
                <a:gd name="T58" fmla="*/ 280 w 915"/>
                <a:gd name="T59" fmla="*/ 268 h 844"/>
                <a:gd name="T60" fmla="*/ 271 w 915"/>
                <a:gd name="T61" fmla="*/ 268 h 844"/>
                <a:gd name="T62" fmla="*/ 271 w 915"/>
                <a:gd name="T63" fmla="*/ 302 h 844"/>
                <a:gd name="T64" fmla="*/ 254 w 915"/>
                <a:gd name="T65" fmla="*/ 302 h 844"/>
                <a:gd name="T66" fmla="*/ 254 w 915"/>
                <a:gd name="T67" fmla="*/ 245 h 844"/>
                <a:gd name="T68" fmla="*/ 248 w 915"/>
                <a:gd name="T69" fmla="*/ 245 h 844"/>
                <a:gd name="T70" fmla="*/ 248 w 915"/>
                <a:gd name="T71" fmla="*/ 302 h 844"/>
                <a:gd name="T72" fmla="*/ 236 w 915"/>
                <a:gd name="T73" fmla="*/ 302 h 844"/>
                <a:gd name="T74" fmla="*/ 236 w 915"/>
                <a:gd name="T75" fmla="*/ 343 h 844"/>
                <a:gd name="T76" fmla="*/ 219 w 915"/>
                <a:gd name="T77" fmla="*/ 343 h 844"/>
                <a:gd name="T78" fmla="*/ 219 w 915"/>
                <a:gd name="T79" fmla="*/ 566 h 844"/>
                <a:gd name="T80" fmla="*/ 188 w 915"/>
                <a:gd name="T81" fmla="*/ 566 h 844"/>
                <a:gd name="T82" fmla="*/ 188 w 915"/>
                <a:gd name="T83" fmla="*/ 488 h 844"/>
                <a:gd name="T84" fmla="*/ 28 w 915"/>
                <a:gd name="T85" fmla="*/ 488 h 844"/>
                <a:gd name="T86" fmla="*/ 28 w 915"/>
                <a:gd name="T87" fmla="*/ 801 h 844"/>
                <a:gd name="T88" fmla="*/ 0 w 915"/>
                <a:gd name="T89" fmla="*/ 801 h 844"/>
                <a:gd name="T90" fmla="*/ 0 w 915"/>
                <a:gd name="T91" fmla="*/ 844 h 844"/>
                <a:gd name="T92" fmla="*/ 915 w 915"/>
                <a:gd name="T93" fmla="*/ 844 h 844"/>
                <a:gd name="T94" fmla="*/ 915 w 915"/>
                <a:gd name="T95" fmla="*/ 801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5" h="844">
                  <a:moveTo>
                    <a:pt x="915" y="801"/>
                  </a:moveTo>
                  <a:lnTo>
                    <a:pt x="884" y="801"/>
                  </a:lnTo>
                  <a:lnTo>
                    <a:pt x="884" y="544"/>
                  </a:lnTo>
                  <a:lnTo>
                    <a:pt x="828" y="544"/>
                  </a:lnTo>
                  <a:lnTo>
                    <a:pt x="828" y="282"/>
                  </a:lnTo>
                  <a:lnTo>
                    <a:pt x="789" y="282"/>
                  </a:lnTo>
                  <a:lnTo>
                    <a:pt x="789" y="86"/>
                  </a:lnTo>
                  <a:lnTo>
                    <a:pt x="665" y="146"/>
                  </a:lnTo>
                  <a:lnTo>
                    <a:pt x="665" y="282"/>
                  </a:lnTo>
                  <a:lnTo>
                    <a:pt x="644" y="282"/>
                  </a:lnTo>
                  <a:lnTo>
                    <a:pt x="644" y="166"/>
                  </a:lnTo>
                  <a:lnTo>
                    <a:pt x="601" y="88"/>
                  </a:lnTo>
                  <a:lnTo>
                    <a:pt x="583" y="88"/>
                  </a:lnTo>
                  <a:lnTo>
                    <a:pt x="577" y="50"/>
                  </a:lnTo>
                  <a:lnTo>
                    <a:pt x="569" y="0"/>
                  </a:lnTo>
                  <a:lnTo>
                    <a:pt x="561" y="50"/>
                  </a:lnTo>
                  <a:lnTo>
                    <a:pt x="555" y="88"/>
                  </a:lnTo>
                  <a:lnTo>
                    <a:pt x="533" y="88"/>
                  </a:lnTo>
                  <a:lnTo>
                    <a:pt x="488" y="166"/>
                  </a:lnTo>
                  <a:lnTo>
                    <a:pt x="488" y="360"/>
                  </a:lnTo>
                  <a:lnTo>
                    <a:pt x="468" y="360"/>
                  </a:lnTo>
                  <a:lnTo>
                    <a:pt x="468" y="614"/>
                  </a:lnTo>
                  <a:lnTo>
                    <a:pt x="450" y="614"/>
                  </a:lnTo>
                  <a:lnTo>
                    <a:pt x="450" y="494"/>
                  </a:lnTo>
                  <a:lnTo>
                    <a:pt x="339" y="494"/>
                  </a:lnTo>
                  <a:lnTo>
                    <a:pt x="339" y="343"/>
                  </a:lnTo>
                  <a:lnTo>
                    <a:pt x="293" y="343"/>
                  </a:lnTo>
                  <a:lnTo>
                    <a:pt x="293" y="302"/>
                  </a:lnTo>
                  <a:lnTo>
                    <a:pt x="280" y="302"/>
                  </a:lnTo>
                  <a:lnTo>
                    <a:pt x="280" y="268"/>
                  </a:lnTo>
                  <a:lnTo>
                    <a:pt x="271" y="268"/>
                  </a:lnTo>
                  <a:lnTo>
                    <a:pt x="271" y="302"/>
                  </a:lnTo>
                  <a:lnTo>
                    <a:pt x="254" y="302"/>
                  </a:lnTo>
                  <a:lnTo>
                    <a:pt x="254" y="245"/>
                  </a:lnTo>
                  <a:lnTo>
                    <a:pt x="248" y="245"/>
                  </a:lnTo>
                  <a:lnTo>
                    <a:pt x="248" y="302"/>
                  </a:lnTo>
                  <a:lnTo>
                    <a:pt x="236" y="302"/>
                  </a:lnTo>
                  <a:lnTo>
                    <a:pt x="236" y="343"/>
                  </a:lnTo>
                  <a:lnTo>
                    <a:pt x="219" y="343"/>
                  </a:lnTo>
                  <a:lnTo>
                    <a:pt x="219" y="566"/>
                  </a:lnTo>
                  <a:lnTo>
                    <a:pt x="188" y="566"/>
                  </a:lnTo>
                  <a:lnTo>
                    <a:pt x="188" y="488"/>
                  </a:lnTo>
                  <a:lnTo>
                    <a:pt x="28" y="488"/>
                  </a:lnTo>
                  <a:lnTo>
                    <a:pt x="28" y="801"/>
                  </a:lnTo>
                  <a:lnTo>
                    <a:pt x="0" y="801"/>
                  </a:lnTo>
                  <a:lnTo>
                    <a:pt x="0" y="844"/>
                  </a:lnTo>
                  <a:lnTo>
                    <a:pt x="915" y="844"/>
                  </a:lnTo>
                  <a:lnTo>
                    <a:pt x="915" y="8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 name="îŝḷíḓé"/>
            <p:cNvSpPr/>
            <p:nvPr userDrawn="1"/>
          </p:nvSpPr>
          <p:spPr bwMode="auto">
            <a:xfrm>
              <a:off x="9344025" y="3665538"/>
              <a:ext cx="541338" cy="492125"/>
            </a:xfrm>
            <a:custGeom>
              <a:avLst/>
              <a:gdLst>
                <a:gd name="T0" fmla="*/ 0 w 335"/>
                <a:gd name="T1" fmla="*/ 124 h 304"/>
                <a:gd name="T2" fmla="*/ 21 w 335"/>
                <a:gd name="T3" fmla="*/ 124 h 304"/>
                <a:gd name="T4" fmla="*/ 21 w 335"/>
                <a:gd name="T5" fmla="*/ 112 h 304"/>
                <a:gd name="T6" fmla="*/ 54 w 335"/>
                <a:gd name="T7" fmla="*/ 33 h 304"/>
                <a:gd name="T8" fmla="*/ 133 w 335"/>
                <a:gd name="T9" fmla="*/ 0 h 304"/>
                <a:gd name="T10" fmla="*/ 206 w 335"/>
                <a:gd name="T11" fmla="*/ 0 h 304"/>
                <a:gd name="T12" fmla="*/ 286 w 335"/>
                <a:gd name="T13" fmla="*/ 33 h 304"/>
                <a:gd name="T14" fmla="*/ 318 w 335"/>
                <a:gd name="T15" fmla="*/ 112 h 304"/>
                <a:gd name="T16" fmla="*/ 318 w 335"/>
                <a:gd name="T17" fmla="*/ 124 h 304"/>
                <a:gd name="T18" fmla="*/ 335 w 335"/>
                <a:gd name="T19" fmla="*/ 124 h 304"/>
                <a:gd name="T20" fmla="*/ 335 w 335"/>
                <a:gd name="T21" fmla="*/ 251 h 304"/>
                <a:gd name="T22" fmla="*/ 306 w 335"/>
                <a:gd name="T23" fmla="*/ 251 h 304"/>
                <a:gd name="T24" fmla="*/ 306 w 335"/>
                <a:gd name="T25" fmla="*/ 304 h 304"/>
                <a:gd name="T26" fmla="*/ 243 w 335"/>
                <a:gd name="T27" fmla="*/ 304 h 304"/>
                <a:gd name="T28" fmla="*/ 243 w 335"/>
                <a:gd name="T29" fmla="*/ 251 h 304"/>
                <a:gd name="T30" fmla="*/ 91 w 335"/>
                <a:gd name="T31" fmla="*/ 251 h 304"/>
                <a:gd name="T32" fmla="*/ 91 w 335"/>
                <a:gd name="T33" fmla="*/ 304 h 304"/>
                <a:gd name="T34" fmla="*/ 28 w 335"/>
                <a:gd name="T35" fmla="*/ 304 h 304"/>
                <a:gd name="T36" fmla="*/ 28 w 335"/>
                <a:gd name="T37" fmla="*/ 251 h 304"/>
                <a:gd name="T38" fmla="*/ 0 w 335"/>
                <a:gd name="T39" fmla="*/ 251 h 304"/>
                <a:gd name="T40" fmla="*/ 0 w 335"/>
                <a:gd name="T41" fmla="*/ 124 h 304"/>
                <a:gd name="T42" fmla="*/ 67 w 335"/>
                <a:gd name="T43" fmla="*/ 124 h 304"/>
                <a:gd name="T44" fmla="*/ 272 w 335"/>
                <a:gd name="T45" fmla="*/ 124 h 304"/>
                <a:gd name="T46" fmla="*/ 272 w 335"/>
                <a:gd name="T47" fmla="*/ 112 h 304"/>
                <a:gd name="T48" fmla="*/ 253 w 335"/>
                <a:gd name="T49" fmla="*/ 66 h 304"/>
                <a:gd name="T50" fmla="*/ 206 w 335"/>
                <a:gd name="T51" fmla="*/ 46 h 304"/>
                <a:gd name="T52" fmla="*/ 133 w 335"/>
                <a:gd name="T53" fmla="*/ 46 h 304"/>
                <a:gd name="T54" fmla="*/ 86 w 335"/>
                <a:gd name="T55" fmla="*/ 66 h 304"/>
                <a:gd name="T56" fmla="*/ 67 w 335"/>
                <a:gd name="T57" fmla="*/ 112 h 304"/>
                <a:gd name="T58" fmla="*/ 67 w 335"/>
                <a:gd name="T59" fmla="*/ 124 h 304"/>
                <a:gd name="T60" fmla="*/ 304 w 335"/>
                <a:gd name="T61" fmla="*/ 162 h 304"/>
                <a:gd name="T62" fmla="*/ 230 w 335"/>
                <a:gd name="T63" fmla="*/ 173 h 304"/>
                <a:gd name="T64" fmla="*/ 230 w 335"/>
                <a:gd name="T65" fmla="*/ 206 h 304"/>
                <a:gd name="T66" fmla="*/ 272 w 335"/>
                <a:gd name="T67" fmla="*/ 206 h 304"/>
                <a:gd name="T68" fmla="*/ 304 w 335"/>
                <a:gd name="T69" fmla="*/ 206 h 304"/>
                <a:gd name="T70" fmla="*/ 304 w 335"/>
                <a:gd name="T71" fmla="*/ 162 h 304"/>
                <a:gd name="T72" fmla="*/ 30 w 335"/>
                <a:gd name="T73" fmla="*/ 162 h 304"/>
                <a:gd name="T74" fmla="*/ 30 w 335"/>
                <a:gd name="T75" fmla="*/ 206 h 304"/>
                <a:gd name="T76" fmla="*/ 67 w 335"/>
                <a:gd name="T77" fmla="*/ 206 h 304"/>
                <a:gd name="T78" fmla="*/ 104 w 335"/>
                <a:gd name="T79" fmla="*/ 206 h 304"/>
                <a:gd name="T80" fmla="*/ 104 w 335"/>
                <a:gd name="T81" fmla="*/ 173 h 304"/>
                <a:gd name="T82" fmla="*/ 30 w 335"/>
                <a:gd name="T83" fmla="*/ 162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35" h="304">
                  <a:moveTo>
                    <a:pt x="0" y="124"/>
                  </a:moveTo>
                  <a:cubicBezTo>
                    <a:pt x="21" y="124"/>
                    <a:pt x="21" y="124"/>
                    <a:pt x="21" y="124"/>
                  </a:cubicBezTo>
                  <a:cubicBezTo>
                    <a:pt x="21" y="112"/>
                    <a:pt x="21" y="112"/>
                    <a:pt x="21" y="112"/>
                  </a:cubicBezTo>
                  <a:cubicBezTo>
                    <a:pt x="21" y="81"/>
                    <a:pt x="33" y="53"/>
                    <a:pt x="54" y="33"/>
                  </a:cubicBezTo>
                  <a:cubicBezTo>
                    <a:pt x="74" y="12"/>
                    <a:pt x="102" y="0"/>
                    <a:pt x="133" y="0"/>
                  </a:cubicBezTo>
                  <a:cubicBezTo>
                    <a:pt x="206" y="0"/>
                    <a:pt x="206" y="0"/>
                    <a:pt x="206" y="0"/>
                  </a:cubicBezTo>
                  <a:cubicBezTo>
                    <a:pt x="237" y="0"/>
                    <a:pt x="265" y="12"/>
                    <a:pt x="286" y="33"/>
                  </a:cubicBezTo>
                  <a:cubicBezTo>
                    <a:pt x="306" y="53"/>
                    <a:pt x="318" y="81"/>
                    <a:pt x="318" y="112"/>
                  </a:cubicBezTo>
                  <a:cubicBezTo>
                    <a:pt x="318" y="124"/>
                    <a:pt x="318" y="124"/>
                    <a:pt x="318" y="124"/>
                  </a:cubicBezTo>
                  <a:cubicBezTo>
                    <a:pt x="335" y="124"/>
                    <a:pt x="335" y="124"/>
                    <a:pt x="335" y="124"/>
                  </a:cubicBezTo>
                  <a:cubicBezTo>
                    <a:pt x="335" y="251"/>
                    <a:pt x="335" y="251"/>
                    <a:pt x="335" y="251"/>
                  </a:cubicBezTo>
                  <a:cubicBezTo>
                    <a:pt x="306" y="251"/>
                    <a:pt x="306" y="251"/>
                    <a:pt x="306" y="251"/>
                  </a:cubicBezTo>
                  <a:cubicBezTo>
                    <a:pt x="306" y="304"/>
                    <a:pt x="306" y="304"/>
                    <a:pt x="306" y="304"/>
                  </a:cubicBezTo>
                  <a:cubicBezTo>
                    <a:pt x="243" y="304"/>
                    <a:pt x="243" y="304"/>
                    <a:pt x="243" y="304"/>
                  </a:cubicBezTo>
                  <a:cubicBezTo>
                    <a:pt x="243" y="251"/>
                    <a:pt x="243" y="251"/>
                    <a:pt x="243" y="251"/>
                  </a:cubicBezTo>
                  <a:cubicBezTo>
                    <a:pt x="91" y="251"/>
                    <a:pt x="91" y="251"/>
                    <a:pt x="91" y="251"/>
                  </a:cubicBezTo>
                  <a:cubicBezTo>
                    <a:pt x="91" y="304"/>
                    <a:pt x="91" y="304"/>
                    <a:pt x="91" y="304"/>
                  </a:cubicBezTo>
                  <a:cubicBezTo>
                    <a:pt x="28" y="304"/>
                    <a:pt x="28" y="304"/>
                    <a:pt x="28" y="304"/>
                  </a:cubicBezTo>
                  <a:cubicBezTo>
                    <a:pt x="28" y="251"/>
                    <a:pt x="28" y="251"/>
                    <a:pt x="28" y="251"/>
                  </a:cubicBezTo>
                  <a:cubicBezTo>
                    <a:pt x="0" y="251"/>
                    <a:pt x="0" y="251"/>
                    <a:pt x="0" y="251"/>
                  </a:cubicBezTo>
                  <a:cubicBezTo>
                    <a:pt x="0" y="124"/>
                    <a:pt x="0" y="124"/>
                    <a:pt x="0" y="124"/>
                  </a:cubicBezTo>
                  <a:close/>
                  <a:moveTo>
                    <a:pt x="67" y="124"/>
                  </a:moveTo>
                  <a:cubicBezTo>
                    <a:pt x="272" y="124"/>
                    <a:pt x="272" y="124"/>
                    <a:pt x="272" y="124"/>
                  </a:cubicBezTo>
                  <a:cubicBezTo>
                    <a:pt x="272" y="112"/>
                    <a:pt x="272" y="112"/>
                    <a:pt x="272" y="112"/>
                  </a:cubicBezTo>
                  <a:cubicBezTo>
                    <a:pt x="272" y="94"/>
                    <a:pt x="265" y="77"/>
                    <a:pt x="253" y="66"/>
                  </a:cubicBezTo>
                  <a:cubicBezTo>
                    <a:pt x="241" y="54"/>
                    <a:pt x="224" y="46"/>
                    <a:pt x="206" y="46"/>
                  </a:cubicBezTo>
                  <a:cubicBezTo>
                    <a:pt x="133" y="46"/>
                    <a:pt x="133" y="46"/>
                    <a:pt x="133" y="46"/>
                  </a:cubicBezTo>
                  <a:cubicBezTo>
                    <a:pt x="115" y="46"/>
                    <a:pt x="98" y="54"/>
                    <a:pt x="86" y="66"/>
                  </a:cubicBezTo>
                  <a:cubicBezTo>
                    <a:pt x="75" y="77"/>
                    <a:pt x="67" y="94"/>
                    <a:pt x="67" y="112"/>
                  </a:cubicBezTo>
                  <a:cubicBezTo>
                    <a:pt x="67" y="124"/>
                    <a:pt x="67" y="124"/>
                    <a:pt x="67" y="124"/>
                  </a:cubicBezTo>
                  <a:close/>
                  <a:moveTo>
                    <a:pt x="304" y="162"/>
                  </a:moveTo>
                  <a:cubicBezTo>
                    <a:pt x="230" y="173"/>
                    <a:pt x="230" y="173"/>
                    <a:pt x="230" y="173"/>
                  </a:cubicBezTo>
                  <a:cubicBezTo>
                    <a:pt x="230" y="206"/>
                    <a:pt x="230" y="206"/>
                    <a:pt x="230" y="206"/>
                  </a:cubicBezTo>
                  <a:cubicBezTo>
                    <a:pt x="272" y="206"/>
                    <a:pt x="272" y="206"/>
                    <a:pt x="272" y="206"/>
                  </a:cubicBezTo>
                  <a:cubicBezTo>
                    <a:pt x="304" y="206"/>
                    <a:pt x="304" y="206"/>
                    <a:pt x="304" y="206"/>
                  </a:cubicBezTo>
                  <a:cubicBezTo>
                    <a:pt x="304" y="162"/>
                    <a:pt x="304" y="162"/>
                    <a:pt x="304" y="162"/>
                  </a:cubicBezTo>
                  <a:close/>
                  <a:moveTo>
                    <a:pt x="30" y="162"/>
                  </a:moveTo>
                  <a:cubicBezTo>
                    <a:pt x="30" y="206"/>
                    <a:pt x="30" y="206"/>
                    <a:pt x="30" y="206"/>
                  </a:cubicBezTo>
                  <a:cubicBezTo>
                    <a:pt x="67" y="206"/>
                    <a:pt x="67" y="206"/>
                    <a:pt x="67" y="206"/>
                  </a:cubicBezTo>
                  <a:cubicBezTo>
                    <a:pt x="104" y="206"/>
                    <a:pt x="104" y="206"/>
                    <a:pt x="104" y="206"/>
                  </a:cubicBezTo>
                  <a:cubicBezTo>
                    <a:pt x="104" y="173"/>
                    <a:pt x="104" y="173"/>
                    <a:pt x="104" y="173"/>
                  </a:cubicBezTo>
                  <a:lnTo>
                    <a:pt x="30" y="1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 name="ïsḷiḍe"/>
            <p:cNvSpPr/>
            <p:nvPr userDrawn="1"/>
          </p:nvSpPr>
          <p:spPr bwMode="auto">
            <a:xfrm>
              <a:off x="5667375" y="3552825"/>
              <a:ext cx="700088" cy="627063"/>
            </a:xfrm>
            <a:custGeom>
              <a:avLst/>
              <a:gdLst>
                <a:gd name="T0" fmla="*/ 217 w 433"/>
                <a:gd name="T1" fmla="*/ 0 h 387"/>
                <a:gd name="T2" fmla="*/ 433 w 433"/>
                <a:gd name="T3" fmla="*/ 216 h 387"/>
                <a:gd name="T4" fmla="*/ 351 w 433"/>
                <a:gd name="T5" fmla="*/ 386 h 387"/>
                <a:gd name="T6" fmla="*/ 315 w 433"/>
                <a:gd name="T7" fmla="*/ 345 h 387"/>
                <a:gd name="T8" fmla="*/ 283 w 433"/>
                <a:gd name="T9" fmla="*/ 345 h 387"/>
                <a:gd name="T10" fmla="*/ 293 w 433"/>
                <a:gd name="T11" fmla="*/ 387 h 387"/>
                <a:gd name="T12" fmla="*/ 143 w 433"/>
                <a:gd name="T13" fmla="*/ 387 h 387"/>
                <a:gd name="T14" fmla="*/ 153 w 433"/>
                <a:gd name="T15" fmla="*/ 345 h 387"/>
                <a:gd name="T16" fmla="*/ 120 w 433"/>
                <a:gd name="T17" fmla="*/ 345 h 387"/>
                <a:gd name="T18" fmla="*/ 84 w 433"/>
                <a:gd name="T19" fmla="*/ 387 h 387"/>
                <a:gd name="T20" fmla="*/ 83 w 433"/>
                <a:gd name="T21" fmla="*/ 387 h 387"/>
                <a:gd name="T22" fmla="*/ 0 w 433"/>
                <a:gd name="T23" fmla="*/ 216 h 387"/>
                <a:gd name="T24" fmla="*/ 217 w 433"/>
                <a:gd name="T25" fmla="*/ 0 h 387"/>
                <a:gd name="T26" fmla="*/ 111 w 433"/>
                <a:gd name="T27" fmla="*/ 308 h 387"/>
                <a:gd name="T28" fmla="*/ 111 w 433"/>
                <a:gd name="T29" fmla="*/ 328 h 387"/>
                <a:gd name="T30" fmla="*/ 325 w 433"/>
                <a:gd name="T31" fmla="*/ 328 h 387"/>
                <a:gd name="T32" fmla="*/ 325 w 433"/>
                <a:gd name="T33" fmla="*/ 308 h 387"/>
                <a:gd name="T34" fmla="*/ 111 w 433"/>
                <a:gd name="T35" fmla="*/ 308 h 387"/>
                <a:gd name="T36" fmla="*/ 274 w 433"/>
                <a:gd name="T37" fmla="*/ 223 h 387"/>
                <a:gd name="T38" fmla="*/ 249 w 433"/>
                <a:gd name="T39" fmla="*/ 248 h 387"/>
                <a:gd name="T40" fmla="*/ 274 w 433"/>
                <a:gd name="T41" fmla="*/ 274 h 387"/>
                <a:gd name="T42" fmla="*/ 299 w 433"/>
                <a:gd name="T43" fmla="*/ 248 h 387"/>
                <a:gd name="T44" fmla="*/ 274 w 433"/>
                <a:gd name="T45" fmla="*/ 223 h 387"/>
                <a:gd name="T46" fmla="*/ 160 w 433"/>
                <a:gd name="T47" fmla="*/ 223 h 387"/>
                <a:gd name="T48" fmla="*/ 135 w 433"/>
                <a:gd name="T49" fmla="*/ 248 h 387"/>
                <a:gd name="T50" fmla="*/ 160 w 433"/>
                <a:gd name="T51" fmla="*/ 274 h 387"/>
                <a:gd name="T52" fmla="*/ 185 w 433"/>
                <a:gd name="T53" fmla="*/ 248 h 387"/>
                <a:gd name="T54" fmla="*/ 160 w 433"/>
                <a:gd name="T55" fmla="*/ 223 h 387"/>
                <a:gd name="T56" fmla="*/ 134 w 433"/>
                <a:gd name="T57" fmla="*/ 97 h 387"/>
                <a:gd name="T58" fmla="*/ 128 w 433"/>
                <a:gd name="T59" fmla="*/ 190 h 387"/>
                <a:gd name="T60" fmla="*/ 306 w 433"/>
                <a:gd name="T61" fmla="*/ 190 h 387"/>
                <a:gd name="T62" fmla="*/ 300 w 433"/>
                <a:gd name="T63" fmla="*/ 97 h 387"/>
                <a:gd name="T64" fmla="*/ 134 w 433"/>
                <a:gd name="T65" fmla="*/ 97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3" h="387">
                  <a:moveTo>
                    <a:pt x="217" y="0"/>
                  </a:moveTo>
                  <a:cubicBezTo>
                    <a:pt x="336" y="0"/>
                    <a:pt x="433" y="97"/>
                    <a:pt x="433" y="216"/>
                  </a:cubicBezTo>
                  <a:cubicBezTo>
                    <a:pt x="433" y="285"/>
                    <a:pt x="401" y="346"/>
                    <a:pt x="351" y="386"/>
                  </a:cubicBezTo>
                  <a:cubicBezTo>
                    <a:pt x="315" y="345"/>
                    <a:pt x="315" y="345"/>
                    <a:pt x="315" y="345"/>
                  </a:cubicBezTo>
                  <a:cubicBezTo>
                    <a:pt x="283" y="345"/>
                    <a:pt x="283" y="345"/>
                    <a:pt x="283" y="345"/>
                  </a:cubicBezTo>
                  <a:cubicBezTo>
                    <a:pt x="293" y="387"/>
                    <a:pt x="293" y="387"/>
                    <a:pt x="293" y="387"/>
                  </a:cubicBezTo>
                  <a:cubicBezTo>
                    <a:pt x="143" y="387"/>
                    <a:pt x="143" y="387"/>
                    <a:pt x="143" y="387"/>
                  </a:cubicBezTo>
                  <a:cubicBezTo>
                    <a:pt x="153" y="345"/>
                    <a:pt x="153" y="345"/>
                    <a:pt x="153" y="345"/>
                  </a:cubicBezTo>
                  <a:cubicBezTo>
                    <a:pt x="120" y="345"/>
                    <a:pt x="120" y="345"/>
                    <a:pt x="120" y="345"/>
                  </a:cubicBezTo>
                  <a:cubicBezTo>
                    <a:pt x="84" y="387"/>
                    <a:pt x="84" y="387"/>
                    <a:pt x="84" y="387"/>
                  </a:cubicBezTo>
                  <a:cubicBezTo>
                    <a:pt x="83" y="387"/>
                    <a:pt x="83" y="387"/>
                    <a:pt x="83" y="387"/>
                  </a:cubicBezTo>
                  <a:cubicBezTo>
                    <a:pt x="33" y="347"/>
                    <a:pt x="0" y="286"/>
                    <a:pt x="0" y="216"/>
                  </a:cubicBezTo>
                  <a:cubicBezTo>
                    <a:pt x="0" y="97"/>
                    <a:pt x="97" y="0"/>
                    <a:pt x="217" y="0"/>
                  </a:cubicBezTo>
                  <a:close/>
                  <a:moveTo>
                    <a:pt x="111" y="308"/>
                  </a:moveTo>
                  <a:cubicBezTo>
                    <a:pt x="111" y="328"/>
                    <a:pt x="111" y="328"/>
                    <a:pt x="111" y="328"/>
                  </a:cubicBezTo>
                  <a:cubicBezTo>
                    <a:pt x="325" y="328"/>
                    <a:pt x="325" y="328"/>
                    <a:pt x="325" y="328"/>
                  </a:cubicBezTo>
                  <a:cubicBezTo>
                    <a:pt x="325" y="308"/>
                    <a:pt x="325" y="308"/>
                    <a:pt x="325" y="308"/>
                  </a:cubicBezTo>
                  <a:cubicBezTo>
                    <a:pt x="111" y="308"/>
                    <a:pt x="111" y="308"/>
                    <a:pt x="111" y="308"/>
                  </a:cubicBezTo>
                  <a:close/>
                  <a:moveTo>
                    <a:pt x="274" y="223"/>
                  </a:moveTo>
                  <a:cubicBezTo>
                    <a:pt x="260" y="223"/>
                    <a:pt x="249" y="235"/>
                    <a:pt x="249" y="248"/>
                  </a:cubicBezTo>
                  <a:cubicBezTo>
                    <a:pt x="249" y="262"/>
                    <a:pt x="260" y="274"/>
                    <a:pt x="274" y="274"/>
                  </a:cubicBezTo>
                  <a:cubicBezTo>
                    <a:pt x="288" y="274"/>
                    <a:pt x="299" y="262"/>
                    <a:pt x="299" y="248"/>
                  </a:cubicBezTo>
                  <a:cubicBezTo>
                    <a:pt x="299" y="235"/>
                    <a:pt x="288" y="223"/>
                    <a:pt x="274" y="223"/>
                  </a:cubicBezTo>
                  <a:close/>
                  <a:moveTo>
                    <a:pt x="160" y="223"/>
                  </a:moveTo>
                  <a:cubicBezTo>
                    <a:pt x="146" y="223"/>
                    <a:pt x="135" y="235"/>
                    <a:pt x="135" y="248"/>
                  </a:cubicBezTo>
                  <a:cubicBezTo>
                    <a:pt x="135" y="262"/>
                    <a:pt x="146" y="274"/>
                    <a:pt x="160" y="274"/>
                  </a:cubicBezTo>
                  <a:cubicBezTo>
                    <a:pt x="174" y="274"/>
                    <a:pt x="185" y="262"/>
                    <a:pt x="185" y="248"/>
                  </a:cubicBezTo>
                  <a:cubicBezTo>
                    <a:pt x="185" y="235"/>
                    <a:pt x="174" y="223"/>
                    <a:pt x="160" y="223"/>
                  </a:cubicBezTo>
                  <a:close/>
                  <a:moveTo>
                    <a:pt x="134" y="97"/>
                  </a:moveTo>
                  <a:cubicBezTo>
                    <a:pt x="128" y="190"/>
                    <a:pt x="128" y="190"/>
                    <a:pt x="128" y="190"/>
                  </a:cubicBezTo>
                  <a:cubicBezTo>
                    <a:pt x="306" y="190"/>
                    <a:pt x="306" y="190"/>
                    <a:pt x="306" y="190"/>
                  </a:cubicBezTo>
                  <a:cubicBezTo>
                    <a:pt x="300" y="97"/>
                    <a:pt x="300" y="97"/>
                    <a:pt x="300" y="97"/>
                  </a:cubicBezTo>
                  <a:lnTo>
                    <a:pt x="134" y="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 name="îśḻîḍé"/>
            <p:cNvSpPr/>
            <p:nvPr userDrawn="1"/>
          </p:nvSpPr>
          <p:spPr bwMode="auto">
            <a:xfrm>
              <a:off x="3552825" y="3122613"/>
              <a:ext cx="1031875" cy="1079500"/>
            </a:xfrm>
            <a:custGeom>
              <a:avLst/>
              <a:gdLst>
                <a:gd name="T0" fmla="*/ 565 w 650"/>
                <a:gd name="T1" fmla="*/ 189 h 680"/>
                <a:gd name="T2" fmla="*/ 532 w 650"/>
                <a:gd name="T3" fmla="*/ 189 h 680"/>
                <a:gd name="T4" fmla="*/ 532 w 650"/>
                <a:gd name="T5" fmla="*/ 94 h 680"/>
                <a:gd name="T6" fmla="*/ 494 w 650"/>
                <a:gd name="T7" fmla="*/ 94 h 680"/>
                <a:gd name="T8" fmla="*/ 494 w 650"/>
                <a:gd name="T9" fmla="*/ 126 h 680"/>
                <a:gd name="T10" fmla="*/ 478 w 650"/>
                <a:gd name="T11" fmla="*/ 126 h 680"/>
                <a:gd name="T12" fmla="*/ 478 w 650"/>
                <a:gd name="T13" fmla="*/ 16 h 680"/>
                <a:gd name="T14" fmla="*/ 446 w 650"/>
                <a:gd name="T15" fmla="*/ 0 h 680"/>
                <a:gd name="T16" fmla="*/ 374 w 650"/>
                <a:gd name="T17" fmla="*/ 14 h 680"/>
                <a:gd name="T18" fmla="*/ 374 w 650"/>
                <a:gd name="T19" fmla="*/ 60 h 680"/>
                <a:gd name="T20" fmla="*/ 357 w 650"/>
                <a:gd name="T21" fmla="*/ 52 h 680"/>
                <a:gd name="T22" fmla="*/ 302 w 650"/>
                <a:gd name="T23" fmla="*/ 62 h 680"/>
                <a:gd name="T24" fmla="*/ 301 w 650"/>
                <a:gd name="T25" fmla="*/ 262 h 680"/>
                <a:gd name="T26" fmla="*/ 266 w 650"/>
                <a:gd name="T27" fmla="*/ 262 h 680"/>
                <a:gd name="T28" fmla="*/ 266 w 650"/>
                <a:gd name="T29" fmla="*/ 118 h 680"/>
                <a:gd name="T30" fmla="*/ 238 w 650"/>
                <a:gd name="T31" fmla="*/ 118 h 680"/>
                <a:gd name="T32" fmla="*/ 238 w 650"/>
                <a:gd name="T33" fmla="*/ 60 h 680"/>
                <a:gd name="T34" fmla="*/ 102 w 650"/>
                <a:gd name="T35" fmla="*/ 60 h 680"/>
                <a:gd name="T36" fmla="*/ 102 w 650"/>
                <a:gd name="T37" fmla="*/ 247 h 680"/>
                <a:gd name="T38" fmla="*/ 0 w 650"/>
                <a:gd name="T39" fmla="*/ 247 h 680"/>
                <a:gd name="T40" fmla="*/ 0 w 650"/>
                <a:gd name="T41" fmla="*/ 679 h 680"/>
                <a:gd name="T42" fmla="*/ 102 w 650"/>
                <a:gd name="T43" fmla="*/ 679 h 680"/>
                <a:gd name="T44" fmla="*/ 133 w 650"/>
                <a:gd name="T45" fmla="*/ 679 h 680"/>
                <a:gd name="T46" fmla="*/ 218 w 650"/>
                <a:gd name="T47" fmla="*/ 679 h 680"/>
                <a:gd name="T48" fmla="*/ 218 w 650"/>
                <a:gd name="T49" fmla="*/ 680 h 680"/>
                <a:gd name="T50" fmla="*/ 299 w 650"/>
                <a:gd name="T51" fmla="*/ 680 h 680"/>
                <a:gd name="T52" fmla="*/ 335 w 650"/>
                <a:gd name="T53" fmla="*/ 680 h 680"/>
                <a:gd name="T54" fmla="*/ 371 w 650"/>
                <a:gd name="T55" fmla="*/ 680 h 680"/>
                <a:gd name="T56" fmla="*/ 380 w 650"/>
                <a:gd name="T57" fmla="*/ 680 h 680"/>
                <a:gd name="T58" fmla="*/ 476 w 650"/>
                <a:gd name="T59" fmla="*/ 680 h 680"/>
                <a:gd name="T60" fmla="*/ 476 w 650"/>
                <a:gd name="T61" fmla="*/ 677 h 680"/>
                <a:gd name="T62" fmla="*/ 586 w 650"/>
                <a:gd name="T63" fmla="*/ 677 h 680"/>
                <a:gd name="T64" fmla="*/ 586 w 650"/>
                <a:gd name="T65" fmla="*/ 411 h 680"/>
                <a:gd name="T66" fmla="*/ 650 w 650"/>
                <a:gd name="T67" fmla="*/ 411 h 680"/>
                <a:gd name="T68" fmla="*/ 650 w 650"/>
                <a:gd name="T69" fmla="*/ 110 h 680"/>
                <a:gd name="T70" fmla="*/ 594 w 650"/>
                <a:gd name="T71" fmla="*/ 110 h 680"/>
                <a:gd name="T72" fmla="*/ 594 w 650"/>
                <a:gd name="T73" fmla="*/ 4 h 680"/>
                <a:gd name="T74" fmla="*/ 585 w 650"/>
                <a:gd name="T75" fmla="*/ 4 h 680"/>
                <a:gd name="T76" fmla="*/ 585 w 650"/>
                <a:gd name="T77" fmla="*/ 110 h 680"/>
                <a:gd name="T78" fmla="*/ 565 w 650"/>
                <a:gd name="T79" fmla="*/ 110 h 680"/>
                <a:gd name="T80" fmla="*/ 565 w 650"/>
                <a:gd name="T81" fmla="*/ 189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0" h="680">
                  <a:moveTo>
                    <a:pt x="565" y="189"/>
                  </a:moveTo>
                  <a:lnTo>
                    <a:pt x="532" y="189"/>
                  </a:lnTo>
                  <a:lnTo>
                    <a:pt x="532" y="94"/>
                  </a:lnTo>
                  <a:lnTo>
                    <a:pt x="494" y="94"/>
                  </a:lnTo>
                  <a:lnTo>
                    <a:pt x="494" y="126"/>
                  </a:lnTo>
                  <a:lnTo>
                    <a:pt x="478" y="126"/>
                  </a:lnTo>
                  <a:lnTo>
                    <a:pt x="478" y="16"/>
                  </a:lnTo>
                  <a:lnTo>
                    <a:pt x="446" y="0"/>
                  </a:lnTo>
                  <a:lnTo>
                    <a:pt x="374" y="14"/>
                  </a:lnTo>
                  <a:lnTo>
                    <a:pt x="374" y="60"/>
                  </a:lnTo>
                  <a:lnTo>
                    <a:pt x="357" y="52"/>
                  </a:lnTo>
                  <a:lnTo>
                    <a:pt x="302" y="62"/>
                  </a:lnTo>
                  <a:lnTo>
                    <a:pt x="301" y="262"/>
                  </a:lnTo>
                  <a:lnTo>
                    <a:pt x="266" y="262"/>
                  </a:lnTo>
                  <a:lnTo>
                    <a:pt x="266" y="118"/>
                  </a:lnTo>
                  <a:lnTo>
                    <a:pt x="238" y="118"/>
                  </a:lnTo>
                  <a:lnTo>
                    <a:pt x="238" y="60"/>
                  </a:lnTo>
                  <a:lnTo>
                    <a:pt x="102" y="60"/>
                  </a:lnTo>
                  <a:lnTo>
                    <a:pt x="102" y="247"/>
                  </a:lnTo>
                  <a:lnTo>
                    <a:pt x="0" y="247"/>
                  </a:lnTo>
                  <a:lnTo>
                    <a:pt x="0" y="679"/>
                  </a:lnTo>
                  <a:lnTo>
                    <a:pt x="102" y="679"/>
                  </a:lnTo>
                  <a:lnTo>
                    <a:pt x="133" y="679"/>
                  </a:lnTo>
                  <a:lnTo>
                    <a:pt x="218" y="679"/>
                  </a:lnTo>
                  <a:lnTo>
                    <a:pt x="218" y="680"/>
                  </a:lnTo>
                  <a:lnTo>
                    <a:pt x="299" y="680"/>
                  </a:lnTo>
                  <a:lnTo>
                    <a:pt x="335" y="680"/>
                  </a:lnTo>
                  <a:lnTo>
                    <a:pt x="371" y="680"/>
                  </a:lnTo>
                  <a:lnTo>
                    <a:pt x="380" y="680"/>
                  </a:lnTo>
                  <a:lnTo>
                    <a:pt x="476" y="680"/>
                  </a:lnTo>
                  <a:lnTo>
                    <a:pt x="476" y="677"/>
                  </a:lnTo>
                  <a:lnTo>
                    <a:pt x="586" y="677"/>
                  </a:lnTo>
                  <a:lnTo>
                    <a:pt x="586" y="411"/>
                  </a:lnTo>
                  <a:lnTo>
                    <a:pt x="650" y="411"/>
                  </a:lnTo>
                  <a:lnTo>
                    <a:pt x="650" y="110"/>
                  </a:lnTo>
                  <a:lnTo>
                    <a:pt x="594" y="110"/>
                  </a:lnTo>
                  <a:lnTo>
                    <a:pt x="594" y="4"/>
                  </a:lnTo>
                  <a:lnTo>
                    <a:pt x="585" y="4"/>
                  </a:lnTo>
                  <a:lnTo>
                    <a:pt x="585" y="110"/>
                  </a:lnTo>
                  <a:lnTo>
                    <a:pt x="565" y="110"/>
                  </a:lnTo>
                  <a:lnTo>
                    <a:pt x="565" y="1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 name="ísḷïďe"/>
            <p:cNvSpPr/>
            <p:nvPr userDrawn="1"/>
          </p:nvSpPr>
          <p:spPr bwMode="auto">
            <a:xfrm>
              <a:off x="6718300" y="2859088"/>
              <a:ext cx="1022350" cy="1335088"/>
            </a:xfrm>
            <a:custGeom>
              <a:avLst/>
              <a:gdLst>
                <a:gd name="T0" fmla="*/ 188 w 644"/>
                <a:gd name="T1" fmla="*/ 138 h 841"/>
                <a:gd name="T2" fmla="*/ 188 w 644"/>
                <a:gd name="T3" fmla="*/ 553 h 841"/>
                <a:gd name="T4" fmla="*/ 270 w 644"/>
                <a:gd name="T5" fmla="*/ 553 h 841"/>
                <a:gd name="T6" fmla="*/ 270 w 644"/>
                <a:gd name="T7" fmla="*/ 322 h 841"/>
                <a:gd name="T8" fmla="*/ 395 w 644"/>
                <a:gd name="T9" fmla="*/ 322 h 841"/>
                <a:gd name="T10" fmla="*/ 395 w 644"/>
                <a:gd name="T11" fmla="*/ 276 h 841"/>
                <a:gd name="T12" fmla="*/ 432 w 644"/>
                <a:gd name="T13" fmla="*/ 243 h 841"/>
                <a:gd name="T14" fmla="*/ 515 w 644"/>
                <a:gd name="T15" fmla="*/ 276 h 841"/>
                <a:gd name="T16" fmla="*/ 515 w 644"/>
                <a:gd name="T17" fmla="*/ 442 h 841"/>
                <a:gd name="T18" fmla="*/ 566 w 644"/>
                <a:gd name="T19" fmla="*/ 442 h 841"/>
                <a:gd name="T20" fmla="*/ 566 w 644"/>
                <a:gd name="T21" fmla="*/ 389 h 841"/>
                <a:gd name="T22" fmla="*/ 609 w 644"/>
                <a:gd name="T23" fmla="*/ 389 h 841"/>
                <a:gd name="T24" fmla="*/ 609 w 644"/>
                <a:gd name="T25" fmla="*/ 321 h 841"/>
                <a:gd name="T26" fmla="*/ 644 w 644"/>
                <a:gd name="T27" fmla="*/ 321 h 841"/>
                <a:gd name="T28" fmla="*/ 644 w 644"/>
                <a:gd name="T29" fmla="*/ 389 h 841"/>
                <a:gd name="T30" fmla="*/ 644 w 644"/>
                <a:gd name="T31" fmla="*/ 630 h 841"/>
                <a:gd name="T32" fmla="*/ 644 w 644"/>
                <a:gd name="T33" fmla="*/ 638 h 841"/>
                <a:gd name="T34" fmla="*/ 611 w 644"/>
                <a:gd name="T35" fmla="*/ 638 h 841"/>
                <a:gd name="T36" fmla="*/ 611 w 644"/>
                <a:gd name="T37" fmla="*/ 841 h 841"/>
                <a:gd name="T38" fmla="*/ 501 w 644"/>
                <a:gd name="T39" fmla="*/ 841 h 841"/>
                <a:gd name="T40" fmla="*/ 501 w 644"/>
                <a:gd name="T41" fmla="*/ 839 h 841"/>
                <a:gd name="T42" fmla="*/ 395 w 644"/>
                <a:gd name="T43" fmla="*/ 839 h 841"/>
                <a:gd name="T44" fmla="*/ 395 w 644"/>
                <a:gd name="T45" fmla="*/ 831 h 841"/>
                <a:gd name="T46" fmla="*/ 188 w 644"/>
                <a:gd name="T47" fmla="*/ 831 h 841"/>
                <a:gd name="T48" fmla="*/ 188 w 644"/>
                <a:gd name="T49" fmla="*/ 834 h 841"/>
                <a:gd name="T50" fmla="*/ 0 w 644"/>
                <a:gd name="T51" fmla="*/ 834 h 841"/>
                <a:gd name="T52" fmla="*/ 0 w 644"/>
                <a:gd name="T53" fmla="*/ 138 h 841"/>
                <a:gd name="T54" fmla="*/ 47 w 644"/>
                <a:gd name="T55" fmla="*/ 68 h 841"/>
                <a:gd name="T56" fmla="*/ 94 w 644"/>
                <a:gd name="T57" fmla="*/ 0 h 841"/>
                <a:gd name="T58" fmla="*/ 141 w 644"/>
                <a:gd name="T59" fmla="*/ 68 h 841"/>
                <a:gd name="T60" fmla="*/ 188 w 644"/>
                <a:gd name="T61" fmla="*/ 138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4" h="841">
                  <a:moveTo>
                    <a:pt x="188" y="138"/>
                  </a:moveTo>
                  <a:lnTo>
                    <a:pt x="188" y="553"/>
                  </a:lnTo>
                  <a:lnTo>
                    <a:pt x="270" y="553"/>
                  </a:lnTo>
                  <a:lnTo>
                    <a:pt x="270" y="322"/>
                  </a:lnTo>
                  <a:lnTo>
                    <a:pt x="395" y="322"/>
                  </a:lnTo>
                  <a:lnTo>
                    <a:pt x="395" y="276"/>
                  </a:lnTo>
                  <a:lnTo>
                    <a:pt x="432" y="243"/>
                  </a:lnTo>
                  <a:lnTo>
                    <a:pt x="515" y="276"/>
                  </a:lnTo>
                  <a:lnTo>
                    <a:pt x="515" y="442"/>
                  </a:lnTo>
                  <a:lnTo>
                    <a:pt x="566" y="442"/>
                  </a:lnTo>
                  <a:lnTo>
                    <a:pt x="566" y="389"/>
                  </a:lnTo>
                  <a:lnTo>
                    <a:pt x="609" y="389"/>
                  </a:lnTo>
                  <a:lnTo>
                    <a:pt x="609" y="321"/>
                  </a:lnTo>
                  <a:lnTo>
                    <a:pt x="644" y="321"/>
                  </a:lnTo>
                  <a:lnTo>
                    <a:pt x="644" y="389"/>
                  </a:lnTo>
                  <a:lnTo>
                    <a:pt x="644" y="630"/>
                  </a:lnTo>
                  <a:lnTo>
                    <a:pt x="644" y="638"/>
                  </a:lnTo>
                  <a:lnTo>
                    <a:pt x="611" y="638"/>
                  </a:lnTo>
                  <a:lnTo>
                    <a:pt x="611" y="841"/>
                  </a:lnTo>
                  <a:lnTo>
                    <a:pt x="501" y="841"/>
                  </a:lnTo>
                  <a:lnTo>
                    <a:pt x="501" y="839"/>
                  </a:lnTo>
                  <a:lnTo>
                    <a:pt x="395" y="839"/>
                  </a:lnTo>
                  <a:lnTo>
                    <a:pt x="395" y="831"/>
                  </a:lnTo>
                  <a:lnTo>
                    <a:pt x="188" y="831"/>
                  </a:lnTo>
                  <a:lnTo>
                    <a:pt x="188" y="834"/>
                  </a:lnTo>
                  <a:lnTo>
                    <a:pt x="0" y="834"/>
                  </a:lnTo>
                  <a:lnTo>
                    <a:pt x="0" y="138"/>
                  </a:lnTo>
                  <a:lnTo>
                    <a:pt x="47" y="68"/>
                  </a:lnTo>
                  <a:lnTo>
                    <a:pt x="94" y="0"/>
                  </a:lnTo>
                  <a:lnTo>
                    <a:pt x="141" y="68"/>
                  </a:lnTo>
                  <a:lnTo>
                    <a:pt x="188" y="1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1" name="iṡlïďê"/>
            <p:cNvSpPr/>
            <p:nvPr userDrawn="1"/>
          </p:nvSpPr>
          <p:spPr bwMode="auto">
            <a:xfrm>
              <a:off x="7575550" y="3108325"/>
              <a:ext cx="611188" cy="1101725"/>
            </a:xfrm>
            <a:custGeom>
              <a:avLst/>
              <a:gdLst>
                <a:gd name="T0" fmla="*/ 126 w 385"/>
                <a:gd name="T1" fmla="*/ 365 h 694"/>
                <a:gd name="T2" fmla="*/ 229 w 385"/>
                <a:gd name="T3" fmla="*/ 365 h 694"/>
                <a:gd name="T4" fmla="*/ 229 w 385"/>
                <a:gd name="T5" fmla="*/ 262 h 694"/>
                <a:gd name="T6" fmla="*/ 235 w 385"/>
                <a:gd name="T7" fmla="*/ 262 h 694"/>
                <a:gd name="T8" fmla="*/ 235 w 385"/>
                <a:gd name="T9" fmla="*/ 187 h 694"/>
                <a:gd name="T10" fmla="*/ 280 w 385"/>
                <a:gd name="T11" fmla="*/ 187 h 694"/>
                <a:gd name="T12" fmla="*/ 280 w 385"/>
                <a:gd name="T13" fmla="*/ 138 h 694"/>
                <a:gd name="T14" fmla="*/ 284 w 385"/>
                <a:gd name="T15" fmla="*/ 138 h 694"/>
                <a:gd name="T16" fmla="*/ 284 w 385"/>
                <a:gd name="T17" fmla="*/ 0 h 694"/>
                <a:gd name="T18" fmla="*/ 296 w 385"/>
                <a:gd name="T19" fmla="*/ 0 h 694"/>
                <a:gd name="T20" fmla="*/ 296 w 385"/>
                <a:gd name="T21" fmla="*/ 138 h 694"/>
                <a:gd name="T22" fmla="*/ 327 w 385"/>
                <a:gd name="T23" fmla="*/ 138 h 694"/>
                <a:gd name="T24" fmla="*/ 327 w 385"/>
                <a:gd name="T25" fmla="*/ 262 h 694"/>
                <a:gd name="T26" fmla="*/ 366 w 385"/>
                <a:gd name="T27" fmla="*/ 262 h 694"/>
                <a:gd name="T28" fmla="*/ 366 w 385"/>
                <a:gd name="T29" fmla="*/ 376 h 694"/>
                <a:gd name="T30" fmla="*/ 385 w 385"/>
                <a:gd name="T31" fmla="*/ 376 h 694"/>
                <a:gd name="T32" fmla="*/ 385 w 385"/>
                <a:gd name="T33" fmla="*/ 663 h 694"/>
                <a:gd name="T34" fmla="*/ 366 w 385"/>
                <a:gd name="T35" fmla="*/ 663 h 694"/>
                <a:gd name="T36" fmla="*/ 366 w 385"/>
                <a:gd name="T37" fmla="*/ 694 h 694"/>
                <a:gd name="T38" fmla="*/ 229 w 385"/>
                <a:gd name="T39" fmla="*/ 694 h 694"/>
                <a:gd name="T40" fmla="*/ 229 w 385"/>
                <a:gd name="T41" fmla="*/ 689 h 694"/>
                <a:gd name="T42" fmla="*/ 126 w 385"/>
                <a:gd name="T43" fmla="*/ 689 h 694"/>
                <a:gd name="T44" fmla="*/ 126 w 385"/>
                <a:gd name="T45" fmla="*/ 683 h 694"/>
                <a:gd name="T46" fmla="*/ 0 w 385"/>
                <a:gd name="T47" fmla="*/ 683 h 694"/>
                <a:gd name="T48" fmla="*/ 0 w 385"/>
                <a:gd name="T49" fmla="*/ 445 h 694"/>
                <a:gd name="T50" fmla="*/ 126 w 385"/>
                <a:gd name="T51" fmla="*/ 445 h 694"/>
                <a:gd name="T52" fmla="*/ 126 w 385"/>
                <a:gd name="T53" fmla="*/ 365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5" h="694">
                  <a:moveTo>
                    <a:pt x="126" y="365"/>
                  </a:moveTo>
                  <a:lnTo>
                    <a:pt x="229" y="365"/>
                  </a:lnTo>
                  <a:lnTo>
                    <a:pt x="229" y="262"/>
                  </a:lnTo>
                  <a:lnTo>
                    <a:pt x="235" y="262"/>
                  </a:lnTo>
                  <a:lnTo>
                    <a:pt x="235" y="187"/>
                  </a:lnTo>
                  <a:lnTo>
                    <a:pt x="280" y="187"/>
                  </a:lnTo>
                  <a:lnTo>
                    <a:pt x="280" y="138"/>
                  </a:lnTo>
                  <a:lnTo>
                    <a:pt x="284" y="138"/>
                  </a:lnTo>
                  <a:lnTo>
                    <a:pt x="284" y="0"/>
                  </a:lnTo>
                  <a:lnTo>
                    <a:pt x="296" y="0"/>
                  </a:lnTo>
                  <a:lnTo>
                    <a:pt x="296" y="138"/>
                  </a:lnTo>
                  <a:lnTo>
                    <a:pt x="327" y="138"/>
                  </a:lnTo>
                  <a:lnTo>
                    <a:pt x="327" y="262"/>
                  </a:lnTo>
                  <a:lnTo>
                    <a:pt x="366" y="262"/>
                  </a:lnTo>
                  <a:lnTo>
                    <a:pt x="366" y="376"/>
                  </a:lnTo>
                  <a:lnTo>
                    <a:pt x="385" y="376"/>
                  </a:lnTo>
                  <a:lnTo>
                    <a:pt x="385" y="663"/>
                  </a:lnTo>
                  <a:lnTo>
                    <a:pt x="366" y="663"/>
                  </a:lnTo>
                  <a:lnTo>
                    <a:pt x="366" y="694"/>
                  </a:lnTo>
                  <a:lnTo>
                    <a:pt x="229" y="694"/>
                  </a:lnTo>
                  <a:lnTo>
                    <a:pt x="229" y="689"/>
                  </a:lnTo>
                  <a:lnTo>
                    <a:pt x="126" y="689"/>
                  </a:lnTo>
                  <a:lnTo>
                    <a:pt x="126" y="683"/>
                  </a:lnTo>
                  <a:lnTo>
                    <a:pt x="0" y="683"/>
                  </a:lnTo>
                  <a:lnTo>
                    <a:pt x="0" y="445"/>
                  </a:lnTo>
                  <a:lnTo>
                    <a:pt x="126" y="445"/>
                  </a:lnTo>
                  <a:lnTo>
                    <a:pt x="126" y="3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 name="iş1íde"/>
            <p:cNvSpPr/>
            <p:nvPr userDrawn="1"/>
          </p:nvSpPr>
          <p:spPr bwMode="auto">
            <a:xfrm>
              <a:off x="8215313" y="3255963"/>
              <a:ext cx="395288" cy="954088"/>
            </a:xfrm>
            <a:custGeom>
              <a:avLst/>
              <a:gdLst>
                <a:gd name="T0" fmla="*/ 0 w 249"/>
                <a:gd name="T1" fmla="*/ 270 h 601"/>
                <a:gd name="T2" fmla="*/ 78 w 249"/>
                <a:gd name="T3" fmla="*/ 270 h 601"/>
                <a:gd name="T4" fmla="*/ 78 w 249"/>
                <a:gd name="T5" fmla="*/ 144 h 601"/>
                <a:gd name="T6" fmla="*/ 110 w 249"/>
                <a:gd name="T7" fmla="*/ 144 h 601"/>
                <a:gd name="T8" fmla="*/ 110 w 249"/>
                <a:gd name="T9" fmla="*/ 0 h 601"/>
                <a:gd name="T10" fmla="*/ 120 w 249"/>
                <a:gd name="T11" fmla="*/ 0 h 601"/>
                <a:gd name="T12" fmla="*/ 120 w 249"/>
                <a:gd name="T13" fmla="*/ 144 h 601"/>
                <a:gd name="T14" fmla="*/ 164 w 249"/>
                <a:gd name="T15" fmla="*/ 144 h 601"/>
                <a:gd name="T16" fmla="*/ 164 w 249"/>
                <a:gd name="T17" fmla="*/ 81 h 601"/>
                <a:gd name="T18" fmla="*/ 249 w 249"/>
                <a:gd name="T19" fmla="*/ 81 h 601"/>
                <a:gd name="T20" fmla="*/ 249 w 249"/>
                <a:gd name="T21" fmla="*/ 144 h 601"/>
                <a:gd name="T22" fmla="*/ 249 w 249"/>
                <a:gd name="T23" fmla="*/ 163 h 601"/>
                <a:gd name="T24" fmla="*/ 249 w 249"/>
                <a:gd name="T25" fmla="*/ 601 h 601"/>
                <a:gd name="T26" fmla="*/ 78 w 249"/>
                <a:gd name="T27" fmla="*/ 601 h 601"/>
                <a:gd name="T28" fmla="*/ 78 w 249"/>
                <a:gd name="T29" fmla="*/ 582 h 601"/>
                <a:gd name="T30" fmla="*/ 0 w 249"/>
                <a:gd name="T31" fmla="*/ 582 h 601"/>
                <a:gd name="T32" fmla="*/ 0 w 249"/>
                <a:gd name="T33" fmla="*/ 270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9" h="601">
                  <a:moveTo>
                    <a:pt x="0" y="270"/>
                  </a:moveTo>
                  <a:lnTo>
                    <a:pt x="78" y="270"/>
                  </a:lnTo>
                  <a:lnTo>
                    <a:pt x="78" y="144"/>
                  </a:lnTo>
                  <a:lnTo>
                    <a:pt x="110" y="144"/>
                  </a:lnTo>
                  <a:lnTo>
                    <a:pt x="110" y="0"/>
                  </a:lnTo>
                  <a:lnTo>
                    <a:pt x="120" y="0"/>
                  </a:lnTo>
                  <a:lnTo>
                    <a:pt x="120" y="144"/>
                  </a:lnTo>
                  <a:lnTo>
                    <a:pt x="164" y="144"/>
                  </a:lnTo>
                  <a:lnTo>
                    <a:pt x="164" y="81"/>
                  </a:lnTo>
                  <a:lnTo>
                    <a:pt x="249" y="81"/>
                  </a:lnTo>
                  <a:lnTo>
                    <a:pt x="249" y="144"/>
                  </a:lnTo>
                  <a:lnTo>
                    <a:pt x="249" y="163"/>
                  </a:lnTo>
                  <a:lnTo>
                    <a:pt x="249" y="601"/>
                  </a:lnTo>
                  <a:lnTo>
                    <a:pt x="78" y="601"/>
                  </a:lnTo>
                  <a:lnTo>
                    <a:pt x="78" y="582"/>
                  </a:lnTo>
                  <a:lnTo>
                    <a:pt x="0" y="582"/>
                  </a:lnTo>
                  <a:lnTo>
                    <a:pt x="0"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 name="îşļíďe"/>
            <p:cNvSpPr/>
            <p:nvPr userDrawn="1"/>
          </p:nvSpPr>
          <p:spPr bwMode="auto">
            <a:xfrm>
              <a:off x="8680450" y="3362325"/>
              <a:ext cx="522288" cy="865188"/>
            </a:xfrm>
            <a:custGeom>
              <a:avLst/>
              <a:gdLst>
                <a:gd name="T0" fmla="*/ 0 w 329"/>
                <a:gd name="T1" fmla="*/ 240 h 545"/>
                <a:gd name="T2" fmla="*/ 86 w 329"/>
                <a:gd name="T3" fmla="*/ 155 h 545"/>
                <a:gd name="T4" fmla="*/ 151 w 329"/>
                <a:gd name="T5" fmla="*/ 209 h 545"/>
                <a:gd name="T6" fmla="*/ 151 w 329"/>
                <a:gd name="T7" fmla="*/ 116 h 545"/>
                <a:gd name="T8" fmla="*/ 329 w 329"/>
                <a:gd name="T9" fmla="*/ 0 h 545"/>
                <a:gd name="T10" fmla="*/ 329 w 329"/>
                <a:gd name="T11" fmla="*/ 536 h 545"/>
                <a:gd name="T12" fmla="*/ 186 w 329"/>
                <a:gd name="T13" fmla="*/ 536 h 545"/>
                <a:gd name="T14" fmla="*/ 186 w 329"/>
                <a:gd name="T15" fmla="*/ 545 h 545"/>
                <a:gd name="T16" fmla="*/ 0 w 329"/>
                <a:gd name="T17" fmla="*/ 545 h 545"/>
                <a:gd name="T18" fmla="*/ 0 w 329"/>
                <a:gd name="T19" fmla="*/ 240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9" h="545">
                  <a:moveTo>
                    <a:pt x="0" y="240"/>
                  </a:moveTo>
                  <a:lnTo>
                    <a:pt x="86" y="155"/>
                  </a:lnTo>
                  <a:lnTo>
                    <a:pt x="151" y="209"/>
                  </a:lnTo>
                  <a:lnTo>
                    <a:pt x="151" y="116"/>
                  </a:lnTo>
                  <a:lnTo>
                    <a:pt x="329" y="0"/>
                  </a:lnTo>
                  <a:lnTo>
                    <a:pt x="329" y="536"/>
                  </a:lnTo>
                  <a:lnTo>
                    <a:pt x="186" y="536"/>
                  </a:lnTo>
                  <a:lnTo>
                    <a:pt x="186" y="545"/>
                  </a:lnTo>
                  <a:lnTo>
                    <a:pt x="0" y="545"/>
                  </a:lnTo>
                  <a:lnTo>
                    <a:pt x="0"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 name="îş1îḓê"/>
            <p:cNvSpPr/>
            <p:nvPr userDrawn="1"/>
          </p:nvSpPr>
          <p:spPr bwMode="auto">
            <a:xfrm>
              <a:off x="2776538" y="3571875"/>
              <a:ext cx="731838" cy="631825"/>
            </a:xfrm>
            <a:custGeom>
              <a:avLst/>
              <a:gdLst>
                <a:gd name="T0" fmla="*/ 384 w 461"/>
                <a:gd name="T1" fmla="*/ 0 h 398"/>
                <a:gd name="T2" fmla="*/ 461 w 461"/>
                <a:gd name="T3" fmla="*/ 0 h 398"/>
                <a:gd name="T4" fmla="*/ 461 w 461"/>
                <a:gd name="T5" fmla="*/ 371 h 398"/>
                <a:gd name="T6" fmla="*/ 396 w 461"/>
                <a:gd name="T7" fmla="*/ 371 h 398"/>
                <a:gd name="T8" fmla="*/ 396 w 461"/>
                <a:gd name="T9" fmla="*/ 398 h 398"/>
                <a:gd name="T10" fmla="*/ 230 w 461"/>
                <a:gd name="T11" fmla="*/ 398 h 398"/>
                <a:gd name="T12" fmla="*/ 230 w 461"/>
                <a:gd name="T13" fmla="*/ 66 h 398"/>
                <a:gd name="T14" fmla="*/ 384 w 461"/>
                <a:gd name="T15" fmla="*/ 66 h 398"/>
                <a:gd name="T16" fmla="*/ 384 w 461"/>
                <a:gd name="T17" fmla="*/ 0 h 398"/>
                <a:gd name="T18" fmla="*/ 384 w 461"/>
                <a:gd name="T19" fmla="*/ 0 h 398"/>
                <a:gd name="T20" fmla="*/ 0 w 461"/>
                <a:gd name="T21" fmla="*/ 0 h 398"/>
                <a:gd name="T22" fmla="*/ 128 w 461"/>
                <a:gd name="T23" fmla="*/ 0 h 398"/>
                <a:gd name="T24" fmla="*/ 128 w 461"/>
                <a:gd name="T25" fmla="*/ 114 h 398"/>
                <a:gd name="T26" fmla="*/ 180 w 461"/>
                <a:gd name="T27" fmla="*/ 114 h 398"/>
                <a:gd name="T28" fmla="*/ 180 w 461"/>
                <a:gd name="T29" fmla="*/ 391 h 398"/>
                <a:gd name="T30" fmla="*/ 128 w 461"/>
                <a:gd name="T31" fmla="*/ 391 h 398"/>
                <a:gd name="T32" fmla="*/ 75 w 461"/>
                <a:gd name="T33" fmla="*/ 391 h 398"/>
                <a:gd name="T34" fmla="*/ 0 w 461"/>
                <a:gd name="T35" fmla="*/ 391 h 398"/>
                <a:gd name="T36" fmla="*/ 0 w 461"/>
                <a:gd name="T37"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1" h="398">
                  <a:moveTo>
                    <a:pt x="384" y="0"/>
                  </a:moveTo>
                  <a:lnTo>
                    <a:pt x="461" y="0"/>
                  </a:lnTo>
                  <a:lnTo>
                    <a:pt x="461" y="371"/>
                  </a:lnTo>
                  <a:lnTo>
                    <a:pt x="396" y="371"/>
                  </a:lnTo>
                  <a:lnTo>
                    <a:pt x="396" y="398"/>
                  </a:lnTo>
                  <a:lnTo>
                    <a:pt x="230" y="398"/>
                  </a:lnTo>
                  <a:lnTo>
                    <a:pt x="230" y="66"/>
                  </a:lnTo>
                  <a:lnTo>
                    <a:pt x="384" y="66"/>
                  </a:lnTo>
                  <a:lnTo>
                    <a:pt x="384" y="0"/>
                  </a:lnTo>
                  <a:lnTo>
                    <a:pt x="384" y="0"/>
                  </a:lnTo>
                  <a:close/>
                  <a:moveTo>
                    <a:pt x="0" y="0"/>
                  </a:moveTo>
                  <a:lnTo>
                    <a:pt x="128" y="0"/>
                  </a:lnTo>
                  <a:lnTo>
                    <a:pt x="128" y="114"/>
                  </a:lnTo>
                  <a:lnTo>
                    <a:pt x="180" y="114"/>
                  </a:lnTo>
                  <a:lnTo>
                    <a:pt x="180" y="391"/>
                  </a:lnTo>
                  <a:lnTo>
                    <a:pt x="128" y="391"/>
                  </a:lnTo>
                  <a:lnTo>
                    <a:pt x="75" y="391"/>
                  </a:lnTo>
                  <a:lnTo>
                    <a:pt x="0" y="391"/>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 name="iṥḷîďê"/>
            <p:cNvSpPr/>
            <p:nvPr userDrawn="1"/>
          </p:nvSpPr>
          <p:spPr bwMode="auto">
            <a:xfrm>
              <a:off x="6273800" y="2559050"/>
              <a:ext cx="477838" cy="1622425"/>
            </a:xfrm>
            <a:custGeom>
              <a:avLst/>
              <a:gdLst>
                <a:gd name="T0" fmla="*/ 281 w 295"/>
                <a:gd name="T1" fmla="*/ 1001 h 1001"/>
                <a:gd name="T2" fmla="*/ 226 w 295"/>
                <a:gd name="T3" fmla="*/ 93 h 1001"/>
                <a:gd name="T4" fmla="*/ 257 w 295"/>
                <a:gd name="T5" fmla="*/ 183 h 1001"/>
                <a:gd name="T6" fmla="*/ 75 w 295"/>
                <a:gd name="T7" fmla="*/ 183 h 1001"/>
                <a:gd name="T8" fmla="*/ 201 w 295"/>
                <a:gd name="T9" fmla="*/ 200 h 1001"/>
                <a:gd name="T10" fmla="*/ 43 w 295"/>
                <a:gd name="T11" fmla="*/ 200 h 1001"/>
                <a:gd name="T12" fmla="*/ 68 w 295"/>
                <a:gd name="T13" fmla="*/ 236 h 1001"/>
                <a:gd name="T14" fmla="*/ 257 w 295"/>
                <a:gd name="T15" fmla="*/ 291 h 1001"/>
                <a:gd name="T16" fmla="*/ 43 w 295"/>
                <a:gd name="T17" fmla="*/ 291 h 1001"/>
                <a:gd name="T18" fmla="*/ 201 w 295"/>
                <a:gd name="T19" fmla="*/ 308 h 1001"/>
                <a:gd name="T20" fmla="*/ 170 w 295"/>
                <a:gd name="T21" fmla="*/ 308 h 1001"/>
                <a:gd name="T22" fmla="*/ 99 w 295"/>
                <a:gd name="T23" fmla="*/ 308 h 1001"/>
                <a:gd name="T24" fmla="*/ 163 w 295"/>
                <a:gd name="T25" fmla="*/ 363 h 1001"/>
                <a:gd name="T26" fmla="*/ 75 w 295"/>
                <a:gd name="T27" fmla="*/ 363 h 1001"/>
                <a:gd name="T28" fmla="*/ 201 w 295"/>
                <a:gd name="T29" fmla="*/ 380 h 1001"/>
                <a:gd name="T30" fmla="*/ 107 w 295"/>
                <a:gd name="T31" fmla="*/ 380 h 1001"/>
                <a:gd name="T32" fmla="*/ 257 w 295"/>
                <a:gd name="T33" fmla="*/ 416 h 1001"/>
                <a:gd name="T34" fmla="*/ 163 w 295"/>
                <a:gd name="T35" fmla="*/ 435 h 1001"/>
                <a:gd name="T36" fmla="*/ 43 w 295"/>
                <a:gd name="T37" fmla="*/ 435 h 1001"/>
                <a:gd name="T38" fmla="*/ 233 w 295"/>
                <a:gd name="T39" fmla="*/ 452 h 1001"/>
                <a:gd name="T40" fmla="*/ 170 w 295"/>
                <a:gd name="T41" fmla="*/ 452 h 1001"/>
                <a:gd name="T42" fmla="*/ 131 w 295"/>
                <a:gd name="T43" fmla="*/ 452 h 1001"/>
                <a:gd name="T44" fmla="*/ 226 w 295"/>
                <a:gd name="T45" fmla="*/ 507 h 1001"/>
                <a:gd name="T46" fmla="*/ 138 w 295"/>
                <a:gd name="T47" fmla="*/ 507 h 1001"/>
                <a:gd name="T48" fmla="*/ 43 w 295"/>
                <a:gd name="T49" fmla="*/ 488 h 1001"/>
                <a:gd name="T50" fmla="*/ 75 w 295"/>
                <a:gd name="T51" fmla="*/ 488 h 1001"/>
                <a:gd name="T52" fmla="*/ 226 w 295"/>
                <a:gd name="T53" fmla="*/ 524 h 1001"/>
                <a:gd name="T54" fmla="*/ 68 w 295"/>
                <a:gd name="T55" fmla="*/ 542 h 1001"/>
                <a:gd name="T56" fmla="*/ 201 w 295"/>
                <a:gd name="T57" fmla="*/ 578 h 1001"/>
                <a:gd name="T58" fmla="*/ 107 w 295"/>
                <a:gd name="T59" fmla="*/ 560 h 1001"/>
                <a:gd name="T60" fmla="*/ 43 w 295"/>
                <a:gd name="T61" fmla="*/ 560 h 1001"/>
                <a:gd name="T62" fmla="*/ 257 w 295"/>
                <a:gd name="T63" fmla="*/ 595 h 1001"/>
                <a:gd name="T64" fmla="*/ 194 w 295"/>
                <a:gd name="T65" fmla="*/ 614 h 1001"/>
                <a:gd name="T66" fmla="*/ 43 w 295"/>
                <a:gd name="T67" fmla="*/ 614 h 1001"/>
                <a:gd name="T68" fmla="*/ 201 w 295"/>
                <a:gd name="T69" fmla="*/ 631 h 1001"/>
                <a:gd name="T70" fmla="*/ 170 w 295"/>
                <a:gd name="T71" fmla="*/ 631 h 1001"/>
                <a:gd name="T72" fmla="*/ 257 w 295"/>
                <a:gd name="T73" fmla="*/ 667 h 1001"/>
                <a:gd name="T74" fmla="*/ 194 w 295"/>
                <a:gd name="T75" fmla="*/ 686 h 1001"/>
                <a:gd name="T76" fmla="*/ 201 w 295"/>
                <a:gd name="T77" fmla="*/ 722 h 1001"/>
                <a:gd name="T78" fmla="*/ 107 w 295"/>
                <a:gd name="T79" fmla="*/ 703 h 1001"/>
                <a:gd name="T80" fmla="*/ 43 w 295"/>
                <a:gd name="T81" fmla="*/ 703 h 1001"/>
                <a:gd name="T82" fmla="*/ 226 w 295"/>
                <a:gd name="T83" fmla="*/ 739 h 1001"/>
                <a:gd name="T84" fmla="*/ 163 w 295"/>
                <a:gd name="T85" fmla="*/ 758 h 1001"/>
                <a:gd name="T86" fmla="*/ 233 w 295"/>
                <a:gd name="T87" fmla="*/ 794 h 1001"/>
                <a:gd name="T88" fmla="*/ 138 w 295"/>
                <a:gd name="T89" fmla="*/ 775 h 1001"/>
                <a:gd name="T90" fmla="*/ 107 w 295"/>
                <a:gd name="T91" fmla="*/ 775 h 1001"/>
                <a:gd name="T92" fmla="*/ 257 w 295"/>
                <a:gd name="T93" fmla="*/ 811 h 1001"/>
                <a:gd name="T94" fmla="*/ 194 w 295"/>
                <a:gd name="T95" fmla="*/ 830 h 1001"/>
                <a:gd name="T96" fmla="*/ 75 w 295"/>
                <a:gd name="T97" fmla="*/ 830 h 1001"/>
                <a:gd name="T98" fmla="*/ 201 w 295"/>
                <a:gd name="T99" fmla="*/ 847 h 1001"/>
                <a:gd name="T100" fmla="*/ 138 w 295"/>
                <a:gd name="T101" fmla="*/ 847 h 1001"/>
                <a:gd name="T102" fmla="*/ 68 w 295"/>
                <a:gd name="T103" fmla="*/ 847 h 1001"/>
                <a:gd name="T104" fmla="*/ 257 w 295"/>
                <a:gd name="T105" fmla="*/ 902 h 1001"/>
                <a:gd name="T106" fmla="*/ 170 w 295"/>
                <a:gd name="T107" fmla="*/ 902 h 1001"/>
                <a:gd name="T108" fmla="*/ 43 w 295"/>
                <a:gd name="T109" fmla="*/ 883 h 1001"/>
                <a:gd name="T110" fmla="*/ 75 w 295"/>
                <a:gd name="T111" fmla="*/ 883 h 1001"/>
                <a:gd name="T112" fmla="*/ 68 w 295"/>
                <a:gd name="T113" fmla="*/ 57 h 1001"/>
                <a:gd name="T114" fmla="*/ 257 w 295"/>
                <a:gd name="T115" fmla="*/ 937 h 1001"/>
                <a:gd name="T116" fmla="*/ 170 w 295"/>
                <a:gd name="T117" fmla="*/ 937 h 1001"/>
                <a:gd name="T118" fmla="*/ 43 w 295"/>
                <a:gd name="T119" fmla="*/ 919 h 1001"/>
                <a:gd name="T120" fmla="*/ 75 w 295"/>
                <a:gd name="T121" fmla="*/ 919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5" h="1001">
                  <a:moveTo>
                    <a:pt x="281" y="1001"/>
                  </a:moveTo>
                  <a:cubicBezTo>
                    <a:pt x="17" y="1001"/>
                    <a:pt x="17" y="1001"/>
                    <a:pt x="17" y="1001"/>
                  </a:cubicBezTo>
                  <a:cubicBezTo>
                    <a:pt x="17" y="36"/>
                    <a:pt x="17" y="36"/>
                    <a:pt x="17" y="36"/>
                  </a:cubicBezTo>
                  <a:cubicBezTo>
                    <a:pt x="0" y="36"/>
                    <a:pt x="0" y="36"/>
                    <a:pt x="0" y="36"/>
                  </a:cubicBezTo>
                  <a:cubicBezTo>
                    <a:pt x="0" y="0"/>
                    <a:pt x="0" y="0"/>
                    <a:pt x="0" y="0"/>
                  </a:cubicBezTo>
                  <a:cubicBezTo>
                    <a:pt x="295" y="0"/>
                    <a:pt x="295" y="0"/>
                    <a:pt x="295" y="0"/>
                  </a:cubicBezTo>
                  <a:cubicBezTo>
                    <a:pt x="295" y="36"/>
                    <a:pt x="295" y="36"/>
                    <a:pt x="295" y="36"/>
                  </a:cubicBezTo>
                  <a:cubicBezTo>
                    <a:pt x="281" y="36"/>
                    <a:pt x="281" y="36"/>
                    <a:pt x="281" y="36"/>
                  </a:cubicBezTo>
                  <a:cubicBezTo>
                    <a:pt x="281" y="1001"/>
                    <a:pt x="281" y="1001"/>
                    <a:pt x="281" y="1001"/>
                  </a:cubicBezTo>
                  <a:close/>
                  <a:moveTo>
                    <a:pt x="233" y="93"/>
                  </a:moveTo>
                  <a:cubicBezTo>
                    <a:pt x="233" y="99"/>
                    <a:pt x="233" y="105"/>
                    <a:pt x="233" y="111"/>
                  </a:cubicBezTo>
                  <a:cubicBezTo>
                    <a:pt x="241" y="111"/>
                    <a:pt x="249" y="111"/>
                    <a:pt x="257" y="111"/>
                  </a:cubicBezTo>
                  <a:cubicBezTo>
                    <a:pt x="257" y="105"/>
                    <a:pt x="257" y="99"/>
                    <a:pt x="257" y="93"/>
                  </a:cubicBezTo>
                  <a:cubicBezTo>
                    <a:pt x="249" y="93"/>
                    <a:pt x="241" y="93"/>
                    <a:pt x="233" y="93"/>
                  </a:cubicBezTo>
                  <a:close/>
                  <a:moveTo>
                    <a:pt x="201" y="93"/>
                  </a:moveTo>
                  <a:cubicBezTo>
                    <a:pt x="201" y="99"/>
                    <a:pt x="201" y="105"/>
                    <a:pt x="201" y="111"/>
                  </a:cubicBezTo>
                  <a:cubicBezTo>
                    <a:pt x="210" y="111"/>
                    <a:pt x="218" y="111"/>
                    <a:pt x="226" y="111"/>
                  </a:cubicBezTo>
                  <a:cubicBezTo>
                    <a:pt x="226" y="105"/>
                    <a:pt x="226" y="99"/>
                    <a:pt x="226" y="93"/>
                  </a:cubicBezTo>
                  <a:cubicBezTo>
                    <a:pt x="218" y="93"/>
                    <a:pt x="210" y="93"/>
                    <a:pt x="201" y="93"/>
                  </a:cubicBezTo>
                  <a:close/>
                  <a:moveTo>
                    <a:pt x="233" y="129"/>
                  </a:moveTo>
                  <a:cubicBezTo>
                    <a:pt x="233" y="135"/>
                    <a:pt x="233" y="141"/>
                    <a:pt x="233" y="147"/>
                  </a:cubicBezTo>
                  <a:cubicBezTo>
                    <a:pt x="241" y="147"/>
                    <a:pt x="249" y="147"/>
                    <a:pt x="257" y="147"/>
                  </a:cubicBezTo>
                  <a:cubicBezTo>
                    <a:pt x="257" y="141"/>
                    <a:pt x="257" y="135"/>
                    <a:pt x="257" y="129"/>
                  </a:cubicBezTo>
                  <a:cubicBezTo>
                    <a:pt x="249" y="129"/>
                    <a:pt x="241" y="129"/>
                    <a:pt x="233" y="129"/>
                  </a:cubicBezTo>
                  <a:close/>
                  <a:moveTo>
                    <a:pt x="233" y="164"/>
                  </a:moveTo>
                  <a:cubicBezTo>
                    <a:pt x="233" y="171"/>
                    <a:pt x="233" y="177"/>
                    <a:pt x="233" y="183"/>
                  </a:cubicBezTo>
                  <a:cubicBezTo>
                    <a:pt x="241" y="183"/>
                    <a:pt x="249" y="183"/>
                    <a:pt x="257" y="183"/>
                  </a:cubicBezTo>
                  <a:cubicBezTo>
                    <a:pt x="257" y="177"/>
                    <a:pt x="257" y="171"/>
                    <a:pt x="257" y="164"/>
                  </a:cubicBezTo>
                  <a:cubicBezTo>
                    <a:pt x="249" y="164"/>
                    <a:pt x="241" y="164"/>
                    <a:pt x="233" y="164"/>
                  </a:cubicBezTo>
                  <a:close/>
                  <a:moveTo>
                    <a:pt x="201" y="164"/>
                  </a:moveTo>
                  <a:cubicBezTo>
                    <a:pt x="201" y="171"/>
                    <a:pt x="201" y="177"/>
                    <a:pt x="201" y="183"/>
                  </a:cubicBezTo>
                  <a:cubicBezTo>
                    <a:pt x="210" y="183"/>
                    <a:pt x="218" y="183"/>
                    <a:pt x="226" y="183"/>
                  </a:cubicBezTo>
                  <a:cubicBezTo>
                    <a:pt x="226" y="177"/>
                    <a:pt x="226" y="171"/>
                    <a:pt x="226" y="164"/>
                  </a:cubicBezTo>
                  <a:cubicBezTo>
                    <a:pt x="218" y="164"/>
                    <a:pt x="210" y="164"/>
                    <a:pt x="201" y="164"/>
                  </a:cubicBezTo>
                  <a:close/>
                  <a:moveTo>
                    <a:pt x="75" y="164"/>
                  </a:moveTo>
                  <a:cubicBezTo>
                    <a:pt x="75" y="171"/>
                    <a:pt x="75" y="177"/>
                    <a:pt x="75" y="183"/>
                  </a:cubicBezTo>
                  <a:cubicBezTo>
                    <a:pt x="83" y="183"/>
                    <a:pt x="91" y="183"/>
                    <a:pt x="99" y="183"/>
                  </a:cubicBezTo>
                  <a:cubicBezTo>
                    <a:pt x="99" y="177"/>
                    <a:pt x="99" y="171"/>
                    <a:pt x="99" y="164"/>
                  </a:cubicBezTo>
                  <a:cubicBezTo>
                    <a:pt x="91" y="164"/>
                    <a:pt x="83" y="164"/>
                    <a:pt x="75" y="164"/>
                  </a:cubicBezTo>
                  <a:close/>
                  <a:moveTo>
                    <a:pt x="233" y="200"/>
                  </a:moveTo>
                  <a:cubicBezTo>
                    <a:pt x="233" y="207"/>
                    <a:pt x="233" y="213"/>
                    <a:pt x="233" y="219"/>
                  </a:cubicBezTo>
                  <a:cubicBezTo>
                    <a:pt x="241" y="219"/>
                    <a:pt x="249" y="219"/>
                    <a:pt x="257" y="219"/>
                  </a:cubicBezTo>
                  <a:cubicBezTo>
                    <a:pt x="257" y="213"/>
                    <a:pt x="257" y="207"/>
                    <a:pt x="257" y="200"/>
                  </a:cubicBezTo>
                  <a:cubicBezTo>
                    <a:pt x="249" y="200"/>
                    <a:pt x="241" y="200"/>
                    <a:pt x="233" y="200"/>
                  </a:cubicBezTo>
                  <a:close/>
                  <a:moveTo>
                    <a:pt x="201" y="200"/>
                  </a:moveTo>
                  <a:cubicBezTo>
                    <a:pt x="201" y="207"/>
                    <a:pt x="201" y="213"/>
                    <a:pt x="201" y="219"/>
                  </a:cubicBezTo>
                  <a:cubicBezTo>
                    <a:pt x="210" y="219"/>
                    <a:pt x="218" y="219"/>
                    <a:pt x="226" y="219"/>
                  </a:cubicBezTo>
                  <a:cubicBezTo>
                    <a:pt x="226" y="213"/>
                    <a:pt x="226" y="207"/>
                    <a:pt x="226" y="200"/>
                  </a:cubicBezTo>
                  <a:cubicBezTo>
                    <a:pt x="218" y="200"/>
                    <a:pt x="210" y="200"/>
                    <a:pt x="201" y="200"/>
                  </a:cubicBezTo>
                  <a:close/>
                  <a:moveTo>
                    <a:pt x="43" y="200"/>
                  </a:moveTo>
                  <a:cubicBezTo>
                    <a:pt x="43" y="207"/>
                    <a:pt x="43" y="213"/>
                    <a:pt x="43" y="219"/>
                  </a:cubicBezTo>
                  <a:cubicBezTo>
                    <a:pt x="51" y="219"/>
                    <a:pt x="60" y="219"/>
                    <a:pt x="68" y="219"/>
                  </a:cubicBezTo>
                  <a:cubicBezTo>
                    <a:pt x="68" y="213"/>
                    <a:pt x="68" y="207"/>
                    <a:pt x="68" y="200"/>
                  </a:cubicBezTo>
                  <a:cubicBezTo>
                    <a:pt x="60" y="200"/>
                    <a:pt x="51" y="200"/>
                    <a:pt x="43" y="200"/>
                  </a:cubicBezTo>
                  <a:close/>
                  <a:moveTo>
                    <a:pt x="201" y="236"/>
                  </a:moveTo>
                  <a:cubicBezTo>
                    <a:pt x="201" y="243"/>
                    <a:pt x="201" y="249"/>
                    <a:pt x="201" y="255"/>
                  </a:cubicBezTo>
                  <a:cubicBezTo>
                    <a:pt x="210" y="255"/>
                    <a:pt x="218" y="255"/>
                    <a:pt x="226" y="255"/>
                  </a:cubicBezTo>
                  <a:cubicBezTo>
                    <a:pt x="226" y="249"/>
                    <a:pt x="226" y="243"/>
                    <a:pt x="226" y="236"/>
                  </a:cubicBezTo>
                  <a:cubicBezTo>
                    <a:pt x="218" y="236"/>
                    <a:pt x="210" y="236"/>
                    <a:pt x="201" y="236"/>
                  </a:cubicBezTo>
                  <a:close/>
                  <a:moveTo>
                    <a:pt x="43" y="236"/>
                  </a:moveTo>
                  <a:cubicBezTo>
                    <a:pt x="43" y="243"/>
                    <a:pt x="43" y="249"/>
                    <a:pt x="43" y="255"/>
                  </a:cubicBezTo>
                  <a:cubicBezTo>
                    <a:pt x="51" y="255"/>
                    <a:pt x="60" y="255"/>
                    <a:pt x="68" y="255"/>
                  </a:cubicBezTo>
                  <a:cubicBezTo>
                    <a:pt x="68" y="249"/>
                    <a:pt x="68" y="243"/>
                    <a:pt x="68" y="236"/>
                  </a:cubicBezTo>
                  <a:cubicBezTo>
                    <a:pt x="60" y="236"/>
                    <a:pt x="51" y="236"/>
                    <a:pt x="43" y="236"/>
                  </a:cubicBezTo>
                  <a:close/>
                  <a:moveTo>
                    <a:pt x="75" y="236"/>
                  </a:moveTo>
                  <a:cubicBezTo>
                    <a:pt x="75" y="243"/>
                    <a:pt x="75" y="249"/>
                    <a:pt x="75" y="255"/>
                  </a:cubicBezTo>
                  <a:cubicBezTo>
                    <a:pt x="83" y="255"/>
                    <a:pt x="91" y="255"/>
                    <a:pt x="99" y="255"/>
                  </a:cubicBezTo>
                  <a:cubicBezTo>
                    <a:pt x="99" y="249"/>
                    <a:pt x="99" y="243"/>
                    <a:pt x="99" y="236"/>
                  </a:cubicBezTo>
                  <a:cubicBezTo>
                    <a:pt x="91" y="236"/>
                    <a:pt x="83" y="236"/>
                    <a:pt x="75" y="236"/>
                  </a:cubicBezTo>
                  <a:close/>
                  <a:moveTo>
                    <a:pt x="233" y="272"/>
                  </a:moveTo>
                  <a:cubicBezTo>
                    <a:pt x="233" y="279"/>
                    <a:pt x="233" y="285"/>
                    <a:pt x="233" y="291"/>
                  </a:cubicBezTo>
                  <a:cubicBezTo>
                    <a:pt x="241" y="291"/>
                    <a:pt x="249" y="291"/>
                    <a:pt x="257" y="291"/>
                  </a:cubicBezTo>
                  <a:cubicBezTo>
                    <a:pt x="257" y="285"/>
                    <a:pt x="257" y="279"/>
                    <a:pt x="257" y="272"/>
                  </a:cubicBezTo>
                  <a:cubicBezTo>
                    <a:pt x="249" y="272"/>
                    <a:pt x="241" y="272"/>
                    <a:pt x="233" y="272"/>
                  </a:cubicBezTo>
                  <a:close/>
                  <a:moveTo>
                    <a:pt x="201" y="272"/>
                  </a:moveTo>
                  <a:cubicBezTo>
                    <a:pt x="201" y="279"/>
                    <a:pt x="201" y="285"/>
                    <a:pt x="201" y="291"/>
                  </a:cubicBezTo>
                  <a:cubicBezTo>
                    <a:pt x="210" y="291"/>
                    <a:pt x="218" y="291"/>
                    <a:pt x="226" y="291"/>
                  </a:cubicBezTo>
                  <a:cubicBezTo>
                    <a:pt x="226" y="285"/>
                    <a:pt x="226" y="279"/>
                    <a:pt x="226" y="272"/>
                  </a:cubicBezTo>
                  <a:cubicBezTo>
                    <a:pt x="218" y="272"/>
                    <a:pt x="210" y="272"/>
                    <a:pt x="201" y="272"/>
                  </a:cubicBezTo>
                  <a:close/>
                  <a:moveTo>
                    <a:pt x="43" y="272"/>
                  </a:moveTo>
                  <a:cubicBezTo>
                    <a:pt x="43" y="279"/>
                    <a:pt x="43" y="285"/>
                    <a:pt x="43" y="291"/>
                  </a:cubicBezTo>
                  <a:cubicBezTo>
                    <a:pt x="51" y="291"/>
                    <a:pt x="60" y="291"/>
                    <a:pt x="68" y="291"/>
                  </a:cubicBezTo>
                  <a:cubicBezTo>
                    <a:pt x="68" y="285"/>
                    <a:pt x="68" y="279"/>
                    <a:pt x="68" y="272"/>
                  </a:cubicBezTo>
                  <a:cubicBezTo>
                    <a:pt x="60" y="272"/>
                    <a:pt x="51" y="272"/>
                    <a:pt x="43" y="272"/>
                  </a:cubicBezTo>
                  <a:close/>
                  <a:moveTo>
                    <a:pt x="75" y="272"/>
                  </a:moveTo>
                  <a:cubicBezTo>
                    <a:pt x="75" y="279"/>
                    <a:pt x="75" y="285"/>
                    <a:pt x="75" y="291"/>
                  </a:cubicBezTo>
                  <a:cubicBezTo>
                    <a:pt x="83" y="291"/>
                    <a:pt x="91" y="291"/>
                    <a:pt x="99" y="291"/>
                  </a:cubicBezTo>
                  <a:cubicBezTo>
                    <a:pt x="99" y="285"/>
                    <a:pt x="99" y="279"/>
                    <a:pt x="99" y="272"/>
                  </a:cubicBezTo>
                  <a:cubicBezTo>
                    <a:pt x="91" y="272"/>
                    <a:pt x="83" y="272"/>
                    <a:pt x="75" y="272"/>
                  </a:cubicBezTo>
                  <a:close/>
                  <a:moveTo>
                    <a:pt x="201" y="308"/>
                  </a:moveTo>
                  <a:cubicBezTo>
                    <a:pt x="201" y="314"/>
                    <a:pt x="201" y="321"/>
                    <a:pt x="201" y="327"/>
                  </a:cubicBezTo>
                  <a:cubicBezTo>
                    <a:pt x="210" y="327"/>
                    <a:pt x="218" y="327"/>
                    <a:pt x="226" y="327"/>
                  </a:cubicBezTo>
                  <a:cubicBezTo>
                    <a:pt x="226" y="321"/>
                    <a:pt x="226" y="314"/>
                    <a:pt x="226" y="308"/>
                  </a:cubicBezTo>
                  <a:cubicBezTo>
                    <a:pt x="218" y="308"/>
                    <a:pt x="210" y="308"/>
                    <a:pt x="201" y="308"/>
                  </a:cubicBezTo>
                  <a:close/>
                  <a:moveTo>
                    <a:pt x="170" y="308"/>
                  </a:moveTo>
                  <a:cubicBezTo>
                    <a:pt x="170" y="314"/>
                    <a:pt x="170" y="321"/>
                    <a:pt x="170" y="327"/>
                  </a:cubicBezTo>
                  <a:cubicBezTo>
                    <a:pt x="178" y="327"/>
                    <a:pt x="186" y="327"/>
                    <a:pt x="194" y="327"/>
                  </a:cubicBezTo>
                  <a:cubicBezTo>
                    <a:pt x="194" y="321"/>
                    <a:pt x="194" y="314"/>
                    <a:pt x="194" y="308"/>
                  </a:cubicBezTo>
                  <a:cubicBezTo>
                    <a:pt x="186" y="308"/>
                    <a:pt x="178" y="308"/>
                    <a:pt x="170" y="308"/>
                  </a:cubicBezTo>
                  <a:close/>
                  <a:moveTo>
                    <a:pt x="107" y="308"/>
                  </a:moveTo>
                  <a:cubicBezTo>
                    <a:pt x="107" y="314"/>
                    <a:pt x="107" y="321"/>
                    <a:pt x="107" y="327"/>
                  </a:cubicBezTo>
                  <a:cubicBezTo>
                    <a:pt x="115" y="327"/>
                    <a:pt x="123" y="327"/>
                    <a:pt x="131" y="327"/>
                  </a:cubicBezTo>
                  <a:cubicBezTo>
                    <a:pt x="131" y="321"/>
                    <a:pt x="131" y="314"/>
                    <a:pt x="131" y="308"/>
                  </a:cubicBezTo>
                  <a:cubicBezTo>
                    <a:pt x="123" y="308"/>
                    <a:pt x="115" y="308"/>
                    <a:pt x="107" y="308"/>
                  </a:cubicBezTo>
                  <a:close/>
                  <a:moveTo>
                    <a:pt x="75" y="308"/>
                  </a:moveTo>
                  <a:cubicBezTo>
                    <a:pt x="75" y="314"/>
                    <a:pt x="75" y="321"/>
                    <a:pt x="75" y="327"/>
                  </a:cubicBezTo>
                  <a:cubicBezTo>
                    <a:pt x="83" y="327"/>
                    <a:pt x="91" y="327"/>
                    <a:pt x="99" y="327"/>
                  </a:cubicBezTo>
                  <a:cubicBezTo>
                    <a:pt x="99" y="321"/>
                    <a:pt x="99" y="314"/>
                    <a:pt x="99" y="308"/>
                  </a:cubicBezTo>
                  <a:cubicBezTo>
                    <a:pt x="91" y="308"/>
                    <a:pt x="83" y="308"/>
                    <a:pt x="75" y="308"/>
                  </a:cubicBezTo>
                  <a:close/>
                  <a:moveTo>
                    <a:pt x="201" y="344"/>
                  </a:moveTo>
                  <a:cubicBezTo>
                    <a:pt x="201" y="350"/>
                    <a:pt x="201" y="357"/>
                    <a:pt x="201" y="363"/>
                  </a:cubicBezTo>
                  <a:cubicBezTo>
                    <a:pt x="210" y="363"/>
                    <a:pt x="218" y="363"/>
                    <a:pt x="226" y="363"/>
                  </a:cubicBezTo>
                  <a:cubicBezTo>
                    <a:pt x="226" y="357"/>
                    <a:pt x="226" y="350"/>
                    <a:pt x="226" y="344"/>
                  </a:cubicBezTo>
                  <a:cubicBezTo>
                    <a:pt x="218" y="344"/>
                    <a:pt x="210" y="344"/>
                    <a:pt x="201" y="344"/>
                  </a:cubicBezTo>
                  <a:close/>
                  <a:moveTo>
                    <a:pt x="138" y="344"/>
                  </a:moveTo>
                  <a:cubicBezTo>
                    <a:pt x="138" y="350"/>
                    <a:pt x="138" y="357"/>
                    <a:pt x="138" y="363"/>
                  </a:cubicBezTo>
                  <a:cubicBezTo>
                    <a:pt x="146" y="363"/>
                    <a:pt x="154" y="363"/>
                    <a:pt x="163" y="363"/>
                  </a:cubicBezTo>
                  <a:cubicBezTo>
                    <a:pt x="163" y="357"/>
                    <a:pt x="163" y="350"/>
                    <a:pt x="163" y="344"/>
                  </a:cubicBezTo>
                  <a:cubicBezTo>
                    <a:pt x="154" y="344"/>
                    <a:pt x="146" y="344"/>
                    <a:pt x="138" y="344"/>
                  </a:cubicBezTo>
                  <a:close/>
                  <a:moveTo>
                    <a:pt x="107" y="344"/>
                  </a:moveTo>
                  <a:cubicBezTo>
                    <a:pt x="107" y="350"/>
                    <a:pt x="107" y="357"/>
                    <a:pt x="107" y="363"/>
                  </a:cubicBezTo>
                  <a:cubicBezTo>
                    <a:pt x="115" y="363"/>
                    <a:pt x="123" y="363"/>
                    <a:pt x="131" y="363"/>
                  </a:cubicBezTo>
                  <a:cubicBezTo>
                    <a:pt x="131" y="357"/>
                    <a:pt x="131" y="350"/>
                    <a:pt x="131" y="344"/>
                  </a:cubicBezTo>
                  <a:cubicBezTo>
                    <a:pt x="123" y="344"/>
                    <a:pt x="115" y="344"/>
                    <a:pt x="107" y="344"/>
                  </a:cubicBezTo>
                  <a:close/>
                  <a:moveTo>
                    <a:pt x="75" y="344"/>
                  </a:moveTo>
                  <a:cubicBezTo>
                    <a:pt x="75" y="350"/>
                    <a:pt x="75" y="357"/>
                    <a:pt x="75" y="363"/>
                  </a:cubicBezTo>
                  <a:cubicBezTo>
                    <a:pt x="83" y="363"/>
                    <a:pt x="91" y="363"/>
                    <a:pt x="99" y="363"/>
                  </a:cubicBezTo>
                  <a:cubicBezTo>
                    <a:pt x="99" y="357"/>
                    <a:pt x="99" y="350"/>
                    <a:pt x="99" y="344"/>
                  </a:cubicBezTo>
                  <a:cubicBezTo>
                    <a:pt x="91" y="344"/>
                    <a:pt x="83" y="344"/>
                    <a:pt x="75" y="344"/>
                  </a:cubicBezTo>
                  <a:close/>
                  <a:moveTo>
                    <a:pt x="233" y="380"/>
                  </a:moveTo>
                  <a:cubicBezTo>
                    <a:pt x="233" y="386"/>
                    <a:pt x="233" y="393"/>
                    <a:pt x="233" y="399"/>
                  </a:cubicBezTo>
                  <a:cubicBezTo>
                    <a:pt x="241" y="399"/>
                    <a:pt x="249" y="399"/>
                    <a:pt x="257" y="399"/>
                  </a:cubicBezTo>
                  <a:cubicBezTo>
                    <a:pt x="257" y="393"/>
                    <a:pt x="257" y="386"/>
                    <a:pt x="257" y="380"/>
                  </a:cubicBezTo>
                  <a:cubicBezTo>
                    <a:pt x="249" y="380"/>
                    <a:pt x="241" y="380"/>
                    <a:pt x="233" y="380"/>
                  </a:cubicBezTo>
                  <a:close/>
                  <a:moveTo>
                    <a:pt x="201" y="380"/>
                  </a:moveTo>
                  <a:cubicBezTo>
                    <a:pt x="201" y="386"/>
                    <a:pt x="201" y="393"/>
                    <a:pt x="201" y="399"/>
                  </a:cubicBezTo>
                  <a:cubicBezTo>
                    <a:pt x="210" y="399"/>
                    <a:pt x="218" y="399"/>
                    <a:pt x="226" y="399"/>
                  </a:cubicBezTo>
                  <a:cubicBezTo>
                    <a:pt x="226" y="393"/>
                    <a:pt x="226" y="386"/>
                    <a:pt x="226" y="380"/>
                  </a:cubicBezTo>
                  <a:cubicBezTo>
                    <a:pt x="218" y="380"/>
                    <a:pt x="210" y="380"/>
                    <a:pt x="201" y="380"/>
                  </a:cubicBezTo>
                  <a:close/>
                  <a:moveTo>
                    <a:pt x="107" y="380"/>
                  </a:moveTo>
                  <a:cubicBezTo>
                    <a:pt x="107" y="386"/>
                    <a:pt x="107" y="393"/>
                    <a:pt x="107" y="399"/>
                  </a:cubicBezTo>
                  <a:cubicBezTo>
                    <a:pt x="115" y="399"/>
                    <a:pt x="123" y="399"/>
                    <a:pt x="131" y="399"/>
                  </a:cubicBezTo>
                  <a:cubicBezTo>
                    <a:pt x="131" y="393"/>
                    <a:pt x="131" y="386"/>
                    <a:pt x="131" y="380"/>
                  </a:cubicBezTo>
                  <a:cubicBezTo>
                    <a:pt x="123" y="380"/>
                    <a:pt x="115" y="380"/>
                    <a:pt x="107" y="380"/>
                  </a:cubicBezTo>
                  <a:close/>
                  <a:moveTo>
                    <a:pt x="43" y="380"/>
                  </a:moveTo>
                  <a:cubicBezTo>
                    <a:pt x="43" y="386"/>
                    <a:pt x="43" y="393"/>
                    <a:pt x="43" y="399"/>
                  </a:cubicBezTo>
                  <a:cubicBezTo>
                    <a:pt x="51" y="399"/>
                    <a:pt x="60" y="399"/>
                    <a:pt x="68" y="399"/>
                  </a:cubicBezTo>
                  <a:cubicBezTo>
                    <a:pt x="68" y="393"/>
                    <a:pt x="68" y="386"/>
                    <a:pt x="68" y="380"/>
                  </a:cubicBezTo>
                  <a:cubicBezTo>
                    <a:pt x="60" y="380"/>
                    <a:pt x="51" y="380"/>
                    <a:pt x="43" y="380"/>
                  </a:cubicBezTo>
                  <a:close/>
                  <a:moveTo>
                    <a:pt x="233" y="416"/>
                  </a:moveTo>
                  <a:cubicBezTo>
                    <a:pt x="233" y="422"/>
                    <a:pt x="233" y="428"/>
                    <a:pt x="233" y="435"/>
                  </a:cubicBezTo>
                  <a:cubicBezTo>
                    <a:pt x="241" y="435"/>
                    <a:pt x="249" y="435"/>
                    <a:pt x="257" y="435"/>
                  </a:cubicBezTo>
                  <a:cubicBezTo>
                    <a:pt x="257" y="428"/>
                    <a:pt x="257" y="422"/>
                    <a:pt x="257" y="416"/>
                  </a:cubicBezTo>
                  <a:cubicBezTo>
                    <a:pt x="249" y="416"/>
                    <a:pt x="241" y="416"/>
                    <a:pt x="233" y="416"/>
                  </a:cubicBezTo>
                  <a:close/>
                  <a:moveTo>
                    <a:pt x="201" y="416"/>
                  </a:moveTo>
                  <a:cubicBezTo>
                    <a:pt x="201" y="422"/>
                    <a:pt x="201" y="428"/>
                    <a:pt x="201" y="435"/>
                  </a:cubicBezTo>
                  <a:cubicBezTo>
                    <a:pt x="210" y="435"/>
                    <a:pt x="218" y="435"/>
                    <a:pt x="226" y="435"/>
                  </a:cubicBezTo>
                  <a:cubicBezTo>
                    <a:pt x="226" y="428"/>
                    <a:pt x="226" y="422"/>
                    <a:pt x="226" y="416"/>
                  </a:cubicBezTo>
                  <a:cubicBezTo>
                    <a:pt x="218" y="416"/>
                    <a:pt x="210" y="416"/>
                    <a:pt x="201" y="416"/>
                  </a:cubicBezTo>
                  <a:close/>
                  <a:moveTo>
                    <a:pt x="138" y="416"/>
                  </a:moveTo>
                  <a:cubicBezTo>
                    <a:pt x="138" y="422"/>
                    <a:pt x="138" y="428"/>
                    <a:pt x="138" y="435"/>
                  </a:cubicBezTo>
                  <a:cubicBezTo>
                    <a:pt x="146" y="435"/>
                    <a:pt x="154" y="435"/>
                    <a:pt x="163" y="435"/>
                  </a:cubicBezTo>
                  <a:cubicBezTo>
                    <a:pt x="163" y="428"/>
                    <a:pt x="163" y="422"/>
                    <a:pt x="163" y="416"/>
                  </a:cubicBezTo>
                  <a:cubicBezTo>
                    <a:pt x="154" y="416"/>
                    <a:pt x="146" y="416"/>
                    <a:pt x="138" y="416"/>
                  </a:cubicBezTo>
                  <a:close/>
                  <a:moveTo>
                    <a:pt x="107" y="416"/>
                  </a:moveTo>
                  <a:cubicBezTo>
                    <a:pt x="107" y="422"/>
                    <a:pt x="107" y="428"/>
                    <a:pt x="107" y="435"/>
                  </a:cubicBezTo>
                  <a:cubicBezTo>
                    <a:pt x="115" y="435"/>
                    <a:pt x="123" y="435"/>
                    <a:pt x="131" y="435"/>
                  </a:cubicBezTo>
                  <a:cubicBezTo>
                    <a:pt x="131" y="428"/>
                    <a:pt x="131" y="422"/>
                    <a:pt x="131" y="416"/>
                  </a:cubicBezTo>
                  <a:cubicBezTo>
                    <a:pt x="123" y="416"/>
                    <a:pt x="115" y="416"/>
                    <a:pt x="107" y="416"/>
                  </a:cubicBezTo>
                  <a:close/>
                  <a:moveTo>
                    <a:pt x="43" y="416"/>
                  </a:moveTo>
                  <a:cubicBezTo>
                    <a:pt x="43" y="422"/>
                    <a:pt x="43" y="428"/>
                    <a:pt x="43" y="435"/>
                  </a:cubicBezTo>
                  <a:cubicBezTo>
                    <a:pt x="51" y="435"/>
                    <a:pt x="60" y="435"/>
                    <a:pt x="68" y="435"/>
                  </a:cubicBezTo>
                  <a:cubicBezTo>
                    <a:pt x="68" y="428"/>
                    <a:pt x="68" y="422"/>
                    <a:pt x="68" y="416"/>
                  </a:cubicBezTo>
                  <a:cubicBezTo>
                    <a:pt x="60" y="416"/>
                    <a:pt x="51" y="416"/>
                    <a:pt x="43" y="416"/>
                  </a:cubicBezTo>
                  <a:close/>
                  <a:moveTo>
                    <a:pt x="75" y="416"/>
                  </a:moveTo>
                  <a:cubicBezTo>
                    <a:pt x="75" y="422"/>
                    <a:pt x="75" y="428"/>
                    <a:pt x="75" y="435"/>
                  </a:cubicBezTo>
                  <a:cubicBezTo>
                    <a:pt x="83" y="435"/>
                    <a:pt x="91" y="435"/>
                    <a:pt x="99" y="435"/>
                  </a:cubicBezTo>
                  <a:cubicBezTo>
                    <a:pt x="99" y="428"/>
                    <a:pt x="99" y="422"/>
                    <a:pt x="99" y="416"/>
                  </a:cubicBezTo>
                  <a:cubicBezTo>
                    <a:pt x="91" y="416"/>
                    <a:pt x="83" y="416"/>
                    <a:pt x="75" y="416"/>
                  </a:cubicBezTo>
                  <a:close/>
                  <a:moveTo>
                    <a:pt x="233" y="452"/>
                  </a:moveTo>
                  <a:cubicBezTo>
                    <a:pt x="233" y="458"/>
                    <a:pt x="233" y="464"/>
                    <a:pt x="233" y="471"/>
                  </a:cubicBezTo>
                  <a:cubicBezTo>
                    <a:pt x="241" y="471"/>
                    <a:pt x="249" y="471"/>
                    <a:pt x="257" y="471"/>
                  </a:cubicBezTo>
                  <a:cubicBezTo>
                    <a:pt x="257" y="464"/>
                    <a:pt x="257" y="458"/>
                    <a:pt x="257" y="452"/>
                  </a:cubicBezTo>
                  <a:cubicBezTo>
                    <a:pt x="249" y="452"/>
                    <a:pt x="241" y="452"/>
                    <a:pt x="233" y="452"/>
                  </a:cubicBezTo>
                  <a:close/>
                  <a:moveTo>
                    <a:pt x="170" y="452"/>
                  </a:moveTo>
                  <a:cubicBezTo>
                    <a:pt x="170" y="458"/>
                    <a:pt x="170" y="464"/>
                    <a:pt x="170" y="471"/>
                  </a:cubicBezTo>
                  <a:cubicBezTo>
                    <a:pt x="178" y="471"/>
                    <a:pt x="186" y="471"/>
                    <a:pt x="194" y="471"/>
                  </a:cubicBezTo>
                  <a:cubicBezTo>
                    <a:pt x="194" y="464"/>
                    <a:pt x="194" y="458"/>
                    <a:pt x="194" y="452"/>
                  </a:cubicBezTo>
                  <a:cubicBezTo>
                    <a:pt x="186" y="452"/>
                    <a:pt x="178" y="452"/>
                    <a:pt x="170" y="452"/>
                  </a:cubicBezTo>
                  <a:close/>
                  <a:moveTo>
                    <a:pt x="138" y="452"/>
                  </a:moveTo>
                  <a:cubicBezTo>
                    <a:pt x="138" y="458"/>
                    <a:pt x="138" y="464"/>
                    <a:pt x="138" y="471"/>
                  </a:cubicBezTo>
                  <a:cubicBezTo>
                    <a:pt x="146" y="471"/>
                    <a:pt x="154" y="471"/>
                    <a:pt x="163" y="471"/>
                  </a:cubicBezTo>
                  <a:cubicBezTo>
                    <a:pt x="163" y="464"/>
                    <a:pt x="163" y="458"/>
                    <a:pt x="163" y="452"/>
                  </a:cubicBezTo>
                  <a:cubicBezTo>
                    <a:pt x="154" y="452"/>
                    <a:pt x="146" y="452"/>
                    <a:pt x="138" y="452"/>
                  </a:cubicBezTo>
                  <a:close/>
                  <a:moveTo>
                    <a:pt x="107" y="452"/>
                  </a:moveTo>
                  <a:cubicBezTo>
                    <a:pt x="107" y="458"/>
                    <a:pt x="107" y="464"/>
                    <a:pt x="107" y="471"/>
                  </a:cubicBezTo>
                  <a:cubicBezTo>
                    <a:pt x="115" y="471"/>
                    <a:pt x="123" y="471"/>
                    <a:pt x="131" y="471"/>
                  </a:cubicBezTo>
                  <a:cubicBezTo>
                    <a:pt x="131" y="464"/>
                    <a:pt x="131" y="458"/>
                    <a:pt x="131" y="452"/>
                  </a:cubicBezTo>
                  <a:cubicBezTo>
                    <a:pt x="123" y="452"/>
                    <a:pt x="115" y="452"/>
                    <a:pt x="107" y="452"/>
                  </a:cubicBezTo>
                  <a:close/>
                  <a:moveTo>
                    <a:pt x="233" y="488"/>
                  </a:moveTo>
                  <a:cubicBezTo>
                    <a:pt x="233" y="494"/>
                    <a:pt x="233" y="500"/>
                    <a:pt x="233" y="507"/>
                  </a:cubicBezTo>
                  <a:cubicBezTo>
                    <a:pt x="241" y="507"/>
                    <a:pt x="249" y="507"/>
                    <a:pt x="257" y="507"/>
                  </a:cubicBezTo>
                  <a:cubicBezTo>
                    <a:pt x="257" y="500"/>
                    <a:pt x="257" y="494"/>
                    <a:pt x="257" y="488"/>
                  </a:cubicBezTo>
                  <a:cubicBezTo>
                    <a:pt x="249" y="488"/>
                    <a:pt x="241" y="488"/>
                    <a:pt x="233" y="488"/>
                  </a:cubicBezTo>
                  <a:close/>
                  <a:moveTo>
                    <a:pt x="201" y="488"/>
                  </a:moveTo>
                  <a:cubicBezTo>
                    <a:pt x="201" y="494"/>
                    <a:pt x="201" y="500"/>
                    <a:pt x="201" y="507"/>
                  </a:cubicBezTo>
                  <a:cubicBezTo>
                    <a:pt x="210" y="507"/>
                    <a:pt x="218" y="507"/>
                    <a:pt x="226" y="507"/>
                  </a:cubicBezTo>
                  <a:cubicBezTo>
                    <a:pt x="226" y="500"/>
                    <a:pt x="226" y="494"/>
                    <a:pt x="226" y="488"/>
                  </a:cubicBezTo>
                  <a:cubicBezTo>
                    <a:pt x="218" y="488"/>
                    <a:pt x="210" y="488"/>
                    <a:pt x="201" y="488"/>
                  </a:cubicBezTo>
                  <a:close/>
                  <a:moveTo>
                    <a:pt x="170" y="488"/>
                  </a:moveTo>
                  <a:cubicBezTo>
                    <a:pt x="170" y="494"/>
                    <a:pt x="170" y="500"/>
                    <a:pt x="170" y="507"/>
                  </a:cubicBezTo>
                  <a:cubicBezTo>
                    <a:pt x="178" y="507"/>
                    <a:pt x="186" y="507"/>
                    <a:pt x="194" y="507"/>
                  </a:cubicBezTo>
                  <a:cubicBezTo>
                    <a:pt x="194" y="500"/>
                    <a:pt x="194" y="494"/>
                    <a:pt x="194" y="488"/>
                  </a:cubicBezTo>
                  <a:cubicBezTo>
                    <a:pt x="186" y="488"/>
                    <a:pt x="178" y="488"/>
                    <a:pt x="170" y="488"/>
                  </a:cubicBezTo>
                  <a:close/>
                  <a:moveTo>
                    <a:pt x="138" y="488"/>
                  </a:moveTo>
                  <a:cubicBezTo>
                    <a:pt x="138" y="494"/>
                    <a:pt x="138" y="500"/>
                    <a:pt x="138" y="507"/>
                  </a:cubicBezTo>
                  <a:cubicBezTo>
                    <a:pt x="146" y="507"/>
                    <a:pt x="154" y="507"/>
                    <a:pt x="163" y="507"/>
                  </a:cubicBezTo>
                  <a:cubicBezTo>
                    <a:pt x="163" y="500"/>
                    <a:pt x="163" y="494"/>
                    <a:pt x="163" y="488"/>
                  </a:cubicBezTo>
                  <a:cubicBezTo>
                    <a:pt x="154" y="488"/>
                    <a:pt x="146" y="488"/>
                    <a:pt x="138" y="488"/>
                  </a:cubicBezTo>
                  <a:close/>
                  <a:moveTo>
                    <a:pt x="107" y="488"/>
                  </a:moveTo>
                  <a:cubicBezTo>
                    <a:pt x="107" y="494"/>
                    <a:pt x="107" y="500"/>
                    <a:pt x="107" y="507"/>
                  </a:cubicBezTo>
                  <a:cubicBezTo>
                    <a:pt x="115" y="507"/>
                    <a:pt x="123" y="507"/>
                    <a:pt x="131" y="507"/>
                  </a:cubicBezTo>
                  <a:cubicBezTo>
                    <a:pt x="131" y="500"/>
                    <a:pt x="131" y="494"/>
                    <a:pt x="131" y="488"/>
                  </a:cubicBezTo>
                  <a:cubicBezTo>
                    <a:pt x="123" y="488"/>
                    <a:pt x="115" y="488"/>
                    <a:pt x="107" y="488"/>
                  </a:cubicBezTo>
                  <a:close/>
                  <a:moveTo>
                    <a:pt x="43" y="488"/>
                  </a:moveTo>
                  <a:cubicBezTo>
                    <a:pt x="43" y="494"/>
                    <a:pt x="43" y="500"/>
                    <a:pt x="43" y="507"/>
                  </a:cubicBezTo>
                  <a:cubicBezTo>
                    <a:pt x="51" y="507"/>
                    <a:pt x="60" y="507"/>
                    <a:pt x="68" y="507"/>
                  </a:cubicBezTo>
                  <a:cubicBezTo>
                    <a:pt x="68" y="500"/>
                    <a:pt x="68" y="494"/>
                    <a:pt x="68" y="488"/>
                  </a:cubicBezTo>
                  <a:cubicBezTo>
                    <a:pt x="60" y="488"/>
                    <a:pt x="51" y="488"/>
                    <a:pt x="43" y="488"/>
                  </a:cubicBezTo>
                  <a:close/>
                  <a:moveTo>
                    <a:pt x="75" y="488"/>
                  </a:moveTo>
                  <a:cubicBezTo>
                    <a:pt x="75" y="494"/>
                    <a:pt x="75" y="500"/>
                    <a:pt x="75" y="507"/>
                  </a:cubicBezTo>
                  <a:cubicBezTo>
                    <a:pt x="83" y="507"/>
                    <a:pt x="91" y="507"/>
                    <a:pt x="99" y="507"/>
                  </a:cubicBezTo>
                  <a:cubicBezTo>
                    <a:pt x="99" y="500"/>
                    <a:pt x="99" y="494"/>
                    <a:pt x="99" y="488"/>
                  </a:cubicBezTo>
                  <a:cubicBezTo>
                    <a:pt x="91" y="488"/>
                    <a:pt x="83" y="488"/>
                    <a:pt x="75" y="488"/>
                  </a:cubicBezTo>
                  <a:close/>
                  <a:moveTo>
                    <a:pt x="233" y="524"/>
                  </a:moveTo>
                  <a:cubicBezTo>
                    <a:pt x="233" y="530"/>
                    <a:pt x="233" y="536"/>
                    <a:pt x="233" y="542"/>
                  </a:cubicBezTo>
                  <a:cubicBezTo>
                    <a:pt x="241" y="542"/>
                    <a:pt x="249" y="542"/>
                    <a:pt x="257" y="542"/>
                  </a:cubicBezTo>
                  <a:cubicBezTo>
                    <a:pt x="257" y="536"/>
                    <a:pt x="257" y="530"/>
                    <a:pt x="257" y="524"/>
                  </a:cubicBezTo>
                  <a:cubicBezTo>
                    <a:pt x="249" y="524"/>
                    <a:pt x="241" y="524"/>
                    <a:pt x="233" y="524"/>
                  </a:cubicBezTo>
                  <a:close/>
                  <a:moveTo>
                    <a:pt x="201" y="524"/>
                  </a:moveTo>
                  <a:cubicBezTo>
                    <a:pt x="201" y="530"/>
                    <a:pt x="201" y="536"/>
                    <a:pt x="201" y="542"/>
                  </a:cubicBezTo>
                  <a:cubicBezTo>
                    <a:pt x="210" y="542"/>
                    <a:pt x="218" y="542"/>
                    <a:pt x="226" y="542"/>
                  </a:cubicBezTo>
                  <a:cubicBezTo>
                    <a:pt x="226" y="536"/>
                    <a:pt x="226" y="530"/>
                    <a:pt x="226" y="524"/>
                  </a:cubicBezTo>
                  <a:cubicBezTo>
                    <a:pt x="218" y="524"/>
                    <a:pt x="210" y="524"/>
                    <a:pt x="201" y="524"/>
                  </a:cubicBezTo>
                  <a:close/>
                  <a:moveTo>
                    <a:pt x="138" y="524"/>
                  </a:moveTo>
                  <a:cubicBezTo>
                    <a:pt x="138" y="530"/>
                    <a:pt x="138" y="536"/>
                    <a:pt x="138" y="542"/>
                  </a:cubicBezTo>
                  <a:cubicBezTo>
                    <a:pt x="146" y="542"/>
                    <a:pt x="154" y="542"/>
                    <a:pt x="163" y="542"/>
                  </a:cubicBezTo>
                  <a:cubicBezTo>
                    <a:pt x="163" y="536"/>
                    <a:pt x="163" y="530"/>
                    <a:pt x="163" y="524"/>
                  </a:cubicBezTo>
                  <a:cubicBezTo>
                    <a:pt x="154" y="524"/>
                    <a:pt x="146" y="524"/>
                    <a:pt x="138" y="524"/>
                  </a:cubicBezTo>
                  <a:close/>
                  <a:moveTo>
                    <a:pt x="43" y="524"/>
                  </a:moveTo>
                  <a:cubicBezTo>
                    <a:pt x="43" y="530"/>
                    <a:pt x="43" y="536"/>
                    <a:pt x="43" y="542"/>
                  </a:cubicBezTo>
                  <a:cubicBezTo>
                    <a:pt x="51" y="542"/>
                    <a:pt x="60" y="542"/>
                    <a:pt x="68" y="542"/>
                  </a:cubicBezTo>
                  <a:cubicBezTo>
                    <a:pt x="68" y="536"/>
                    <a:pt x="68" y="530"/>
                    <a:pt x="68" y="524"/>
                  </a:cubicBezTo>
                  <a:cubicBezTo>
                    <a:pt x="60" y="524"/>
                    <a:pt x="51" y="524"/>
                    <a:pt x="43" y="524"/>
                  </a:cubicBezTo>
                  <a:close/>
                  <a:moveTo>
                    <a:pt x="233" y="560"/>
                  </a:moveTo>
                  <a:cubicBezTo>
                    <a:pt x="233" y="566"/>
                    <a:pt x="233" y="572"/>
                    <a:pt x="233" y="578"/>
                  </a:cubicBezTo>
                  <a:cubicBezTo>
                    <a:pt x="241" y="578"/>
                    <a:pt x="249" y="578"/>
                    <a:pt x="257" y="578"/>
                  </a:cubicBezTo>
                  <a:cubicBezTo>
                    <a:pt x="257" y="572"/>
                    <a:pt x="257" y="566"/>
                    <a:pt x="257" y="560"/>
                  </a:cubicBezTo>
                  <a:cubicBezTo>
                    <a:pt x="249" y="560"/>
                    <a:pt x="241" y="560"/>
                    <a:pt x="233" y="560"/>
                  </a:cubicBezTo>
                  <a:close/>
                  <a:moveTo>
                    <a:pt x="201" y="560"/>
                  </a:moveTo>
                  <a:cubicBezTo>
                    <a:pt x="201" y="566"/>
                    <a:pt x="201" y="572"/>
                    <a:pt x="201" y="578"/>
                  </a:cubicBezTo>
                  <a:cubicBezTo>
                    <a:pt x="210" y="578"/>
                    <a:pt x="218" y="578"/>
                    <a:pt x="226" y="578"/>
                  </a:cubicBezTo>
                  <a:cubicBezTo>
                    <a:pt x="226" y="572"/>
                    <a:pt x="226" y="566"/>
                    <a:pt x="226" y="560"/>
                  </a:cubicBezTo>
                  <a:cubicBezTo>
                    <a:pt x="218" y="560"/>
                    <a:pt x="210" y="560"/>
                    <a:pt x="201" y="560"/>
                  </a:cubicBezTo>
                  <a:close/>
                  <a:moveTo>
                    <a:pt x="138" y="560"/>
                  </a:moveTo>
                  <a:cubicBezTo>
                    <a:pt x="138" y="566"/>
                    <a:pt x="138" y="572"/>
                    <a:pt x="138" y="578"/>
                  </a:cubicBezTo>
                  <a:cubicBezTo>
                    <a:pt x="146" y="578"/>
                    <a:pt x="154" y="578"/>
                    <a:pt x="163" y="578"/>
                  </a:cubicBezTo>
                  <a:cubicBezTo>
                    <a:pt x="163" y="572"/>
                    <a:pt x="163" y="566"/>
                    <a:pt x="163" y="560"/>
                  </a:cubicBezTo>
                  <a:cubicBezTo>
                    <a:pt x="154" y="560"/>
                    <a:pt x="146" y="560"/>
                    <a:pt x="138" y="560"/>
                  </a:cubicBezTo>
                  <a:close/>
                  <a:moveTo>
                    <a:pt x="107" y="560"/>
                  </a:moveTo>
                  <a:cubicBezTo>
                    <a:pt x="107" y="566"/>
                    <a:pt x="107" y="572"/>
                    <a:pt x="107" y="578"/>
                  </a:cubicBezTo>
                  <a:cubicBezTo>
                    <a:pt x="115" y="578"/>
                    <a:pt x="123" y="578"/>
                    <a:pt x="131" y="578"/>
                  </a:cubicBezTo>
                  <a:cubicBezTo>
                    <a:pt x="131" y="572"/>
                    <a:pt x="131" y="566"/>
                    <a:pt x="131" y="560"/>
                  </a:cubicBezTo>
                  <a:cubicBezTo>
                    <a:pt x="123" y="560"/>
                    <a:pt x="115" y="560"/>
                    <a:pt x="107" y="560"/>
                  </a:cubicBezTo>
                  <a:close/>
                  <a:moveTo>
                    <a:pt x="43" y="560"/>
                  </a:moveTo>
                  <a:cubicBezTo>
                    <a:pt x="43" y="566"/>
                    <a:pt x="43" y="572"/>
                    <a:pt x="43" y="578"/>
                  </a:cubicBezTo>
                  <a:cubicBezTo>
                    <a:pt x="51" y="578"/>
                    <a:pt x="60" y="578"/>
                    <a:pt x="68" y="578"/>
                  </a:cubicBezTo>
                  <a:cubicBezTo>
                    <a:pt x="68" y="572"/>
                    <a:pt x="68" y="566"/>
                    <a:pt x="68" y="560"/>
                  </a:cubicBezTo>
                  <a:cubicBezTo>
                    <a:pt x="60" y="560"/>
                    <a:pt x="51" y="560"/>
                    <a:pt x="43" y="560"/>
                  </a:cubicBezTo>
                  <a:close/>
                  <a:moveTo>
                    <a:pt x="75" y="560"/>
                  </a:moveTo>
                  <a:cubicBezTo>
                    <a:pt x="75" y="566"/>
                    <a:pt x="75" y="572"/>
                    <a:pt x="75" y="578"/>
                  </a:cubicBezTo>
                  <a:cubicBezTo>
                    <a:pt x="83" y="578"/>
                    <a:pt x="91" y="578"/>
                    <a:pt x="99" y="578"/>
                  </a:cubicBezTo>
                  <a:cubicBezTo>
                    <a:pt x="99" y="572"/>
                    <a:pt x="99" y="566"/>
                    <a:pt x="99" y="560"/>
                  </a:cubicBezTo>
                  <a:cubicBezTo>
                    <a:pt x="91" y="560"/>
                    <a:pt x="83" y="560"/>
                    <a:pt x="75" y="560"/>
                  </a:cubicBezTo>
                  <a:close/>
                  <a:moveTo>
                    <a:pt x="233" y="595"/>
                  </a:moveTo>
                  <a:cubicBezTo>
                    <a:pt x="233" y="602"/>
                    <a:pt x="233" y="608"/>
                    <a:pt x="233" y="614"/>
                  </a:cubicBezTo>
                  <a:cubicBezTo>
                    <a:pt x="241" y="614"/>
                    <a:pt x="249" y="614"/>
                    <a:pt x="257" y="614"/>
                  </a:cubicBezTo>
                  <a:cubicBezTo>
                    <a:pt x="257" y="608"/>
                    <a:pt x="257" y="602"/>
                    <a:pt x="257" y="595"/>
                  </a:cubicBezTo>
                  <a:cubicBezTo>
                    <a:pt x="249" y="595"/>
                    <a:pt x="241" y="595"/>
                    <a:pt x="233" y="595"/>
                  </a:cubicBezTo>
                  <a:close/>
                  <a:moveTo>
                    <a:pt x="201" y="595"/>
                  </a:moveTo>
                  <a:cubicBezTo>
                    <a:pt x="201" y="602"/>
                    <a:pt x="201" y="608"/>
                    <a:pt x="201" y="614"/>
                  </a:cubicBezTo>
                  <a:cubicBezTo>
                    <a:pt x="210" y="614"/>
                    <a:pt x="218" y="614"/>
                    <a:pt x="226" y="614"/>
                  </a:cubicBezTo>
                  <a:cubicBezTo>
                    <a:pt x="226" y="608"/>
                    <a:pt x="226" y="602"/>
                    <a:pt x="226" y="595"/>
                  </a:cubicBezTo>
                  <a:cubicBezTo>
                    <a:pt x="218" y="595"/>
                    <a:pt x="210" y="595"/>
                    <a:pt x="201" y="595"/>
                  </a:cubicBezTo>
                  <a:close/>
                  <a:moveTo>
                    <a:pt x="170" y="595"/>
                  </a:moveTo>
                  <a:cubicBezTo>
                    <a:pt x="170" y="602"/>
                    <a:pt x="170" y="608"/>
                    <a:pt x="170" y="614"/>
                  </a:cubicBezTo>
                  <a:cubicBezTo>
                    <a:pt x="178" y="614"/>
                    <a:pt x="186" y="614"/>
                    <a:pt x="194" y="614"/>
                  </a:cubicBezTo>
                  <a:cubicBezTo>
                    <a:pt x="194" y="608"/>
                    <a:pt x="194" y="602"/>
                    <a:pt x="194" y="595"/>
                  </a:cubicBezTo>
                  <a:cubicBezTo>
                    <a:pt x="186" y="595"/>
                    <a:pt x="178" y="595"/>
                    <a:pt x="170" y="595"/>
                  </a:cubicBezTo>
                  <a:close/>
                  <a:moveTo>
                    <a:pt x="138" y="595"/>
                  </a:moveTo>
                  <a:cubicBezTo>
                    <a:pt x="138" y="602"/>
                    <a:pt x="138" y="608"/>
                    <a:pt x="138" y="614"/>
                  </a:cubicBezTo>
                  <a:cubicBezTo>
                    <a:pt x="146" y="614"/>
                    <a:pt x="154" y="614"/>
                    <a:pt x="163" y="614"/>
                  </a:cubicBezTo>
                  <a:cubicBezTo>
                    <a:pt x="163" y="608"/>
                    <a:pt x="163" y="602"/>
                    <a:pt x="163" y="595"/>
                  </a:cubicBezTo>
                  <a:cubicBezTo>
                    <a:pt x="154" y="595"/>
                    <a:pt x="146" y="595"/>
                    <a:pt x="138" y="595"/>
                  </a:cubicBezTo>
                  <a:close/>
                  <a:moveTo>
                    <a:pt x="43" y="595"/>
                  </a:moveTo>
                  <a:cubicBezTo>
                    <a:pt x="43" y="602"/>
                    <a:pt x="43" y="608"/>
                    <a:pt x="43" y="614"/>
                  </a:cubicBezTo>
                  <a:cubicBezTo>
                    <a:pt x="51" y="614"/>
                    <a:pt x="60" y="614"/>
                    <a:pt x="68" y="614"/>
                  </a:cubicBezTo>
                  <a:cubicBezTo>
                    <a:pt x="68" y="608"/>
                    <a:pt x="68" y="602"/>
                    <a:pt x="68" y="595"/>
                  </a:cubicBezTo>
                  <a:cubicBezTo>
                    <a:pt x="60" y="595"/>
                    <a:pt x="51" y="595"/>
                    <a:pt x="43" y="595"/>
                  </a:cubicBezTo>
                  <a:close/>
                  <a:moveTo>
                    <a:pt x="75" y="595"/>
                  </a:moveTo>
                  <a:cubicBezTo>
                    <a:pt x="75" y="602"/>
                    <a:pt x="75" y="608"/>
                    <a:pt x="75" y="614"/>
                  </a:cubicBezTo>
                  <a:cubicBezTo>
                    <a:pt x="83" y="614"/>
                    <a:pt x="91" y="614"/>
                    <a:pt x="99" y="614"/>
                  </a:cubicBezTo>
                  <a:cubicBezTo>
                    <a:pt x="99" y="608"/>
                    <a:pt x="99" y="602"/>
                    <a:pt x="99" y="595"/>
                  </a:cubicBezTo>
                  <a:cubicBezTo>
                    <a:pt x="91" y="595"/>
                    <a:pt x="83" y="595"/>
                    <a:pt x="75" y="595"/>
                  </a:cubicBezTo>
                  <a:close/>
                  <a:moveTo>
                    <a:pt x="201" y="631"/>
                  </a:moveTo>
                  <a:cubicBezTo>
                    <a:pt x="201" y="638"/>
                    <a:pt x="201" y="644"/>
                    <a:pt x="201" y="650"/>
                  </a:cubicBezTo>
                  <a:cubicBezTo>
                    <a:pt x="210" y="650"/>
                    <a:pt x="218" y="650"/>
                    <a:pt x="226" y="650"/>
                  </a:cubicBezTo>
                  <a:cubicBezTo>
                    <a:pt x="226" y="644"/>
                    <a:pt x="226" y="638"/>
                    <a:pt x="226" y="631"/>
                  </a:cubicBezTo>
                  <a:cubicBezTo>
                    <a:pt x="218" y="631"/>
                    <a:pt x="210" y="631"/>
                    <a:pt x="201" y="631"/>
                  </a:cubicBezTo>
                  <a:close/>
                  <a:moveTo>
                    <a:pt x="170" y="631"/>
                  </a:moveTo>
                  <a:cubicBezTo>
                    <a:pt x="170" y="638"/>
                    <a:pt x="170" y="644"/>
                    <a:pt x="170" y="650"/>
                  </a:cubicBezTo>
                  <a:cubicBezTo>
                    <a:pt x="178" y="650"/>
                    <a:pt x="186" y="650"/>
                    <a:pt x="194" y="650"/>
                  </a:cubicBezTo>
                  <a:cubicBezTo>
                    <a:pt x="194" y="644"/>
                    <a:pt x="194" y="638"/>
                    <a:pt x="194" y="631"/>
                  </a:cubicBezTo>
                  <a:cubicBezTo>
                    <a:pt x="186" y="631"/>
                    <a:pt x="178" y="631"/>
                    <a:pt x="170" y="631"/>
                  </a:cubicBezTo>
                  <a:close/>
                  <a:moveTo>
                    <a:pt x="107" y="631"/>
                  </a:moveTo>
                  <a:cubicBezTo>
                    <a:pt x="107" y="638"/>
                    <a:pt x="107" y="644"/>
                    <a:pt x="107" y="650"/>
                  </a:cubicBezTo>
                  <a:cubicBezTo>
                    <a:pt x="115" y="650"/>
                    <a:pt x="123" y="650"/>
                    <a:pt x="131" y="650"/>
                  </a:cubicBezTo>
                  <a:cubicBezTo>
                    <a:pt x="131" y="644"/>
                    <a:pt x="131" y="638"/>
                    <a:pt x="131" y="631"/>
                  </a:cubicBezTo>
                  <a:cubicBezTo>
                    <a:pt x="123" y="631"/>
                    <a:pt x="115" y="631"/>
                    <a:pt x="107" y="631"/>
                  </a:cubicBezTo>
                  <a:close/>
                  <a:moveTo>
                    <a:pt x="233" y="667"/>
                  </a:moveTo>
                  <a:cubicBezTo>
                    <a:pt x="233" y="674"/>
                    <a:pt x="233" y="680"/>
                    <a:pt x="233" y="686"/>
                  </a:cubicBezTo>
                  <a:cubicBezTo>
                    <a:pt x="241" y="686"/>
                    <a:pt x="249" y="686"/>
                    <a:pt x="257" y="686"/>
                  </a:cubicBezTo>
                  <a:cubicBezTo>
                    <a:pt x="257" y="680"/>
                    <a:pt x="257" y="674"/>
                    <a:pt x="257" y="667"/>
                  </a:cubicBezTo>
                  <a:cubicBezTo>
                    <a:pt x="249" y="667"/>
                    <a:pt x="241" y="667"/>
                    <a:pt x="233" y="667"/>
                  </a:cubicBezTo>
                  <a:close/>
                  <a:moveTo>
                    <a:pt x="201" y="667"/>
                  </a:moveTo>
                  <a:cubicBezTo>
                    <a:pt x="201" y="674"/>
                    <a:pt x="201" y="680"/>
                    <a:pt x="201" y="686"/>
                  </a:cubicBezTo>
                  <a:cubicBezTo>
                    <a:pt x="210" y="686"/>
                    <a:pt x="218" y="686"/>
                    <a:pt x="226" y="686"/>
                  </a:cubicBezTo>
                  <a:cubicBezTo>
                    <a:pt x="226" y="680"/>
                    <a:pt x="226" y="674"/>
                    <a:pt x="226" y="667"/>
                  </a:cubicBezTo>
                  <a:cubicBezTo>
                    <a:pt x="218" y="667"/>
                    <a:pt x="210" y="667"/>
                    <a:pt x="201" y="667"/>
                  </a:cubicBezTo>
                  <a:close/>
                  <a:moveTo>
                    <a:pt x="170" y="667"/>
                  </a:moveTo>
                  <a:cubicBezTo>
                    <a:pt x="170" y="674"/>
                    <a:pt x="170" y="680"/>
                    <a:pt x="170" y="686"/>
                  </a:cubicBezTo>
                  <a:cubicBezTo>
                    <a:pt x="178" y="686"/>
                    <a:pt x="186" y="686"/>
                    <a:pt x="194" y="686"/>
                  </a:cubicBezTo>
                  <a:cubicBezTo>
                    <a:pt x="194" y="680"/>
                    <a:pt x="194" y="674"/>
                    <a:pt x="194" y="667"/>
                  </a:cubicBezTo>
                  <a:cubicBezTo>
                    <a:pt x="186" y="667"/>
                    <a:pt x="178" y="667"/>
                    <a:pt x="170" y="667"/>
                  </a:cubicBezTo>
                  <a:close/>
                  <a:moveTo>
                    <a:pt x="107" y="667"/>
                  </a:moveTo>
                  <a:cubicBezTo>
                    <a:pt x="107" y="674"/>
                    <a:pt x="107" y="680"/>
                    <a:pt x="107" y="686"/>
                  </a:cubicBezTo>
                  <a:cubicBezTo>
                    <a:pt x="115" y="686"/>
                    <a:pt x="123" y="686"/>
                    <a:pt x="131" y="686"/>
                  </a:cubicBezTo>
                  <a:cubicBezTo>
                    <a:pt x="131" y="680"/>
                    <a:pt x="131" y="674"/>
                    <a:pt x="131" y="667"/>
                  </a:cubicBezTo>
                  <a:cubicBezTo>
                    <a:pt x="123" y="667"/>
                    <a:pt x="115" y="667"/>
                    <a:pt x="107" y="667"/>
                  </a:cubicBezTo>
                  <a:close/>
                  <a:moveTo>
                    <a:pt x="201" y="703"/>
                  </a:moveTo>
                  <a:cubicBezTo>
                    <a:pt x="201" y="709"/>
                    <a:pt x="201" y="716"/>
                    <a:pt x="201" y="722"/>
                  </a:cubicBezTo>
                  <a:cubicBezTo>
                    <a:pt x="210" y="722"/>
                    <a:pt x="218" y="722"/>
                    <a:pt x="226" y="722"/>
                  </a:cubicBezTo>
                  <a:cubicBezTo>
                    <a:pt x="226" y="716"/>
                    <a:pt x="226" y="709"/>
                    <a:pt x="226" y="703"/>
                  </a:cubicBezTo>
                  <a:cubicBezTo>
                    <a:pt x="218" y="703"/>
                    <a:pt x="210" y="703"/>
                    <a:pt x="201" y="703"/>
                  </a:cubicBezTo>
                  <a:close/>
                  <a:moveTo>
                    <a:pt x="138" y="703"/>
                  </a:moveTo>
                  <a:cubicBezTo>
                    <a:pt x="138" y="709"/>
                    <a:pt x="138" y="716"/>
                    <a:pt x="138" y="722"/>
                  </a:cubicBezTo>
                  <a:cubicBezTo>
                    <a:pt x="146" y="722"/>
                    <a:pt x="154" y="722"/>
                    <a:pt x="163" y="722"/>
                  </a:cubicBezTo>
                  <a:cubicBezTo>
                    <a:pt x="163" y="716"/>
                    <a:pt x="163" y="709"/>
                    <a:pt x="163" y="703"/>
                  </a:cubicBezTo>
                  <a:cubicBezTo>
                    <a:pt x="154" y="703"/>
                    <a:pt x="146" y="703"/>
                    <a:pt x="138" y="703"/>
                  </a:cubicBezTo>
                  <a:close/>
                  <a:moveTo>
                    <a:pt x="107" y="703"/>
                  </a:moveTo>
                  <a:cubicBezTo>
                    <a:pt x="107" y="709"/>
                    <a:pt x="107" y="716"/>
                    <a:pt x="107" y="722"/>
                  </a:cubicBezTo>
                  <a:cubicBezTo>
                    <a:pt x="115" y="722"/>
                    <a:pt x="123" y="722"/>
                    <a:pt x="131" y="722"/>
                  </a:cubicBezTo>
                  <a:cubicBezTo>
                    <a:pt x="131" y="716"/>
                    <a:pt x="131" y="709"/>
                    <a:pt x="131" y="703"/>
                  </a:cubicBezTo>
                  <a:cubicBezTo>
                    <a:pt x="123" y="703"/>
                    <a:pt x="115" y="703"/>
                    <a:pt x="107" y="703"/>
                  </a:cubicBezTo>
                  <a:close/>
                  <a:moveTo>
                    <a:pt x="43" y="703"/>
                  </a:moveTo>
                  <a:cubicBezTo>
                    <a:pt x="43" y="709"/>
                    <a:pt x="43" y="716"/>
                    <a:pt x="43" y="722"/>
                  </a:cubicBezTo>
                  <a:cubicBezTo>
                    <a:pt x="51" y="722"/>
                    <a:pt x="60" y="722"/>
                    <a:pt x="68" y="722"/>
                  </a:cubicBezTo>
                  <a:cubicBezTo>
                    <a:pt x="68" y="716"/>
                    <a:pt x="68" y="709"/>
                    <a:pt x="68" y="703"/>
                  </a:cubicBezTo>
                  <a:cubicBezTo>
                    <a:pt x="60" y="703"/>
                    <a:pt x="51" y="703"/>
                    <a:pt x="43" y="703"/>
                  </a:cubicBezTo>
                  <a:close/>
                  <a:moveTo>
                    <a:pt x="75" y="703"/>
                  </a:moveTo>
                  <a:cubicBezTo>
                    <a:pt x="75" y="709"/>
                    <a:pt x="75" y="716"/>
                    <a:pt x="75" y="722"/>
                  </a:cubicBezTo>
                  <a:cubicBezTo>
                    <a:pt x="83" y="722"/>
                    <a:pt x="91" y="722"/>
                    <a:pt x="99" y="722"/>
                  </a:cubicBezTo>
                  <a:cubicBezTo>
                    <a:pt x="99" y="716"/>
                    <a:pt x="99" y="709"/>
                    <a:pt x="99" y="703"/>
                  </a:cubicBezTo>
                  <a:cubicBezTo>
                    <a:pt x="91" y="703"/>
                    <a:pt x="83" y="703"/>
                    <a:pt x="75" y="703"/>
                  </a:cubicBezTo>
                  <a:close/>
                  <a:moveTo>
                    <a:pt x="201" y="739"/>
                  </a:moveTo>
                  <a:cubicBezTo>
                    <a:pt x="201" y="745"/>
                    <a:pt x="201" y="752"/>
                    <a:pt x="201" y="758"/>
                  </a:cubicBezTo>
                  <a:cubicBezTo>
                    <a:pt x="210" y="758"/>
                    <a:pt x="218" y="758"/>
                    <a:pt x="226" y="758"/>
                  </a:cubicBezTo>
                  <a:cubicBezTo>
                    <a:pt x="226" y="752"/>
                    <a:pt x="226" y="745"/>
                    <a:pt x="226" y="739"/>
                  </a:cubicBezTo>
                  <a:cubicBezTo>
                    <a:pt x="218" y="739"/>
                    <a:pt x="210" y="739"/>
                    <a:pt x="201" y="739"/>
                  </a:cubicBezTo>
                  <a:close/>
                  <a:moveTo>
                    <a:pt x="170" y="739"/>
                  </a:moveTo>
                  <a:cubicBezTo>
                    <a:pt x="170" y="745"/>
                    <a:pt x="170" y="752"/>
                    <a:pt x="170" y="758"/>
                  </a:cubicBezTo>
                  <a:cubicBezTo>
                    <a:pt x="178" y="758"/>
                    <a:pt x="186" y="758"/>
                    <a:pt x="194" y="758"/>
                  </a:cubicBezTo>
                  <a:cubicBezTo>
                    <a:pt x="194" y="752"/>
                    <a:pt x="194" y="745"/>
                    <a:pt x="194" y="739"/>
                  </a:cubicBezTo>
                  <a:cubicBezTo>
                    <a:pt x="186" y="739"/>
                    <a:pt x="178" y="739"/>
                    <a:pt x="170" y="739"/>
                  </a:cubicBezTo>
                  <a:close/>
                  <a:moveTo>
                    <a:pt x="138" y="739"/>
                  </a:moveTo>
                  <a:cubicBezTo>
                    <a:pt x="138" y="745"/>
                    <a:pt x="138" y="752"/>
                    <a:pt x="138" y="758"/>
                  </a:cubicBezTo>
                  <a:cubicBezTo>
                    <a:pt x="146" y="758"/>
                    <a:pt x="154" y="758"/>
                    <a:pt x="163" y="758"/>
                  </a:cubicBezTo>
                  <a:cubicBezTo>
                    <a:pt x="163" y="752"/>
                    <a:pt x="163" y="745"/>
                    <a:pt x="163" y="739"/>
                  </a:cubicBezTo>
                  <a:cubicBezTo>
                    <a:pt x="154" y="739"/>
                    <a:pt x="146" y="739"/>
                    <a:pt x="138" y="739"/>
                  </a:cubicBezTo>
                  <a:close/>
                  <a:moveTo>
                    <a:pt x="107" y="739"/>
                  </a:moveTo>
                  <a:cubicBezTo>
                    <a:pt x="107" y="745"/>
                    <a:pt x="107" y="752"/>
                    <a:pt x="107" y="758"/>
                  </a:cubicBezTo>
                  <a:cubicBezTo>
                    <a:pt x="115" y="758"/>
                    <a:pt x="123" y="758"/>
                    <a:pt x="131" y="758"/>
                  </a:cubicBezTo>
                  <a:cubicBezTo>
                    <a:pt x="131" y="752"/>
                    <a:pt x="131" y="745"/>
                    <a:pt x="131" y="739"/>
                  </a:cubicBezTo>
                  <a:cubicBezTo>
                    <a:pt x="123" y="739"/>
                    <a:pt x="115" y="739"/>
                    <a:pt x="107" y="739"/>
                  </a:cubicBezTo>
                  <a:close/>
                  <a:moveTo>
                    <a:pt x="233" y="775"/>
                  </a:moveTo>
                  <a:cubicBezTo>
                    <a:pt x="233" y="781"/>
                    <a:pt x="233" y="788"/>
                    <a:pt x="233" y="794"/>
                  </a:cubicBezTo>
                  <a:cubicBezTo>
                    <a:pt x="241" y="794"/>
                    <a:pt x="249" y="794"/>
                    <a:pt x="257" y="794"/>
                  </a:cubicBezTo>
                  <a:cubicBezTo>
                    <a:pt x="257" y="788"/>
                    <a:pt x="257" y="781"/>
                    <a:pt x="257" y="775"/>
                  </a:cubicBezTo>
                  <a:cubicBezTo>
                    <a:pt x="249" y="775"/>
                    <a:pt x="241" y="775"/>
                    <a:pt x="233" y="775"/>
                  </a:cubicBezTo>
                  <a:close/>
                  <a:moveTo>
                    <a:pt x="170" y="775"/>
                  </a:moveTo>
                  <a:cubicBezTo>
                    <a:pt x="170" y="781"/>
                    <a:pt x="170" y="788"/>
                    <a:pt x="170" y="794"/>
                  </a:cubicBezTo>
                  <a:cubicBezTo>
                    <a:pt x="178" y="794"/>
                    <a:pt x="186" y="794"/>
                    <a:pt x="194" y="794"/>
                  </a:cubicBezTo>
                  <a:cubicBezTo>
                    <a:pt x="194" y="788"/>
                    <a:pt x="194" y="781"/>
                    <a:pt x="194" y="775"/>
                  </a:cubicBezTo>
                  <a:cubicBezTo>
                    <a:pt x="186" y="775"/>
                    <a:pt x="178" y="775"/>
                    <a:pt x="170" y="775"/>
                  </a:cubicBezTo>
                  <a:close/>
                  <a:moveTo>
                    <a:pt x="138" y="775"/>
                  </a:moveTo>
                  <a:cubicBezTo>
                    <a:pt x="138" y="781"/>
                    <a:pt x="138" y="788"/>
                    <a:pt x="138" y="794"/>
                  </a:cubicBezTo>
                  <a:cubicBezTo>
                    <a:pt x="146" y="794"/>
                    <a:pt x="154" y="794"/>
                    <a:pt x="163" y="794"/>
                  </a:cubicBezTo>
                  <a:cubicBezTo>
                    <a:pt x="163" y="788"/>
                    <a:pt x="163" y="781"/>
                    <a:pt x="163" y="775"/>
                  </a:cubicBezTo>
                  <a:cubicBezTo>
                    <a:pt x="154" y="775"/>
                    <a:pt x="146" y="775"/>
                    <a:pt x="138" y="775"/>
                  </a:cubicBezTo>
                  <a:close/>
                  <a:moveTo>
                    <a:pt x="107" y="775"/>
                  </a:moveTo>
                  <a:cubicBezTo>
                    <a:pt x="107" y="781"/>
                    <a:pt x="107" y="788"/>
                    <a:pt x="107" y="794"/>
                  </a:cubicBezTo>
                  <a:cubicBezTo>
                    <a:pt x="115" y="794"/>
                    <a:pt x="123" y="794"/>
                    <a:pt x="131" y="794"/>
                  </a:cubicBezTo>
                  <a:cubicBezTo>
                    <a:pt x="131" y="788"/>
                    <a:pt x="131" y="781"/>
                    <a:pt x="131" y="775"/>
                  </a:cubicBezTo>
                  <a:cubicBezTo>
                    <a:pt x="123" y="775"/>
                    <a:pt x="115" y="775"/>
                    <a:pt x="107" y="775"/>
                  </a:cubicBezTo>
                  <a:close/>
                  <a:moveTo>
                    <a:pt x="43" y="775"/>
                  </a:moveTo>
                  <a:cubicBezTo>
                    <a:pt x="43" y="781"/>
                    <a:pt x="43" y="788"/>
                    <a:pt x="43" y="794"/>
                  </a:cubicBezTo>
                  <a:cubicBezTo>
                    <a:pt x="51" y="794"/>
                    <a:pt x="60" y="794"/>
                    <a:pt x="68" y="794"/>
                  </a:cubicBezTo>
                  <a:cubicBezTo>
                    <a:pt x="68" y="788"/>
                    <a:pt x="68" y="781"/>
                    <a:pt x="68" y="775"/>
                  </a:cubicBezTo>
                  <a:cubicBezTo>
                    <a:pt x="60" y="775"/>
                    <a:pt x="51" y="775"/>
                    <a:pt x="43" y="775"/>
                  </a:cubicBezTo>
                  <a:close/>
                  <a:moveTo>
                    <a:pt x="233" y="811"/>
                  </a:moveTo>
                  <a:cubicBezTo>
                    <a:pt x="233" y="817"/>
                    <a:pt x="233" y="823"/>
                    <a:pt x="233" y="830"/>
                  </a:cubicBezTo>
                  <a:cubicBezTo>
                    <a:pt x="241" y="830"/>
                    <a:pt x="249" y="830"/>
                    <a:pt x="257" y="830"/>
                  </a:cubicBezTo>
                  <a:cubicBezTo>
                    <a:pt x="257" y="823"/>
                    <a:pt x="257" y="817"/>
                    <a:pt x="257" y="811"/>
                  </a:cubicBezTo>
                  <a:cubicBezTo>
                    <a:pt x="249" y="811"/>
                    <a:pt x="241" y="811"/>
                    <a:pt x="233" y="811"/>
                  </a:cubicBezTo>
                  <a:close/>
                  <a:moveTo>
                    <a:pt x="201" y="811"/>
                  </a:moveTo>
                  <a:cubicBezTo>
                    <a:pt x="201" y="817"/>
                    <a:pt x="201" y="823"/>
                    <a:pt x="201" y="830"/>
                  </a:cubicBezTo>
                  <a:cubicBezTo>
                    <a:pt x="210" y="830"/>
                    <a:pt x="218" y="830"/>
                    <a:pt x="226" y="830"/>
                  </a:cubicBezTo>
                  <a:cubicBezTo>
                    <a:pt x="226" y="823"/>
                    <a:pt x="226" y="817"/>
                    <a:pt x="226" y="811"/>
                  </a:cubicBezTo>
                  <a:cubicBezTo>
                    <a:pt x="218" y="811"/>
                    <a:pt x="210" y="811"/>
                    <a:pt x="201" y="811"/>
                  </a:cubicBezTo>
                  <a:close/>
                  <a:moveTo>
                    <a:pt x="170" y="811"/>
                  </a:moveTo>
                  <a:cubicBezTo>
                    <a:pt x="170" y="817"/>
                    <a:pt x="170" y="823"/>
                    <a:pt x="170" y="830"/>
                  </a:cubicBezTo>
                  <a:cubicBezTo>
                    <a:pt x="178" y="830"/>
                    <a:pt x="186" y="830"/>
                    <a:pt x="194" y="830"/>
                  </a:cubicBezTo>
                  <a:cubicBezTo>
                    <a:pt x="194" y="823"/>
                    <a:pt x="194" y="817"/>
                    <a:pt x="194" y="811"/>
                  </a:cubicBezTo>
                  <a:cubicBezTo>
                    <a:pt x="186" y="811"/>
                    <a:pt x="178" y="811"/>
                    <a:pt x="170" y="811"/>
                  </a:cubicBezTo>
                  <a:close/>
                  <a:moveTo>
                    <a:pt x="43" y="811"/>
                  </a:moveTo>
                  <a:cubicBezTo>
                    <a:pt x="43" y="817"/>
                    <a:pt x="43" y="823"/>
                    <a:pt x="43" y="830"/>
                  </a:cubicBezTo>
                  <a:cubicBezTo>
                    <a:pt x="51" y="830"/>
                    <a:pt x="60" y="830"/>
                    <a:pt x="68" y="830"/>
                  </a:cubicBezTo>
                  <a:cubicBezTo>
                    <a:pt x="68" y="823"/>
                    <a:pt x="68" y="817"/>
                    <a:pt x="68" y="811"/>
                  </a:cubicBezTo>
                  <a:cubicBezTo>
                    <a:pt x="60" y="811"/>
                    <a:pt x="51" y="811"/>
                    <a:pt x="43" y="811"/>
                  </a:cubicBezTo>
                  <a:close/>
                  <a:moveTo>
                    <a:pt x="75" y="811"/>
                  </a:moveTo>
                  <a:cubicBezTo>
                    <a:pt x="75" y="817"/>
                    <a:pt x="75" y="823"/>
                    <a:pt x="75" y="830"/>
                  </a:cubicBezTo>
                  <a:cubicBezTo>
                    <a:pt x="83" y="830"/>
                    <a:pt x="91" y="830"/>
                    <a:pt x="99" y="830"/>
                  </a:cubicBezTo>
                  <a:cubicBezTo>
                    <a:pt x="99" y="823"/>
                    <a:pt x="99" y="817"/>
                    <a:pt x="99" y="811"/>
                  </a:cubicBezTo>
                  <a:cubicBezTo>
                    <a:pt x="91" y="811"/>
                    <a:pt x="83" y="811"/>
                    <a:pt x="75" y="811"/>
                  </a:cubicBezTo>
                  <a:close/>
                  <a:moveTo>
                    <a:pt x="233" y="847"/>
                  </a:moveTo>
                  <a:cubicBezTo>
                    <a:pt x="233" y="853"/>
                    <a:pt x="233" y="859"/>
                    <a:pt x="233" y="866"/>
                  </a:cubicBezTo>
                  <a:cubicBezTo>
                    <a:pt x="241" y="866"/>
                    <a:pt x="249" y="866"/>
                    <a:pt x="257" y="866"/>
                  </a:cubicBezTo>
                  <a:cubicBezTo>
                    <a:pt x="257" y="859"/>
                    <a:pt x="257" y="853"/>
                    <a:pt x="257" y="847"/>
                  </a:cubicBezTo>
                  <a:cubicBezTo>
                    <a:pt x="249" y="847"/>
                    <a:pt x="241" y="847"/>
                    <a:pt x="233" y="847"/>
                  </a:cubicBezTo>
                  <a:close/>
                  <a:moveTo>
                    <a:pt x="201" y="847"/>
                  </a:moveTo>
                  <a:cubicBezTo>
                    <a:pt x="201" y="853"/>
                    <a:pt x="201" y="859"/>
                    <a:pt x="201" y="866"/>
                  </a:cubicBezTo>
                  <a:cubicBezTo>
                    <a:pt x="210" y="866"/>
                    <a:pt x="218" y="866"/>
                    <a:pt x="226" y="866"/>
                  </a:cubicBezTo>
                  <a:cubicBezTo>
                    <a:pt x="226" y="859"/>
                    <a:pt x="226" y="853"/>
                    <a:pt x="226" y="847"/>
                  </a:cubicBezTo>
                  <a:cubicBezTo>
                    <a:pt x="218" y="847"/>
                    <a:pt x="210" y="847"/>
                    <a:pt x="201" y="847"/>
                  </a:cubicBezTo>
                  <a:close/>
                  <a:moveTo>
                    <a:pt x="138" y="847"/>
                  </a:moveTo>
                  <a:cubicBezTo>
                    <a:pt x="138" y="853"/>
                    <a:pt x="138" y="859"/>
                    <a:pt x="138" y="866"/>
                  </a:cubicBezTo>
                  <a:cubicBezTo>
                    <a:pt x="146" y="866"/>
                    <a:pt x="154" y="866"/>
                    <a:pt x="163" y="866"/>
                  </a:cubicBezTo>
                  <a:cubicBezTo>
                    <a:pt x="163" y="859"/>
                    <a:pt x="163" y="853"/>
                    <a:pt x="163" y="847"/>
                  </a:cubicBezTo>
                  <a:cubicBezTo>
                    <a:pt x="154" y="847"/>
                    <a:pt x="146" y="847"/>
                    <a:pt x="138" y="847"/>
                  </a:cubicBezTo>
                  <a:close/>
                  <a:moveTo>
                    <a:pt x="107" y="847"/>
                  </a:moveTo>
                  <a:cubicBezTo>
                    <a:pt x="107" y="853"/>
                    <a:pt x="107" y="859"/>
                    <a:pt x="107" y="866"/>
                  </a:cubicBezTo>
                  <a:cubicBezTo>
                    <a:pt x="115" y="866"/>
                    <a:pt x="123" y="866"/>
                    <a:pt x="131" y="866"/>
                  </a:cubicBezTo>
                  <a:cubicBezTo>
                    <a:pt x="131" y="859"/>
                    <a:pt x="131" y="853"/>
                    <a:pt x="131" y="847"/>
                  </a:cubicBezTo>
                  <a:cubicBezTo>
                    <a:pt x="123" y="847"/>
                    <a:pt x="115" y="847"/>
                    <a:pt x="107" y="847"/>
                  </a:cubicBezTo>
                  <a:close/>
                  <a:moveTo>
                    <a:pt x="43" y="847"/>
                  </a:moveTo>
                  <a:cubicBezTo>
                    <a:pt x="43" y="853"/>
                    <a:pt x="43" y="859"/>
                    <a:pt x="43" y="866"/>
                  </a:cubicBezTo>
                  <a:cubicBezTo>
                    <a:pt x="51" y="866"/>
                    <a:pt x="60" y="866"/>
                    <a:pt x="68" y="866"/>
                  </a:cubicBezTo>
                  <a:cubicBezTo>
                    <a:pt x="68" y="859"/>
                    <a:pt x="68" y="853"/>
                    <a:pt x="68" y="847"/>
                  </a:cubicBezTo>
                  <a:cubicBezTo>
                    <a:pt x="60" y="847"/>
                    <a:pt x="51" y="847"/>
                    <a:pt x="43" y="847"/>
                  </a:cubicBezTo>
                  <a:close/>
                  <a:moveTo>
                    <a:pt x="75" y="847"/>
                  </a:moveTo>
                  <a:cubicBezTo>
                    <a:pt x="75" y="853"/>
                    <a:pt x="75" y="859"/>
                    <a:pt x="75" y="866"/>
                  </a:cubicBezTo>
                  <a:cubicBezTo>
                    <a:pt x="83" y="866"/>
                    <a:pt x="91" y="866"/>
                    <a:pt x="99" y="866"/>
                  </a:cubicBezTo>
                  <a:cubicBezTo>
                    <a:pt x="99" y="859"/>
                    <a:pt x="99" y="853"/>
                    <a:pt x="99" y="847"/>
                  </a:cubicBezTo>
                  <a:cubicBezTo>
                    <a:pt x="91" y="847"/>
                    <a:pt x="83" y="847"/>
                    <a:pt x="75" y="847"/>
                  </a:cubicBezTo>
                  <a:close/>
                  <a:moveTo>
                    <a:pt x="233" y="883"/>
                  </a:moveTo>
                  <a:cubicBezTo>
                    <a:pt x="233" y="889"/>
                    <a:pt x="233" y="895"/>
                    <a:pt x="233" y="902"/>
                  </a:cubicBezTo>
                  <a:cubicBezTo>
                    <a:pt x="241" y="902"/>
                    <a:pt x="249" y="902"/>
                    <a:pt x="257" y="902"/>
                  </a:cubicBezTo>
                  <a:cubicBezTo>
                    <a:pt x="257" y="895"/>
                    <a:pt x="257" y="889"/>
                    <a:pt x="257" y="883"/>
                  </a:cubicBezTo>
                  <a:cubicBezTo>
                    <a:pt x="249" y="883"/>
                    <a:pt x="241" y="883"/>
                    <a:pt x="233" y="883"/>
                  </a:cubicBezTo>
                  <a:close/>
                  <a:moveTo>
                    <a:pt x="201" y="883"/>
                  </a:moveTo>
                  <a:cubicBezTo>
                    <a:pt x="201" y="889"/>
                    <a:pt x="201" y="895"/>
                    <a:pt x="201" y="902"/>
                  </a:cubicBezTo>
                  <a:cubicBezTo>
                    <a:pt x="210" y="902"/>
                    <a:pt x="218" y="902"/>
                    <a:pt x="226" y="902"/>
                  </a:cubicBezTo>
                  <a:cubicBezTo>
                    <a:pt x="226" y="895"/>
                    <a:pt x="226" y="889"/>
                    <a:pt x="226" y="883"/>
                  </a:cubicBezTo>
                  <a:cubicBezTo>
                    <a:pt x="218" y="883"/>
                    <a:pt x="210" y="883"/>
                    <a:pt x="201" y="883"/>
                  </a:cubicBezTo>
                  <a:close/>
                  <a:moveTo>
                    <a:pt x="170" y="883"/>
                  </a:moveTo>
                  <a:cubicBezTo>
                    <a:pt x="170" y="889"/>
                    <a:pt x="170" y="895"/>
                    <a:pt x="170" y="902"/>
                  </a:cubicBezTo>
                  <a:cubicBezTo>
                    <a:pt x="178" y="902"/>
                    <a:pt x="186" y="902"/>
                    <a:pt x="194" y="902"/>
                  </a:cubicBezTo>
                  <a:cubicBezTo>
                    <a:pt x="194" y="895"/>
                    <a:pt x="194" y="889"/>
                    <a:pt x="194" y="883"/>
                  </a:cubicBezTo>
                  <a:cubicBezTo>
                    <a:pt x="186" y="883"/>
                    <a:pt x="178" y="883"/>
                    <a:pt x="170" y="883"/>
                  </a:cubicBezTo>
                  <a:close/>
                  <a:moveTo>
                    <a:pt x="107" y="883"/>
                  </a:moveTo>
                  <a:cubicBezTo>
                    <a:pt x="107" y="889"/>
                    <a:pt x="107" y="895"/>
                    <a:pt x="107" y="902"/>
                  </a:cubicBezTo>
                  <a:cubicBezTo>
                    <a:pt x="115" y="902"/>
                    <a:pt x="123" y="902"/>
                    <a:pt x="131" y="902"/>
                  </a:cubicBezTo>
                  <a:cubicBezTo>
                    <a:pt x="131" y="895"/>
                    <a:pt x="131" y="889"/>
                    <a:pt x="131" y="883"/>
                  </a:cubicBezTo>
                  <a:cubicBezTo>
                    <a:pt x="123" y="883"/>
                    <a:pt x="115" y="883"/>
                    <a:pt x="107" y="883"/>
                  </a:cubicBezTo>
                  <a:close/>
                  <a:moveTo>
                    <a:pt x="43" y="883"/>
                  </a:moveTo>
                  <a:cubicBezTo>
                    <a:pt x="43" y="889"/>
                    <a:pt x="43" y="895"/>
                    <a:pt x="43" y="902"/>
                  </a:cubicBezTo>
                  <a:cubicBezTo>
                    <a:pt x="51" y="902"/>
                    <a:pt x="60" y="902"/>
                    <a:pt x="68" y="902"/>
                  </a:cubicBezTo>
                  <a:cubicBezTo>
                    <a:pt x="68" y="895"/>
                    <a:pt x="68" y="889"/>
                    <a:pt x="68" y="883"/>
                  </a:cubicBezTo>
                  <a:cubicBezTo>
                    <a:pt x="60" y="883"/>
                    <a:pt x="51" y="883"/>
                    <a:pt x="43" y="883"/>
                  </a:cubicBezTo>
                  <a:close/>
                  <a:moveTo>
                    <a:pt x="75" y="883"/>
                  </a:moveTo>
                  <a:cubicBezTo>
                    <a:pt x="75" y="889"/>
                    <a:pt x="75" y="895"/>
                    <a:pt x="75" y="902"/>
                  </a:cubicBezTo>
                  <a:cubicBezTo>
                    <a:pt x="83" y="902"/>
                    <a:pt x="91" y="902"/>
                    <a:pt x="99" y="902"/>
                  </a:cubicBezTo>
                  <a:cubicBezTo>
                    <a:pt x="99" y="895"/>
                    <a:pt x="99" y="889"/>
                    <a:pt x="99" y="883"/>
                  </a:cubicBezTo>
                  <a:cubicBezTo>
                    <a:pt x="91" y="883"/>
                    <a:pt x="83" y="883"/>
                    <a:pt x="75" y="883"/>
                  </a:cubicBezTo>
                  <a:close/>
                  <a:moveTo>
                    <a:pt x="201" y="57"/>
                  </a:moveTo>
                  <a:cubicBezTo>
                    <a:pt x="201" y="63"/>
                    <a:pt x="201" y="69"/>
                    <a:pt x="201" y="76"/>
                  </a:cubicBezTo>
                  <a:cubicBezTo>
                    <a:pt x="210" y="76"/>
                    <a:pt x="218" y="76"/>
                    <a:pt x="226" y="76"/>
                  </a:cubicBezTo>
                  <a:cubicBezTo>
                    <a:pt x="226" y="69"/>
                    <a:pt x="226" y="63"/>
                    <a:pt x="226" y="57"/>
                  </a:cubicBezTo>
                  <a:cubicBezTo>
                    <a:pt x="218" y="57"/>
                    <a:pt x="210" y="57"/>
                    <a:pt x="201" y="57"/>
                  </a:cubicBezTo>
                  <a:close/>
                  <a:moveTo>
                    <a:pt x="43" y="57"/>
                  </a:moveTo>
                  <a:cubicBezTo>
                    <a:pt x="43" y="76"/>
                    <a:pt x="43" y="76"/>
                    <a:pt x="43" y="76"/>
                  </a:cubicBezTo>
                  <a:cubicBezTo>
                    <a:pt x="68" y="76"/>
                    <a:pt x="68" y="76"/>
                    <a:pt x="68" y="76"/>
                  </a:cubicBezTo>
                  <a:cubicBezTo>
                    <a:pt x="68" y="57"/>
                    <a:pt x="68" y="57"/>
                    <a:pt x="68" y="57"/>
                  </a:cubicBezTo>
                  <a:cubicBezTo>
                    <a:pt x="43" y="57"/>
                    <a:pt x="43" y="57"/>
                    <a:pt x="43" y="57"/>
                  </a:cubicBezTo>
                  <a:close/>
                  <a:moveTo>
                    <a:pt x="75" y="57"/>
                  </a:moveTo>
                  <a:cubicBezTo>
                    <a:pt x="75" y="63"/>
                    <a:pt x="75" y="69"/>
                    <a:pt x="75" y="76"/>
                  </a:cubicBezTo>
                  <a:cubicBezTo>
                    <a:pt x="83" y="76"/>
                    <a:pt x="91" y="76"/>
                    <a:pt x="99" y="76"/>
                  </a:cubicBezTo>
                  <a:cubicBezTo>
                    <a:pt x="99" y="69"/>
                    <a:pt x="99" y="63"/>
                    <a:pt x="99" y="57"/>
                  </a:cubicBezTo>
                  <a:cubicBezTo>
                    <a:pt x="91" y="57"/>
                    <a:pt x="83" y="57"/>
                    <a:pt x="75" y="57"/>
                  </a:cubicBezTo>
                  <a:close/>
                  <a:moveTo>
                    <a:pt x="233" y="919"/>
                  </a:moveTo>
                  <a:cubicBezTo>
                    <a:pt x="233" y="937"/>
                    <a:pt x="233" y="937"/>
                    <a:pt x="233" y="937"/>
                  </a:cubicBezTo>
                  <a:cubicBezTo>
                    <a:pt x="257" y="937"/>
                    <a:pt x="257" y="937"/>
                    <a:pt x="257" y="937"/>
                  </a:cubicBezTo>
                  <a:cubicBezTo>
                    <a:pt x="257" y="919"/>
                    <a:pt x="257" y="919"/>
                    <a:pt x="257" y="919"/>
                  </a:cubicBezTo>
                  <a:cubicBezTo>
                    <a:pt x="233" y="919"/>
                    <a:pt x="233" y="919"/>
                    <a:pt x="233" y="919"/>
                  </a:cubicBezTo>
                  <a:close/>
                  <a:moveTo>
                    <a:pt x="201" y="919"/>
                  </a:moveTo>
                  <a:cubicBezTo>
                    <a:pt x="201" y="925"/>
                    <a:pt x="201" y="931"/>
                    <a:pt x="201" y="937"/>
                  </a:cubicBezTo>
                  <a:cubicBezTo>
                    <a:pt x="210" y="937"/>
                    <a:pt x="218" y="937"/>
                    <a:pt x="226" y="937"/>
                  </a:cubicBezTo>
                  <a:cubicBezTo>
                    <a:pt x="226" y="931"/>
                    <a:pt x="226" y="925"/>
                    <a:pt x="226" y="919"/>
                  </a:cubicBezTo>
                  <a:cubicBezTo>
                    <a:pt x="218" y="919"/>
                    <a:pt x="210" y="919"/>
                    <a:pt x="201" y="919"/>
                  </a:cubicBezTo>
                  <a:close/>
                  <a:moveTo>
                    <a:pt x="170" y="919"/>
                  </a:moveTo>
                  <a:cubicBezTo>
                    <a:pt x="170" y="925"/>
                    <a:pt x="170" y="931"/>
                    <a:pt x="170" y="937"/>
                  </a:cubicBezTo>
                  <a:cubicBezTo>
                    <a:pt x="178" y="937"/>
                    <a:pt x="186" y="937"/>
                    <a:pt x="194" y="937"/>
                  </a:cubicBezTo>
                  <a:cubicBezTo>
                    <a:pt x="194" y="931"/>
                    <a:pt x="194" y="925"/>
                    <a:pt x="194" y="919"/>
                  </a:cubicBezTo>
                  <a:cubicBezTo>
                    <a:pt x="186" y="919"/>
                    <a:pt x="178" y="919"/>
                    <a:pt x="170" y="919"/>
                  </a:cubicBezTo>
                  <a:close/>
                  <a:moveTo>
                    <a:pt x="107" y="919"/>
                  </a:moveTo>
                  <a:cubicBezTo>
                    <a:pt x="107" y="925"/>
                    <a:pt x="107" y="931"/>
                    <a:pt x="107" y="937"/>
                  </a:cubicBezTo>
                  <a:cubicBezTo>
                    <a:pt x="115" y="937"/>
                    <a:pt x="123" y="937"/>
                    <a:pt x="131" y="937"/>
                  </a:cubicBezTo>
                  <a:cubicBezTo>
                    <a:pt x="131" y="931"/>
                    <a:pt x="131" y="925"/>
                    <a:pt x="131" y="919"/>
                  </a:cubicBezTo>
                  <a:cubicBezTo>
                    <a:pt x="123" y="919"/>
                    <a:pt x="115" y="919"/>
                    <a:pt x="107" y="919"/>
                  </a:cubicBezTo>
                  <a:close/>
                  <a:moveTo>
                    <a:pt x="43" y="919"/>
                  </a:moveTo>
                  <a:cubicBezTo>
                    <a:pt x="43" y="937"/>
                    <a:pt x="43" y="937"/>
                    <a:pt x="43" y="937"/>
                  </a:cubicBezTo>
                  <a:cubicBezTo>
                    <a:pt x="68" y="937"/>
                    <a:pt x="68" y="937"/>
                    <a:pt x="68" y="937"/>
                  </a:cubicBezTo>
                  <a:cubicBezTo>
                    <a:pt x="68" y="919"/>
                    <a:pt x="68" y="919"/>
                    <a:pt x="68" y="919"/>
                  </a:cubicBezTo>
                  <a:cubicBezTo>
                    <a:pt x="43" y="919"/>
                    <a:pt x="43" y="919"/>
                    <a:pt x="43" y="919"/>
                  </a:cubicBezTo>
                  <a:close/>
                  <a:moveTo>
                    <a:pt x="75" y="919"/>
                  </a:moveTo>
                  <a:cubicBezTo>
                    <a:pt x="75" y="925"/>
                    <a:pt x="75" y="931"/>
                    <a:pt x="75" y="937"/>
                  </a:cubicBezTo>
                  <a:cubicBezTo>
                    <a:pt x="83" y="937"/>
                    <a:pt x="91" y="937"/>
                    <a:pt x="99" y="937"/>
                  </a:cubicBezTo>
                  <a:cubicBezTo>
                    <a:pt x="99" y="931"/>
                    <a:pt x="99" y="925"/>
                    <a:pt x="99" y="919"/>
                  </a:cubicBezTo>
                  <a:cubicBezTo>
                    <a:pt x="91" y="919"/>
                    <a:pt x="83" y="919"/>
                    <a:pt x="75" y="919"/>
                  </a:cubicBezTo>
                  <a:close/>
                  <a:moveTo>
                    <a:pt x="75" y="93"/>
                  </a:moveTo>
                  <a:cubicBezTo>
                    <a:pt x="75" y="99"/>
                    <a:pt x="75" y="105"/>
                    <a:pt x="75" y="111"/>
                  </a:cubicBezTo>
                  <a:cubicBezTo>
                    <a:pt x="83" y="111"/>
                    <a:pt x="91" y="111"/>
                    <a:pt x="99" y="111"/>
                  </a:cubicBezTo>
                  <a:cubicBezTo>
                    <a:pt x="99" y="105"/>
                    <a:pt x="99" y="99"/>
                    <a:pt x="99" y="93"/>
                  </a:cubicBezTo>
                  <a:cubicBezTo>
                    <a:pt x="91" y="93"/>
                    <a:pt x="83" y="93"/>
                    <a:pt x="75"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 name="ïšḷîḋè"/>
            <p:cNvSpPr/>
            <p:nvPr userDrawn="1"/>
          </p:nvSpPr>
          <p:spPr bwMode="auto">
            <a:xfrm>
              <a:off x="4903788" y="3576638"/>
              <a:ext cx="617538" cy="581025"/>
            </a:xfrm>
            <a:custGeom>
              <a:avLst/>
              <a:gdLst>
                <a:gd name="T0" fmla="*/ 8 w 389"/>
                <a:gd name="T1" fmla="*/ 123 h 366"/>
                <a:gd name="T2" fmla="*/ 212 w 389"/>
                <a:gd name="T3" fmla="*/ 165 h 366"/>
                <a:gd name="T4" fmla="*/ 307 w 389"/>
                <a:gd name="T5" fmla="*/ 204 h 366"/>
                <a:gd name="T6" fmla="*/ 379 w 389"/>
                <a:gd name="T7" fmla="*/ 338 h 366"/>
                <a:gd name="T8" fmla="*/ 389 w 389"/>
                <a:gd name="T9" fmla="*/ 366 h 366"/>
                <a:gd name="T10" fmla="*/ 0 w 389"/>
                <a:gd name="T11" fmla="*/ 338 h 366"/>
                <a:gd name="T12" fmla="*/ 8 w 389"/>
                <a:gd name="T13" fmla="*/ 338 h 366"/>
                <a:gd name="T14" fmla="*/ 308 w 389"/>
                <a:gd name="T15" fmla="*/ 235 h 366"/>
                <a:gd name="T16" fmla="*/ 359 w 389"/>
                <a:gd name="T17" fmla="*/ 223 h 366"/>
                <a:gd name="T18" fmla="*/ 308 w 389"/>
                <a:gd name="T19" fmla="*/ 223 h 366"/>
                <a:gd name="T20" fmla="*/ 40 w 389"/>
                <a:gd name="T21" fmla="*/ 236 h 366"/>
                <a:gd name="T22" fmla="*/ 102 w 389"/>
                <a:gd name="T23" fmla="*/ 224 h 366"/>
                <a:gd name="T24" fmla="*/ 40 w 389"/>
                <a:gd name="T25" fmla="*/ 224 h 366"/>
                <a:gd name="T26" fmla="*/ 40 w 389"/>
                <a:gd name="T27" fmla="*/ 211 h 366"/>
                <a:gd name="T28" fmla="*/ 102 w 389"/>
                <a:gd name="T29" fmla="*/ 200 h 366"/>
                <a:gd name="T30" fmla="*/ 40 w 389"/>
                <a:gd name="T31" fmla="*/ 200 h 366"/>
                <a:gd name="T32" fmla="*/ 40 w 389"/>
                <a:gd name="T33" fmla="*/ 188 h 366"/>
                <a:gd name="T34" fmla="*/ 102 w 389"/>
                <a:gd name="T35" fmla="*/ 176 h 366"/>
                <a:gd name="T36" fmla="*/ 40 w 389"/>
                <a:gd name="T37" fmla="*/ 176 h 366"/>
                <a:gd name="T38" fmla="*/ 40 w 389"/>
                <a:gd name="T39" fmla="*/ 163 h 366"/>
                <a:gd name="T40" fmla="*/ 102 w 389"/>
                <a:gd name="T41" fmla="*/ 152 h 366"/>
                <a:gd name="T42" fmla="*/ 40 w 389"/>
                <a:gd name="T43" fmla="*/ 152 h 366"/>
                <a:gd name="T44" fmla="*/ 212 w 389"/>
                <a:gd name="T45" fmla="*/ 267 h 366"/>
                <a:gd name="T46" fmla="*/ 275 w 389"/>
                <a:gd name="T47" fmla="*/ 256 h 366"/>
                <a:gd name="T48" fmla="*/ 212 w 389"/>
                <a:gd name="T49" fmla="*/ 256 h 366"/>
                <a:gd name="T50" fmla="*/ 212 w 389"/>
                <a:gd name="T51" fmla="*/ 243 h 366"/>
                <a:gd name="T52" fmla="*/ 275 w 389"/>
                <a:gd name="T53" fmla="*/ 232 h 366"/>
                <a:gd name="T54" fmla="*/ 212 w 389"/>
                <a:gd name="T55" fmla="*/ 232 h 366"/>
                <a:gd name="T56" fmla="*/ 212 w 389"/>
                <a:gd name="T57" fmla="*/ 219 h 366"/>
                <a:gd name="T58" fmla="*/ 275 w 389"/>
                <a:gd name="T59" fmla="*/ 208 h 366"/>
                <a:gd name="T60" fmla="*/ 212 w 389"/>
                <a:gd name="T61" fmla="*/ 208 h 366"/>
                <a:gd name="T62" fmla="*/ 212 w 389"/>
                <a:gd name="T63" fmla="*/ 195 h 366"/>
                <a:gd name="T64" fmla="*/ 275 w 389"/>
                <a:gd name="T65" fmla="*/ 184 h 366"/>
                <a:gd name="T66" fmla="*/ 212 w 389"/>
                <a:gd name="T67" fmla="*/ 184 h 366"/>
                <a:gd name="T68" fmla="*/ 308 w 389"/>
                <a:gd name="T69" fmla="*/ 307 h 366"/>
                <a:gd name="T70" fmla="*/ 359 w 389"/>
                <a:gd name="T71" fmla="*/ 296 h 366"/>
                <a:gd name="T72" fmla="*/ 308 w 389"/>
                <a:gd name="T73" fmla="*/ 296 h 366"/>
                <a:gd name="T74" fmla="*/ 308 w 389"/>
                <a:gd name="T75" fmla="*/ 283 h 366"/>
                <a:gd name="T76" fmla="*/ 359 w 389"/>
                <a:gd name="T77" fmla="*/ 271 h 366"/>
                <a:gd name="T78" fmla="*/ 308 w 389"/>
                <a:gd name="T79" fmla="*/ 271 h 366"/>
                <a:gd name="T80" fmla="*/ 308 w 389"/>
                <a:gd name="T81" fmla="*/ 259 h 366"/>
                <a:gd name="T82" fmla="*/ 359 w 389"/>
                <a:gd name="T83" fmla="*/ 248 h 366"/>
                <a:gd name="T84" fmla="*/ 308 w 389"/>
                <a:gd name="T85" fmla="*/ 248 h 366"/>
                <a:gd name="T86" fmla="*/ 361 w 389"/>
                <a:gd name="T87" fmla="*/ 84 h 366"/>
                <a:gd name="T88" fmla="*/ 317 w 389"/>
                <a:gd name="T89" fmla="*/ 195 h 366"/>
                <a:gd name="T90" fmla="*/ 369 w 389"/>
                <a:gd name="T91" fmla="*/ 195 h 366"/>
                <a:gd name="T92" fmla="*/ 280 w 389"/>
                <a:gd name="T93" fmla="*/ 43 h 366"/>
                <a:gd name="T94" fmla="*/ 222 w 389"/>
                <a:gd name="T95" fmla="*/ 154 h 366"/>
                <a:gd name="T96" fmla="*/ 290 w 389"/>
                <a:gd name="T97" fmla="*/ 154 h 366"/>
                <a:gd name="T98" fmla="*/ 37 w 389"/>
                <a:gd name="T99" fmla="*/ 110 h 366"/>
                <a:gd name="T100" fmla="*/ 108 w 389"/>
                <a:gd name="T10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89" h="366">
                  <a:moveTo>
                    <a:pt x="8" y="338"/>
                  </a:moveTo>
                  <a:lnTo>
                    <a:pt x="8" y="123"/>
                  </a:lnTo>
                  <a:lnTo>
                    <a:pt x="212" y="123"/>
                  </a:lnTo>
                  <a:lnTo>
                    <a:pt x="212" y="165"/>
                  </a:lnTo>
                  <a:lnTo>
                    <a:pt x="307" y="165"/>
                  </a:lnTo>
                  <a:lnTo>
                    <a:pt x="307" y="204"/>
                  </a:lnTo>
                  <a:lnTo>
                    <a:pt x="379" y="204"/>
                  </a:lnTo>
                  <a:lnTo>
                    <a:pt x="379" y="338"/>
                  </a:lnTo>
                  <a:lnTo>
                    <a:pt x="389" y="338"/>
                  </a:lnTo>
                  <a:lnTo>
                    <a:pt x="389" y="366"/>
                  </a:lnTo>
                  <a:lnTo>
                    <a:pt x="0" y="366"/>
                  </a:lnTo>
                  <a:lnTo>
                    <a:pt x="0" y="338"/>
                  </a:lnTo>
                  <a:lnTo>
                    <a:pt x="8" y="338"/>
                  </a:lnTo>
                  <a:lnTo>
                    <a:pt x="8" y="338"/>
                  </a:lnTo>
                  <a:close/>
                  <a:moveTo>
                    <a:pt x="308" y="223"/>
                  </a:moveTo>
                  <a:lnTo>
                    <a:pt x="308" y="235"/>
                  </a:lnTo>
                  <a:lnTo>
                    <a:pt x="359" y="235"/>
                  </a:lnTo>
                  <a:lnTo>
                    <a:pt x="359" y="223"/>
                  </a:lnTo>
                  <a:lnTo>
                    <a:pt x="308" y="223"/>
                  </a:lnTo>
                  <a:lnTo>
                    <a:pt x="308" y="223"/>
                  </a:lnTo>
                  <a:close/>
                  <a:moveTo>
                    <a:pt x="40" y="224"/>
                  </a:moveTo>
                  <a:lnTo>
                    <a:pt x="40" y="236"/>
                  </a:lnTo>
                  <a:lnTo>
                    <a:pt x="102" y="236"/>
                  </a:lnTo>
                  <a:lnTo>
                    <a:pt x="102" y="224"/>
                  </a:lnTo>
                  <a:lnTo>
                    <a:pt x="40" y="224"/>
                  </a:lnTo>
                  <a:lnTo>
                    <a:pt x="40" y="224"/>
                  </a:lnTo>
                  <a:close/>
                  <a:moveTo>
                    <a:pt x="40" y="200"/>
                  </a:moveTo>
                  <a:lnTo>
                    <a:pt x="40" y="211"/>
                  </a:lnTo>
                  <a:lnTo>
                    <a:pt x="102" y="211"/>
                  </a:lnTo>
                  <a:lnTo>
                    <a:pt x="102" y="200"/>
                  </a:lnTo>
                  <a:lnTo>
                    <a:pt x="40" y="200"/>
                  </a:lnTo>
                  <a:lnTo>
                    <a:pt x="40" y="200"/>
                  </a:lnTo>
                  <a:close/>
                  <a:moveTo>
                    <a:pt x="40" y="176"/>
                  </a:moveTo>
                  <a:lnTo>
                    <a:pt x="40" y="188"/>
                  </a:lnTo>
                  <a:lnTo>
                    <a:pt x="102" y="188"/>
                  </a:lnTo>
                  <a:lnTo>
                    <a:pt x="102" y="176"/>
                  </a:lnTo>
                  <a:lnTo>
                    <a:pt x="40" y="176"/>
                  </a:lnTo>
                  <a:lnTo>
                    <a:pt x="40" y="176"/>
                  </a:lnTo>
                  <a:close/>
                  <a:moveTo>
                    <a:pt x="40" y="152"/>
                  </a:moveTo>
                  <a:lnTo>
                    <a:pt x="40" y="163"/>
                  </a:lnTo>
                  <a:lnTo>
                    <a:pt x="102" y="163"/>
                  </a:lnTo>
                  <a:lnTo>
                    <a:pt x="102" y="152"/>
                  </a:lnTo>
                  <a:lnTo>
                    <a:pt x="40" y="152"/>
                  </a:lnTo>
                  <a:lnTo>
                    <a:pt x="40" y="152"/>
                  </a:lnTo>
                  <a:close/>
                  <a:moveTo>
                    <a:pt x="212" y="256"/>
                  </a:moveTo>
                  <a:lnTo>
                    <a:pt x="212" y="267"/>
                  </a:lnTo>
                  <a:lnTo>
                    <a:pt x="275" y="267"/>
                  </a:lnTo>
                  <a:lnTo>
                    <a:pt x="275" y="256"/>
                  </a:lnTo>
                  <a:lnTo>
                    <a:pt x="212" y="256"/>
                  </a:lnTo>
                  <a:lnTo>
                    <a:pt x="212" y="256"/>
                  </a:lnTo>
                  <a:close/>
                  <a:moveTo>
                    <a:pt x="212" y="232"/>
                  </a:moveTo>
                  <a:lnTo>
                    <a:pt x="212" y="243"/>
                  </a:lnTo>
                  <a:lnTo>
                    <a:pt x="275" y="243"/>
                  </a:lnTo>
                  <a:lnTo>
                    <a:pt x="275" y="232"/>
                  </a:lnTo>
                  <a:lnTo>
                    <a:pt x="212" y="232"/>
                  </a:lnTo>
                  <a:lnTo>
                    <a:pt x="212" y="232"/>
                  </a:lnTo>
                  <a:close/>
                  <a:moveTo>
                    <a:pt x="212" y="208"/>
                  </a:moveTo>
                  <a:lnTo>
                    <a:pt x="212" y="219"/>
                  </a:lnTo>
                  <a:lnTo>
                    <a:pt x="275" y="219"/>
                  </a:lnTo>
                  <a:lnTo>
                    <a:pt x="275" y="208"/>
                  </a:lnTo>
                  <a:lnTo>
                    <a:pt x="212" y="208"/>
                  </a:lnTo>
                  <a:lnTo>
                    <a:pt x="212" y="208"/>
                  </a:lnTo>
                  <a:close/>
                  <a:moveTo>
                    <a:pt x="212" y="184"/>
                  </a:moveTo>
                  <a:lnTo>
                    <a:pt x="212" y="195"/>
                  </a:lnTo>
                  <a:lnTo>
                    <a:pt x="275" y="195"/>
                  </a:lnTo>
                  <a:lnTo>
                    <a:pt x="275" y="184"/>
                  </a:lnTo>
                  <a:lnTo>
                    <a:pt x="212" y="184"/>
                  </a:lnTo>
                  <a:lnTo>
                    <a:pt x="212" y="184"/>
                  </a:lnTo>
                  <a:close/>
                  <a:moveTo>
                    <a:pt x="308" y="296"/>
                  </a:moveTo>
                  <a:lnTo>
                    <a:pt x="308" y="307"/>
                  </a:lnTo>
                  <a:lnTo>
                    <a:pt x="359" y="307"/>
                  </a:lnTo>
                  <a:lnTo>
                    <a:pt x="359" y="296"/>
                  </a:lnTo>
                  <a:lnTo>
                    <a:pt x="308" y="296"/>
                  </a:lnTo>
                  <a:lnTo>
                    <a:pt x="308" y="296"/>
                  </a:lnTo>
                  <a:close/>
                  <a:moveTo>
                    <a:pt x="308" y="271"/>
                  </a:moveTo>
                  <a:lnTo>
                    <a:pt x="308" y="283"/>
                  </a:lnTo>
                  <a:lnTo>
                    <a:pt x="359" y="283"/>
                  </a:lnTo>
                  <a:lnTo>
                    <a:pt x="359" y="271"/>
                  </a:lnTo>
                  <a:lnTo>
                    <a:pt x="308" y="271"/>
                  </a:lnTo>
                  <a:lnTo>
                    <a:pt x="308" y="271"/>
                  </a:lnTo>
                  <a:close/>
                  <a:moveTo>
                    <a:pt x="308" y="248"/>
                  </a:moveTo>
                  <a:lnTo>
                    <a:pt x="308" y="259"/>
                  </a:lnTo>
                  <a:lnTo>
                    <a:pt x="359" y="259"/>
                  </a:lnTo>
                  <a:lnTo>
                    <a:pt x="359" y="248"/>
                  </a:lnTo>
                  <a:lnTo>
                    <a:pt x="308" y="248"/>
                  </a:lnTo>
                  <a:lnTo>
                    <a:pt x="308" y="248"/>
                  </a:lnTo>
                  <a:close/>
                  <a:moveTo>
                    <a:pt x="369" y="195"/>
                  </a:moveTo>
                  <a:lnTo>
                    <a:pt x="361" y="84"/>
                  </a:lnTo>
                  <a:lnTo>
                    <a:pt x="326" y="84"/>
                  </a:lnTo>
                  <a:lnTo>
                    <a:pt x="317" y="195"/>
                  </a:lnTo>
                  <a:lnTo>
                    <a:pt x="369" y="195"/>
                  </a:lnTo>
                  <a:lnTo>
                    <a:pt x="369" y="195"/>
                  </a:lnTo>
                  <a:close/>
                  <a:moveTo>
                    <a:pt x="290" y="154"/>
                  </a:moveTo>
                  <a:lnTo>
                    <a:pt x="280" y="43"/>
                  </a:lnTo>
                  <a:lnTo>
                    <a:pt x="233" y="43"/>
                  </a:lnTo>
                  <a:lnTo>
                    <a:pt x="222" y="154"/>
                  </a:lnTo>
                  <a:lnTo>
                    <a:pt x="290" y="154"/>
                  </a:lnTo>
                  <a:lnTo>
                    <a:pt x="290" y="154"/>
                  </a:lnTo>
                  <a:close/>
                  <a:moveTo>
                    <a:pt x="120" y="110"/>
                  </a:moveTo>
                  <a:lnTo>
                    <a:pt x="37" y="110"/>
                  </a:lnTo>
                  <a:lnTo>
                    <a:pt x="52" y="0"/>
                  </a:lnTo>
                  <a:lnTo>
                    <a:pt x="108" y="0"/>
                  </a:lnTo>
                  <a:lnTo>
                    <a:pt x="12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 name="íš1ïḓè"/>
            <p:cNvSpPr/>
            <p:nvPr userDrawn="1"/>
          </p:nvSpPr>
          <p:spPr bwMode="auto">
            <a:xfrm>
              <a:off x="6911975" y="3106738"/>
              <a:ext cx="277813" cy="1052513"/>
            </a:xfrm>
            <a:custGeom>
              <a:avLst/>
              <a:gdLst>
                <a:gd name="T0" fmla="*/ 44 w 172"/>
                <a:gd name="T1" fmla="*/ 0 h 650"/>
                <a:gd name="T2" fmla="*/ 172 w 172"/>
                <a:gd name="T3" fmla="*/ 63 h 650"/>
                <a:gd name="T4" fmla="*/ 0 w 172"/>
                <a:gd name="T5" fmla="*/ 2 h 650"/>
                <a:gd name="T6" fmla="*/ 104 w 172"/>
                <a:gd name="T7" fmla="*/ 606 h 650"/>
                <a:gd name="T8" fmla="*/ 112 w 172"/>
                <a:gd name="T9" fmla="*/ 594 h 650"/>
                <a:gd name="T10" fmla="*/ 151 w 172"/>
                <a:gd name="T11" fmla="*/ 594 h 650"/>
                <a:gd name="T12" fmla="*/ 19 w 172"/>
                <a:gd name="T13" fmla="*/ 606 h 650"/>
                <a:gd name="T14" fmla="*/ 19 w 172"/>
                <a:gd name="T15" fmla="*/ 594 h 650"/>
                <a:gd name="T16" fmla="*/ 104 w 172"/>
                <a:gd name="T17" fmla="*/ 565 h 650"/>
                <a:gd name="T18" fmla="*/ 112 w 172"/>
                <a:gd name="T19" fmla="*/ 552 h 650"/>
                <a:gd name="T20" fmla="*/ 151 w 172"/>
                <a:gd name="T21" fmla="*/ 552 h 650"/>
                <a:gd name="T22" fmla="*/ 65 w 172"/>
                <a:gd name="T23" fmla="*/ 523 h 650"/>
                <a:gd name="T24" fmla="*/ 65 w 172"/>
                <a:gd name="T25" fmla="*/ 511 h 650"/>
                <a:gd name="T26" fmla="*/ 151 w 172"/>
                <a:gd name="T27" fmla="*/ 523 h 650"/>
                <a:gd name="T28" fmla="*/ 65 w 172"/>
                <a:gd name="T29" fmla="*/ 469 h 650"/>
                <a:gd name="T30" fmla="*/ 104 w 172"/>
                <a:gd name="T31" fmla="*/ 469 h 650"/>
                <a:gd name="T32" fmla="*/ 112 w 172"/>
                <a:gd name="T33" fmla="*/ 482 h 650"/>
                <a:gd name="T34" fmla="*/ 112 w 172"/>
                <a:gd name="T35" fmla="*/ 469 h 650"/>
                <a:gd name="T36" fmla="*/ 57 w 172"/>
                <a:gd name="T37" fmla="*/ 482 h 650"/>
                <a:gd name="T38" fmla="*/ 112 w 172"/>
                <a:gd name="T39" fmla="*/ 428 h 650"/>
                <a:gd name="T40" fmla="*/ 151 w 172"/>
                <a:gd name="T41" fmla="*/ 428 h 650"/>
                <a:gd name="T42" fmla="*/ 19 w 172"/>
                <a:gd name="T43" fmla="*/ 440 h 650"/>
                <a:gd name="T44" fmla="*/ 19 w 172"/>
                <a:gd name="T45" fmla="*/ 428 h 650"/>
                <a:gd name="T46" fmla="*/ 104 w 172"/>
                <a:gd name="T47" fmla="*/ 399 h 650"/>
                <a:gd name="T48" fmla="*/ 112 w 172"/>
                <a:gd name="T49" fmla="*/ 386 h 650"/>
                <a:gd name="T50" fmla="*/ 151 w 172"/>
                <a:gd name="T51" fmla="*/ 386 h 650"/>
                <a:gd name="T52" fmla="*/ 19 w 172"/>
                <a:gd name="T53" fmla="*/ 399 h 650"/>
                <a:gd name="T54" fmla="*/ 19 w 172"/>
                <a:gd name="T55" fmla="*/ 386 h 650"/>
                <a:gd name="T56" fmla="*/ 104 w 172"/>
                <a:gd name="T57" fmla="*/ 357 h 650"/>
                <a:gd name="T58" fmla="*/ 19 w 172"/>
                <a:gd name="T59" fmla="*/ 345 h 650"/>
                <a:gd name="T60" fmla="*/ 57 w 172"/>
                <a:gd name="T61" fmla="*/ 345 h 650"/>
                <a:gd name="T62" fmla="*/ 65 w 172"/>
                <a:gd name="T63" fmla="*/ 316 h 650"/>
                <a:gd name="T64" fmla="*/ 65 w 172"/>
                <a:gd name="T65" fmla="*/ 303 h 650"/>
                <a:gd name="T66" fmla="*/ 151 w 172"/>
                <a:gd name="T67" fmla="*/ 316 h 650"/>
                <a:gd name="T68" fmla="*/ 19 w 172"/>
                <a:gd name="T69" fmla="*/ 303 h 650"/>
                <a:gd name="T70" fmla="*/ 57 w 172"/>
                <a:gd name="T71" fmla="*/ 303 h 650"/>
                <a:gd name="T72" fmla="*/ 65 w 172"/>
                <a:gd name="T73" fmla="*/ 274 h 650"/>
                <a:gd name="T74" fmla="*/ 65 w 172"/>
                <a:gd name="T75" fmla="*/ 262 h 650"/>
                <a:gd name="T76" fmla="*/ 57 w 172"/>
                <a:gd name="T77" fmla="*/ 274 h 650"/>
                <a:gd name="T78" fmla="*/ 65 w 172"/>
                <a:gd name="T79" fmla="*/ 220 h 650"/>
                <a:gd name="T80" fmla="*/ 104 w 172"/>
                <a:gd name="T81" fmla="*/ 220 h 650"/>
                <a:gd name="T82" fmla="*/ 112 w 172"/>
                <a:gd name="T83" fmla="*/ 233 h 650"/>
                <a:gd name="T84" fmla="*/ 112 w 172"/>
                <a:gd name="T85" fmla="*/ 220 h 650"/>
                <a:gd name="T86" fmla="*/ 57 w 172"/>
                <a:gd name="T87" fmla="*/ 233 h 650"/>
                <a:gd name="T88" fmla="*/ 112 w 172"/>
                <a:gd name="T89" fmla="*/ 179 h 650"/>
                <a:gd name="T90" fmla="*/ 151 w 172"/>
                <a:gd name="T91" fmla="*/ 179 h 650"/>
                <a:gd name="T92" fmla="*/ 19 w 172"/>
                <a:gd name="T93" fmla="*/ 191 h 650"/>
                <a:gd name="T94" fmla="*/ 19 w 172"/>
                <a:gd name="T95" fmla="*/ 179 h 650"/>
                <a:gd name="T96" fmla="*/ 104 w 172"/>
                <a:gd name="T97" fmla="*/ 150 h 650"/>
                <a:gd name="T98" fmla="*/ 112 w 172"/>
                <a:gd name="T99" fmla="*/ 137 h 650"/>
                <a:gd name="T100" fmla="*/ 151 w 172"/>
                <a:gd name="T101" fmla="*/ 137 h 650"/>
                <a:gd name="T102" fmla="*/ 19 w 172"/>
                <a:gd name="T103" fmla="*/ 150 h 650"/>
                <a:gd name="T104" fmla="*/ 19 w 172"/>
                <a:gd name="T105" fmla="*/ 137 h 650"/>
                <a:gd name="T106" fmla="*/ 104 w 172"/>
                <a:gd name="T107" fmla="*/ 108 h 650"/>
                <a:gd name="T108" fmla="*/ 112 w 172"/>
                <a:gd name="T109" fmla="*/ 96 h 650"/>
                <a:gd name="T110" fmla="*/ 151 w 172"/>
                <a:gd name="T111" fmla="*/ 96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2" h="650">
                  <a:moveTo>
                    <a:pt x="0" y="2"/>
                  </a:moveTo>
                  <a:cubicBezTo>
                    <a:pt x="44" y="17"/>
                    <a:pt x="44" y="17"/>
                    <a:pt x="44" y="17"/>
                  </a:cubicBezTo>
                  <a:cubicBezTo>
                    <a:pt x="44" y="0"/>
                    <a:pt x="44" y="0"/>
                    <a:pt x="44" y="0"/>
                  </a:cubicBezTo>
                  <a:cubicBezTo>
                    <a:pt x="133" y="0"/>
                    <a:pt x="133" y="0"/>
                    <a:pt x="133" y="0"/>
                  </a:cubicBezTo>
                  <a:cubicBezTo>
                    <a:pt x="133" y="49"/>
                    <a:pt x="133" y="49"/>
                    <a:pt x="133" y="49"/>
                  </a:cubicBezTo>
                  <a:cubicBezTo>
                    <a:pt x="172" y="63"/>
                    <a:pt x="172" y="63"/>
                    <a:pt x="172" y="63"/>
                  </a:cubicBezTo>
                  <a:cubicBezTo>
                    <a:pt x="172" y="650"/>
                    <a:pt x="172" y="650"/>
                    <a:pt x="172" y="650"/>
                  </a:cubicBezTo>
                  <a:cubicBezTo>
                    <a:pt x="0" y="650"/>
                    <a:pt x="0" y="650"/>
                    <a:pt x="0" y="650"/>
                  </a:cubicBezTo>
                  <a:cubicBezTo>
                    <a:pt x="0" y="2"/>
                    <a:pt x="0" y="2"/>
                    <a:pt x="0" y="2"/>
                  </a:cubicBezTo>
                  <a:close/>
                  <a:moveTo>
                    <a:pt x="65" y="594"/>
                  </a:moveTo>
                  <a:cubicBezTo>
                    <a:pt x="65" y="606"/>
                    <a:pt x="65" y="606"/>
                    <a:pt x="65" y="606"/>
                  </a:cubicBezTo>
                  <a:cubicBezTo>
                    <a:pt x="104" y="606"/>
                    <a:pt x="104" y="606"/>
                    <a:pt x="104" y="606"/>
                  </a:cubicBezTo>
                  <a:cubicBezTo>
                    <a:pt x="104" y="594"/>
                    <a:pt x="104" y="594"/>
                    <a:pt x="104" y="594"/>
                  </a:cubicBezTo>
                  <a:cubicBezTo>
                    <a:pt x="65" y="594"/>
                    <a:pt x="65" y="594"/>
                    <a:pt x="65" y="594"/>
                  </a:cubicBezTo>
                  <a:close/>
                  <a:moveTo>
                    <a:pt x="112" y="594"/>
                  </a:moveTo>
                  <a:cubicBezTo>
                    <a:pt x="112" y="606"/>
                    <a:pt x="112" y="606"/>
                    <a:pt x="112" y="606"/>
                  </a:cubicBezTo>
                  <a:cubicBezTo>
                    <a:pt x="151" y="606"/>
                    <a:pt x="151" y="606"/>
                    <a:pt x="151" y="606"/>
                  </a:cubicBezTo>
                  <a:cubicBezTo>
                    <a:pt x="151" y="594"/>
                    <a:pt x="151" y="594"/>
                    <a:pt x="151" y="594"/>
                  </a:cubicBezTo>
                  <a:cubicBezTo>
                    <a:pt x="112" y="594"/>
                    <a:pt x="112" y="594"/>
                    <a:pt x="112" y="594"/>
                  </a:cubicBezTo>
                  <a:close/>
                  <a:moveTo>
                    <a:pt x="19" y="594"/>
                  </a:moveTo>
                  <a:cubicBezTo>
                    <a:pt x="19" y="606"/>
                    <a:pt x="19" y="606"/>
                    <a:pt x="19" y="606"/>
                  </a:cubicBezTo>
                  <a:cubicBezTo>
                    <a:pt x="57" y="606"/>
                    <a:pt x="57" y="606"/>
                    <a:pt x="57" y="606"/>
                  </a:cubicBezTo>
                  <a:cubicBezTo>
                    <a:pt x="57" y="594"/>
                    <a:pt x="57" y="594"/>
                    <a:pt x="57" y="594"/>
                  </a:cubicBezTo>
                  <a:cubicBezTo>
                    <a:pt x="19" y="594"/>
                    <a:pt x="19" y="594"/>
                    <a:pt x="19" y="594"/>
                  </a:cubicBezTo>
                  <a:close/>
                  <a:moveTo>
                    <a:pt x="65" y="552"/>
                  </a:moveTo>
                  <a:cubicBezTo>
                    <a:pt x="65" y="556"/>
                    <a:pt x="65" y="560"/>
                    <a:pt x="65" y="565"/>
                  </a:cubicBezTo>
                  <a:cubicBezTo>
                    <a:pt x="78" y="565"/>
                    <a:pt x="91" y="565"/>
                    <a:pt x="104" y="565"/>
                  </a:cubicBezTo>
                  <a:cubicBezTo>
                    <a:pt x="104" y="560"/>
                    <a:pt x="104" y="556"/>
                    <a:pt x="104" y="552"/>
                  </a:cubicBezTo>
                  <a:cubicBezTo>
                    <a:pt x="91" y="552"/>
                    <a:pt x="78" y="552"/>
                    <a:pt x="65" y="552"/>
                  </a:cubicBezTo>
                  <a:close/>
                  <a:moveTo>
                    <a:pt x="112" y="552"/>
                  </a:moveTo>
                  <a:cubicBezTo>
                    <a:pt x="112" y="556"/>
                    <a:pt x="112" y="560"/>
                    <a:pt x="112" y="565"/>
                  </a:cubicBezTo>
                  <a:cubicBezTo>
                    <a:pt x="125" y="565"/>
                    <a:pt x="138" y="565"/>
                    <a:pt x="151" y="565"/>
                  </a:cubicBezTo>
                  <a:cubicBezTo>
                    <a:pt x="151" y="560"/>
                    <a:pt x="151" y="556"/>
                    <a:pt x="151" y="552"/>
                  </a:cubicBezTo>
                  <a:cubicBezTo>
                    <a:pt x="138" y="552"/>
                    <a:pt x="125" y="552"/>
                    <a:pt x="112" y="552"/>
                  </a:cubicBezTo>
                  <a:close/>
                  <a:moveTo>
                    <a:pt x="65" y="511"/>
                  </a:moveTo>
                  <a:cubicBezTo>
                    <a:pt x="65" y="515"/>
                    <a:pt x="65" y="519"/>
                    <a:pt x="65" y="523"/>
                  </a:cubicBezTo>
                  <a:cubicBezTo>
                    <a:pt x="78" y="523"/>
                    <a:pt x="91" y="523"/>
                    <a:pt x="104" y="523"/>
                  </a:cubicBezTo>
                  <a:cubicBezTo>
                    <a:pt x="104" y="519"/>
                    <a:pt x="104" y="515"/>
                    <a:pt x="104" y="511"/>
                  </a:cubicBezTo>
                  <a:cubicBezTo>
                    <a:pt x="91" y="511"/>
                    <a:pt x="78" y="511"/>
                    <a:pt x="65" y="511"/>
                  </a:cubicBezTo>
                  <a:close/>
                  <a:moveTo>
                    <a:pt x="112" y="511"/>
                  </a:moveTo>
                  <a:cubicBezTo>
                    <a:pt x="112" y="515"/>
                    <a:pt x="112" y="519"/>
                    <a:pt x="112" y="523"/>
                  </a:cubicBezTo>
                  <a:cubicBezTo>
                    <a:pt x="125" y="523"/>
                    <a:pt x="138" y="523"/>
                    <a:pt x="151" y="523"/>
                  </a:cubicBezTo>
                  <a:cubicBezTo>
                    <a:pt x="151" y="519"/>
                    <a:pt x="151" y="515"/>
                    <a:pt x="151" y="511"/>
                  </a:cubicBezTo>
                  <a:cubicBezTo>
                    <a:pt x="138" y="511"/>
                    <a:pt x="125" y="511"/>
                    <a:pt x="112" y="511"/>
                  </a:cubicBezTo>
                  <a:close/>
                  <a:moveTo>
                    <a:pt x="65" y="469"/>
                  </a:moveTo>
                  <a:cubicBezTo>
                    <a:pt x="65" y="473"/>
                    <a:pt x="65" y="478"/>
                    <a:pt x="65" y="482"/>
                  </a:cubicBezTo>
                  <a:cubicBezTo>
                    <a:pt x="78" y="482"/>
                    <a:pt x="91" y="482"/>
                    <a:pt x="104" y="482"/>
                  </a:cubicBezTo>
                  <a:cubicBezTo>
                    <a:pt x="104" y="478"/>
                    <a:pt x="104" y="473"/>
                    <a:pt x="104" y="469"/>
                  </a:cubicBezTo>
                  <a:cubicBezTo>
                    <a:pt x="91" y="469"/>
                    <a:pt x="78" y="469"/>
                    <a:pt x="65" y="469"/>
                  </a:cubicBezTo>
                  <a:close/>
                  <a:moveTo>
                    <a:pt x="112" y="469"/>
                  </a:moveTo>
                  <a:cubicBezTo>
                    <a:pt x="112" y="473"/>
                    <a:pt x="112" y="478"/>
                    <a:pt x="112" y="482"/>
                  </a:cubicBezTo>
                  <a:cubicBezTo>
                    <a:pt x="125" y="482"/>
                    <a:pt x="138" y="482"/>
                    <a:pt x="151" y="482"/>
                  </a:cubicBezTo>
                  <a:cubicBezTo>
                    <a:pt x="151" y="478"/>
                    <a:pt x="151" y="473"/>
                    <a:pt x="151" y="469"/>
                  </a:cubicBezTo>
                  <a:cubicBezTo>
                    <a:pt x="138" y="469"/>
                    <a:pt x="125" y="469"/>
                    <a:pt x="112" y="469"/>
                  </a:cubicBezTo>
                  <a:close/>
                  <a:moveTo>
                    <a:pt x="19" y="469"/>
                  </a:moveTo>
                  <a:cubicBezTo>
                    <a:pt x="19" y="473"/>
                    <a:pt x="19" y="478"/>
                    <a:pt x="19" y="482"/>
                  </a:cubicBezTo>
                  <a:cubicBezTo>
                    <a:pt x="31" y="482"/>
                    <a:pt x="44" y="482"/>
                    <a:pt x="57" y="482"/>
                  </a:cubicBezTo>
                  <a:cubicBezTo>
                    <a:pt x="57" y="478"/>
                    <a:pt x="57" y="473"/>
                    <a:pt x="57" y="469"/>
                  </a:cubicBezTo>
                  <a:cubicBezTo>
                    <a:pt x="44" y="469"/>
                    <a:pt x="31" y="469"/>
                    <a:pt x="19" y="469"/>
                  </a:cubicBezTo>
                  <a:close/>
                  <a:moveTo>
                    <a:pt x="112" y="428"/>
                  </a:moveTo>
                  <a:cubicBezTo>
                    <a:pt x="112" y="432"/>
                    <a:pt x="112" y="436"/>
                    <a:pt x="112" y="440"/>
                  </a:cubicBezTo>
                  <a:cubicBezTo>
                    <a:pt x="125" y="440"/>
                    <a:pt x="138" y="440"/>
                    <a:pt x="151" y="440"/>
                  </a:cubicBezTo>
                  <a:cubicBezTo>
                    <a:pt x="151" y="436"/>
                    <a:pt x="151" y="432"/>
                    <a:pt x="151" y="428"/>
                  </a:cubicBezTo>
                  <a:cubicBezTo>
                    <a:pt x="138" y="428"/>
                    <a:pt x="125" y="428"/>
                    <a:pt x="112" y="428"/>
                  </a:cubicBezTo>
                  <a:close/>
                  <a:moveTo>
                    <a:pt x="19" y="428"/>
                  </a:moveTo>
                  <a:cubicBezTo>
                    <a:pt x="19" y="432"/>
                    <a:pt x="19" y="436"/>
                    <a:pt x="19" y="440"/>
                  </a:cubicBezTo>
                  <a:cubicBezTo>
                    <a:pt x="31" y="440"/>
                    <a:pt x="44" y="440"/>
                    <a:pt x="57" y="440"/>
                  </a:cubicBezTo>
                  <a:cubicBezTo>
                    <a:pt x="57" y="436"/>
                    <a:pt x="57" y="432"/>
                    <a:pt x="57" y="428"/>
                  </a:cubicBezTo>
                  <a:cubicBezTo>
                    <a:pt x="44" y="428"/>
                    <a:pt x="31" y="428"/>
                    <a:pt x="19" y="428"/>
                  </a:cubicBezTo>
                  <a:close/>
                  <a:moveTo>
                    <a:pt x="65" y="386"/>
                  </a:moveTo>
                  <a:cubicBezTo>
                    <a:pt x="65" y="390"/>
                    <a:pt x="65" y="395"/>
                    <a:pt x="65" y="399"/>
                  </a:cubicBezTo>
                  <a:cubicBezTo>
                    <a:pt x="78" y="399"/>
                    <a:pt x="91" y="399"/>
                    <a:pt x="104" y="399"/>
                  </a:cubicBezTo>
                  <a:cubicBezTo>
                    <a:pt x="104" y="395"/>
                    <a:pt x="104" y="390"/>
                    <a:pt x="104" y="386"/>
                  </a:cubicBezTo>
                  <a:cubicBezTo>
                    <a:pt x="91" y="386"/>
                    <a:pt x="78" y="386"/>
                    <a:pt x="65" y="386"/>
                  </a:cubicBezTo>
                  <a:close/>
                  <a:moveTo>
                    <a:pt x="112" y="386"/>
                  </a:moveTo>
                  <a:cubicBezTo>
                    <a:pt x="112" y="390"/>
                    <a:pt x="112" y="395"/>
                    <a:pt x="112" y="399"/>
                  </a:cubicBezTo>
                  <a:cubicBezTo>
                    <a:pt x="125" y="399"/>
                    <a:pt x="138" y="399"/>
                    <a:pt x="151" y="399"/>
                  </a:cubicBezTo>
                  <a:cubicBezTo>
                    <a:pt x="151" y="395"/>
                    <a:pt x="151" y="390"/>
                    <a:pt x="151" y="386"/>
                  </a:cubicBezTo>
                  <a:cubicBezTo>
                    <a:pt x="138" y="386"/>
                    <a:pt x="125" y="386"/>
                    <a:pt x="112" y="386"/>
                  </a:cubicBezTo>
                  <a:close/>
                  <a:moveTo>
                    <a:pt x="19" y="386"/>
                  </a:moveTo>
                  <a:cubicBezTo>
                    <a:pt x="19" y="390"/>
                    <a:pt x="19" y="395"/>
                    <a:pt x="19" y="399"/>
                  </a:cubicBezTo>
                  <a:cubicBezTo>
                    <a:pt x="31" y="399"/>
                    <a:pt x="44" y="399"/>
                    <a:pt x="57" y="399"/>
                  </a:cubicBezTo>
                  <a:cubicBezTo>
                    <a:pt x="57" y="395"/>
                    <a:pt x="57" y="390"/>
                    <a:pt x="57" y="386"/>
                  </a:cubicBezTo>
                  <a:cubicBezTo>
                    <a:pt x="44" y="386"/>
                    <a:pt x="31" y="386"/>
                    <a:pt x="19" y="386"/>
                  </a:cubicBezTo>
                  <a:close/>
                  <a:moveTo>
                    <a:pt x="65" y="345"/>
                  </a:moveTo>
                  <a:cubicBezTo>
                    <a:pt x="65" y="349"/>
                    <a:pt x="65" y="353"/>
                    <a:pt x="65" y="357"/>
                  </a:cubicBezTo>
                  <a:cubicBezTo>
                    <a:pt x="78" y="357"/>
                    <a:pt x="91" y="357"/>
                    <a:pt x="104" y="357"/>
                  </a:cubicBezTo>
                  <a:cubicBezTo>
                    <a:pt x="104" y="353"/>
                    <a:pt x="104" y="349"/>
                    <a:pt x="104" y="345"/>
                  </a:cubicBezTo>
                  <a:cubicBezTo>
                    <a:pt x="91" y="345"/>
                    <a:pt x="78" y="345"/>
                    <a:pt x="65" y="345"/>
                  </a:cubicBezTo>
                  <a:close/>
                  <a:moveTo>
                    <a:pt x="19" y="345"/>
                  </a:moveTo>
                  <a:cubicBezTo>
                    <a:pt x="19" y="349"/>
                    <a:pt x="19" y="353"/>
                    <a:pt x="19" y="357"/>
                  </a:cubicBezTo>
                  <a:cubicBezTo>
                    <a:pt x="31" y="357"/>
                    <a:pt x="44" y="357"/>
                    <a:pt x="57" y="357"/>
                  </a:cubicBezTo>
                  <a:cubicBezTo>
                    <a:pt x="57" y="353"/>
                    <a:pt x="57" y="349"/>
                    <a:pt x="57" y="345"/>
                  </a:cubicBezTo>
                  <a:cubicBezTo>
                    <a:pt x="44" y="345"/>
                    <a:pt x="31" y="345"/>
                    <a:pt x="19" y="345"/>
                  </a:cubicBezTo>
                  <a:close/>
                  <a:moveTo>
                    <a:pt x="65" y="303"/>
                  </a:moveTo>
                  <a:cubicBezTo>
                    <a:pt x="65" y="308"/>
                    <a:pt x="65" y="312"/>
                    <a:pt x="65" y="316"/>
                  </a:cubicBezTo>
                  <a:cubicBezTo>
                    <a:pt x="78" y="316"/>
                    <a:pt x="91" y="316"/>
                    <a:pt x="104" y="316"/>
                  </a:cubicBezTo>
                  <a:cubicBezTo>
                    <a:pt x="104" y="312"/>
                    <a:pt x="104" y="308"/>
                    <a:pt x="104" y="303"/>
                  </a:cubicBezTo>
                  <a:cubicBezTo>
                    <a:pt x="91" y="303"/>
                    <a:pt x="78" y="303"/>
                    <a:pt x="65" y="303"/>
                  </a:cubicBezTo>
                  <a:close/>
                  <a:moveTo>
                    <a:pt x="112" y="303"/>
                  </a:moveTo>
                  <a:cubicBezTo>
                    <a:pt x="112" y="308"/>
                    <a:pt x="112" y="312"/>
                    <a:pt x="112" y="316"/>
                  </a:cubicBezTo>
                  <a:cubicBezTo>
                    <a:pt x="125" y="316"/>
                    <a:pt x="138" y="316"/>
                    <a:pt x="151" y="316"/>
                  </a:cubicBezTo>
                  <a:cubicBezTo>
                    <a:pt x="151" y="312"/>
                    <a:pt x="151" y="308"/>
                    <a:pt x="151" y="303"/>
                  </a:cubicBezTo>
                  <a:cubicBezTo>
                    <a:pt x="138" y="303"/>
                    <a:pt x="125" y="303"/>
                    <a:pt x="112" y="303"/>
                  </a:cubicBezTo>
                  <a:close/>
                  <a:moveTo>
                    <a:pt x="19" y="303"/>
                  </a:moveTo>
                  <a:cubicBezTo>
                    <a:pt x="19" y="308"/>
                    <a:pt x="19" y="312"/>
                    <a:pt x="19" y="316"/>
                  </a:cubicBezTo>
                  <a:cubicBezTo>
                    <a:pt x="31" y="316"/>
                    <a:pt x="44" y="316"/>
                    <a:pt x="57" y="316"/>
                  </a:cubicBezTo>
                  <a:cubicBezTo>
                    <a:pt x="57" y="312"/>
                    <a:pt x="57" y="308"/>
                    <a:pt x="57" y="303"/>
                  </a:cubicBezTo>
                  <a:cubicBezTo>
                    <a:pt x="44" y="303"/>
                    <a:pt x="31" y="303"/>
                    <a:pt x="19" y="303"/>
                  </a:cubicBezTo>
                  <a:close/>
                  <a:moveTo>
                    <a:pt x="65" y="262"/>
                  </a:moveTo>
                  <a:cubicBezTo>
                    <a:pt x="65" y="266"/>
                    <a:pt x="65" y="270"/>
                    <a:pt x="65" y="274"/>
                  </a:cubicBezTo>
                  <a:cubicBezTo>
                    <a:pt x="78" y="274"/>
                    <a:pt x="91" y="274"/>
                    <a:pt x="104" y="274"/>
                  </a:cubicBezTo>
                  <a:cubicBezTo>
                    <a:pt x="104" y="270"/>
                    <a:pt x="104" y="266"/>
                    <a:pt x="104" y="262"/>
                  </a:cubicBezTo>
                  <a:cubicBezTo>
                    <a:pt x="91" y="262"/>
                    <a:pt x="78" y="262"/>
                    <a:pt x="65" y="262"/>
                  </a:cubicBezTo>
                  <a:close/>
                  <a:moveTo>
                    <a:pt x="19" y="262"/>
                  </a:moveTo>
                  <a:cubicBezTo>
                    <a:pt x="19" y="266"/>
                    <a:pt x="19" y="270"/>
                    <a:pt x="19" y="274"/>
                  </a:cubicBezTo>
                  <a:cubicBezTo>
                    <a:pt x="31" y="274"/>
                    <a:pt x="44" y="274"/>
                    <a:pt x="57" y="274"/>
                  </a:cubicBezTo>
                  <a:cubicBezTo>
                    <a:pt x="57" y="270"/>
                    <a:pt x="57" y="266"/>
                    <a:pt x="57" y="262"/>
                  </a:cubicBezTo>
                  <a:cubicBezTo>
                    <a:pt x="44" y="262"/>
                    <a:pt x="31" y="262"/>
                    <a:pt x="19" y="262"/>
                  </a:cubicBezTo>
                  <a:close/>
                  <a:moveTo>
                    <a:pt x="65" y="220"/>
                  </a:moveTo>
                  <a:cubicBezTo>
                    <a:pt x="65" y="225"/>
                    <a:pt x="65" y="229"/>
                    <a:pt x="65" y="233"/>
                  </a:cubicBezTo>
                  <a:cubicBezTo>
                    <a:pt x="78" y="233"/>
                    <a:pt x="91" y="233"/>
                    <a:pt x="104" y="233"/>
                  </a:cubicBezTo>
                  <a:cubicBezTo>
                    <a:pt x="104" y="229"/>
                    <a:pt x="104" y="225"/>
                    <a:pt x="104" y="220"/>
                  </a:cubicBezTo>
                  <a:cubicBezTo>
                    <a:pt x="91" y="220"/>
                    <a:pt x="78" y="220"/>
                    <a:pt x="65" y="220"/>
                  </a:cubicBezTo>
                  <a:close/>
                  <a:moveTo>
                    <a:pt x="112" y="220"/>
                  </a:moveTo>
                  <a:cubicBezTo>
                    <a:pt x="112" y="225"/>
                    <a:pt x="112" y="229"/>
                    <a:pt x="112" y="233"/>
                  </a:cubicBezTo>
                  <a:cubicBezTo>
                    <a:pt x="125" y="233"/>
                    <a:pt x="138" y="233"/>
                    <a:pt x="151" y="233"/>
                  </a:cubicBezTo>
                  <a:cubicBezTo>
                    <a:pt x="151" y="229"/>
                    <a:pt x="151" y="225"/>
                    <a:pt x="151" y="220"/>
                  </a:cubicBezTo>
                  <a:cubicBezTo>
                    <a:pt x="138" y="220"/>
                    <a:pt x="125" y="220"/>
                    <a:pt x="112" y="220"/>
                  </a:cubicBezTo>
                  <a:close/>
                  <a:moveTo>
                    <a:pt x="19" y="220"/>
                  </a:moveTo>
                  <a:cubicBezTo>
                    <a:pt x="19" y="225"/>
                    <a:pt x="19" y="229"/>
                    <a:pt x="19" y="233"/>
                  </a:cubicBezTo>
                  <a:cubicBezTo>
                    <a:pt x="31" y="233"/>
                    <a:pt x="44" y="233"/>
                    <a:pt x="57" y="233"/>
                  </a:cubicBezTo>
                  <a:cubicBezTo>
                    <a:pt x="57" y="229"/>
                    <a:pt x="57" y="225"/>
                    <a:pt x="57" y="220"/>
                  </a:cubicBezTo>
                  <a:cubicBezTo>
                    <a:pt x="44" y="220"/>
                    <a:pt x="31" y="220"/>
                    <a:pt x="19" y="220"/>
                  </a:cubicBezTo>
                  <a:close/>
                  <a:moveTo>
                    <a:pt x="112" y="179"/>
                  </a:moveTo>
                  <a:cubicBezTo>
                    <a:pt x="112" y="183"/>
                    <a:pt x="112" y="187"/>
                    <a:pt x="112" y="191"/>
                  </a:cubicBezTo>
                  <a:cubicBezTo>
                    <a:pt x="125" y="191"/>
                    <a:pt x="138" y="191"/>
                    <a:pt x="151" y="191"/>
                  </a:cubicBezTo>
                  <a:cubicBezTo>
                    <a:pt x="151" y="187"/>
                    <a:pt x="151" y="183"/>
                    <a:pt x="151" y="179"/>
                  </a:cubicBezTo>
                  <a:cubicBezTo>
                    <a:pt x="138" y="179"/>
                    <a:pt x="125" y="179"/>
                    <a:pt x="112" y="179"/>
                  </a:cubicBezTo>
                  <a:close/>
                  <a:moveTo>
                    <a:pt x="19" y="179"/>
                  </a:moveTo>
                  <a:cubicBezTo>
                    <a:pt x="19" y="183"/>
                    <a:pt x="19" y="187"/>
                    <a:pt x="19" y="191"/>
                  </a:cubicBezTo>
                  <a:cubicBezTo>
                    <a:pt x="31" y="191"/>
                    <a:pt x="44" y="191"/>
                    <a:pt x="57" y="191"/>
                  </a:cubicBezTo>
                  <a:cubicBezTo>
                    <a:pt x="57" y="187"/>
                    <a:pt x="57" y="183"/>
                    <a:pt x="57" y="179"/>
                  </a:cubicBezTo>
                  <a:cubicBezTo>
                    <a:pt x="44" y="179"/>
                    <a:pt x="31" y="179"/>
                    <a:pt x="19" y="179"/>
                  </a:cubicBezTo>
                  <a:close/>
                  <a:moveTo>
                    <a:pt x="65" y="137"/>
                  </a:moveTo>
                  <a:cubicBezTo>
                    <a:pt x="65" y="142"/>
                    <a:pt x="65" y="146"/>
                    <a:pt x="65" y="150"/>
                  </a:cubicBezTo>
                  <a:cubicBezTo>
                    <a:pt x="78" y="150"/>
                    <a:pt x="91" y="150"/>
                    <a:pt x="104" y="150"/>
                  </a:cubicBezTo>
                  <a:cubicBezTo>
                    <a:pt x="104" y="146"/>
                    <a:pt x="104" y="142"/>
                    <a:pt x="104" y="137"/>
                  </a:cubicBezTo>
                  <a:cubicBezTo>
                    <a:pt x="91" y="137"/>
                    <a:pt x="78" y="137"/>
                    <a:pt x="65" y="137"/>
                  </a:cubicBezTo>
                  <a:close/>
                  <a:moveTo>
                    <a:pt x="112" y="137"/>
                  </a:moveTo>
                  <a:cubicBezTo>
                    <a:pt x="112" y="142"/>
                    <a:pt x="112" y="146"/>
                    <a:pt x="112" y="150"/>
                  </a:cubicBezTo>
                  <a:cubicBezTo>
                    <a:pt x="125" y="150"/>
                    <a:pt x="138" y="150"/>
                    <a:pt x="151" y="150"/>
                  </a:cubicBezTo>
                  <a:cubicBezTo>
                    <a:pt x="151" y="146"/>
                    <a:pt x="151" y="142"/>
                    <a:pt x="151" y="137"/>
                  </a:cubicBezTo>
                  <a:cubicBezTo>
                    <a:pt x="138" y="137"/>
                    <a:pt x="125" y="137"/>
                    <a:pt x="112" y="137"/>
                  </a:cubicBezTo>
                  <a:close/>
                  <a:moveTo>
                    <a:pt x="19" y="137"/>
                  </a:moveTo>
                  <a:cubicBezTo>
                    <a:pt x="19" y="142"/>
                    <a:pt x="19" y="146"/>
                    <a:pt x="19" y="150"/>
                  </a:cubicBezTo>
                  <a:cubicBezTo>
                    <a:pt x="31" y="150"/>
                    <a:pt x="44" y="150"/>
                    <a:pt x="57" y="150"/>
                  </a:cubicBezTo>
                  <a:cubicBezTo>
                    <a:pt x="57" y="146"/>
                    <a:pt x="57" y="142"/>
                    <a:pt x="57" y="137"/>
                  </a:cubicBezTo>
                  <a:cubicBezTo>
                    <a:pt x="44" y="137"/>
                    <a:pt x="31" y="137"/>
                    <a:pt x="19" y="137"/>
                  </a:cubicBezTo>
                  <a:close/>
                  <a:moveTo>
                    <a:pt x="65" y="96"/>
                  </a:moveTo>
                  <a:cubicBezTo>
                    <a:pt x="65" y="108"/>
                    <a:pt x="65" y="108"/>
                    <a:pt x="65" y="108"/>
                  </a:cubicBezTo>
                  <a:cubicBezTo>
                    <a:pt x="104" y="108"/>
                    <a:pt x="104" y="108"/>
                    <a:pt x="104" y="108"/>
                  </a:cubicBezTo>
                  <a:cubicBezTo>
                    <a:pt x="104" y="96"/>
                    <a:pt x="104" y="96"/>
                    <a:pt x="104" y="96"/>
                  </a:cubicBezTo>
                  <a:cubicBezTo>
                    <a:pt x="65" y="96"/>
                    <a:pt x="65" y="96"/>
                    <a:pt x="65" y="96"/>
                  </a:cubicBezTo>
                  <a:close/>
                  <a:moveTo>
                    <a:pt x="112" y="96"/>
                  </a:moveTo>
                  <a:cubicBezTo>
                    <a:pt x="112" y="108"/>
                    <a:pt x="112" y="108"/>
                    <a:pt x="112" y="108"/>
                  </a:cubicBezTo>
                  <a:cubicBezTo>
                    <a:pt x="151" y="108"/>
                    <a:pt x="151" y="108"/>
                    <a:pt x="151" y="108"/>
                  </a:cubicBezTo>
                  <a:cubicBezTo>
                    <a:pt x="151" y="96"/>
                    <a:pt x="151" y="96"/>
                    <a:pt x="151" y="96"/>
                  </a:cubicBezTo>
                  <a:lnTo>
                    <a:pt x="112"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 name="ïṩ1ïdè"/>
            <p:cNvSpPr/>
            <p:nvPr userDrawn="1"/>
          </p:nvSpPr>
          <p:spPr bwMode="auto">
            <a:xfrm>
              <a:off x="3902075" y="3286125"/>
              <a:ext cx="436563" cy="884238"/>
            </a:xfrm>
            <a:custGeom>
              <a:avLst/>
              <a:gdLst>
                <a:gd name="T0" fmla="*/ 0 w 270"/>
                <a:gd name="T1" fmla="*/ 79 h 546"/>
                <a:gd name="T2" fmla="*/ 156 w 270"/>
                <a:gd name="T3" fmla="*/ 24 h 546"/>
                <a:gd name="T4" fmla="*/ 270 w 270"/>
                <a:gd name="T5" fmla="*/ 95 h 546"/>
                <a:gd name="T6" fmla="*/ 93 w 270"/>
                <a:gd name="T7" fmla="*/ 474 h 546"/>
                <a:gd name="T8" fmla="*/ 93 w 270"/>
                <a:gd name="T9" fmla="*/ 145 h 546"/>
                <a:gd name="T10" fmla="*/ 56 w 270"/>
                <a:gd name="T11" fmla="*/ 145 h 546"/>
                <a:gd name="T12" fmla="*/ 129 w 270"/>
                <a:gd name="T13" fmla="*/ 145 h 546"/>
                <a:gd name="T14" fmla="*/ 165 w 270"/>
                <a:gd name="T15" fmla="*/ 145 h 546"/>
                <a:gd name="T16" fmla="*/ 202 w 270"/>
                <a:gd name="T17" fmla="*/ 145 h 546"/>
                <a:gd name="T18" fmla="*/ 238 w 270"/>
                <a:gd name="T19" fmla="*/ 145 h 546"/>
                <a:gd name="T20" fmla="*/ 93 w 270"/>
                <a:gd name="T21" fmla="*/ 181 h 546"/>
                <a:gd name="T22" fmla="*/ 56 w 270"/>
                <a:gd name="T23" fmla="*/ 181 h 546"/>
                <a:gd name="T24" fmla="*/ 129 w 270"/>
                <a:gd name="T25" fmla="*/ 181 h 546"/>
                <a:gd name="T26" fmla="*/ 165 w 270"/>
                <a:gd name="T27" fmla="*/ 181 h 546"/>
                <a:gd name="T28" fmla="*/ 202 w 270"/>
                <a:gd name="T29" fmla="*/ 181 h 546"/>
                <a:gd name="T30" fmla="*/ 238 w 270"/>
                <a:gd name="T31" fmla="*/ 181 h 546"/>
                <a:gd name="T32" fmla="*/ 93 w 270"/>
                <a:gd name="T33" fmla="*/ 218 h 546"/>
                <a:gd name="T34" fmla="*/ 56 w 270"/>
                <a:gd name="T35" fmla="*/ 218 h 546"/>
                <a:gd name="T36" fmla="*/ 129 w 270"/>
                <a:gd name="T37" fmla="*/ 218 h 546"/>
                <a:gd name="T38" fmla="*/ 165 w 270"/>
                <a:gd name="T39" fmla="*/ 218 h 546"/>
                <a:gd name="T40" fmla="*/ 202 w 270"/>
                <a:gd name="T41" fmla="*/ 218 h 546"/>
                <a:gd name="T42" fmla="*/ 238 w 270"/>
                <a:gd name="T43" fmla="*/ 218 h 546"/>
                <a:gd name="T44" fmla="*/ 93 w 270"/>
                <a:gd name="T45" fmla="*/ 255 h 546"/>
                <a:gd name="T46" fmla="*/ 56 w 270"/>
                <a:gd name="T47" fmla="*/ 255 h 546"/>
                <a:gd name="T48" fmla="*/ 129 w 270"/>
                <a:gd name="T49" fmla="*/ 255 h 546"/>
                <a:gd name="T50" fmla="*/ 165 w 270"/>
                <a:gd name="T51" fmla="*/ 255 h 546"/>
                <a:gd name="T52" fmla="*/ 202 w 270"/>
                <a:gd name="T53" fmla="*/ 255 h 546"/>
                <a:gd name="T54" fmla="*/ 238 w 270"/>
                <a:gd name="T55" fmla="*/ 255 h 546"/>
                <a:gd name="T56" fmla="*/ 93 w 270"/>
                <a:gd name="T57" fmla="*/ 291 h 546"/>
                <a:gd name="T58" fmla="*/ 56 w 270"/>
                <a:gd name="T59" fmla="*/ 291 h 546"/>
                <a:gd name="T60" fmla="*/ 129 w 270"/>
                <a:gd name="T61" fmla="*/ 291 h 546"/>
                <a:gd name="T62" fmla="*/ 165 w 270"/>
                <a:gd name="T63" fmla="*/ 291 h 546"/>
                <a:gd name="T64" fmla="*/ 202 w 270"/>
                <a:gd name="T65" fmla="*/ 291 h 546"/>
                <a:gd name="T66" fmla="*/ 238 w 270"/>
                <a:gd name="T67" fmla="*/ 291 h 546"/>
                <a:gd name="T68" fmla="*/ 93 w 270"/>
                <a:gd name="T69" fmla="*/ 328 h 546"/>
                <a:gd name="T70" fmla="*/ 56 w 270"/>
                <a:gd name="T71" fmla="*/ 328 h 546"/>
                <a:gd name="T72" fmla="*/ 129 w 270"/>
                <a:gd name="T73" fmla="*/ 328 h 546"/>
                <a:gd name="T74" fmla="*/ 165 w 270"/>
                <a:gd name="T75" fmla="*/ 328 h 546"/>
                <a:gd name="T76" fmla="*/ 202 w 270"/>
                <a:gd name="T77" fmla="*/ 328 h 546"/>
                <a:gd name="T78" fmla="*/ 238 w 270"/>
                <a:gd name="T79" fmla="*/ 328 h 546"/>
                <a:gd name="T80" fmla="*/ 93 w 270"/>
                <a:gd name="T81" fmla="*/ 364 h 546"/>
                <a:gd name="T82" fmla="*/ 56 w 270"/>
                <a:gd name="T83" fmla="*/ 364 h 546"/>
                <a:gd name="T84" fmla="*/ 129 w 270"/>
                <a:gd name="T85" fmla="*/ 364 h 546"/>
                <a:gd name="T86" fmla="*/ 165 w 270"/>
                <a:gd name="T87" fmla="*/ 364 h 546"/>
                <a:gd name="T88" fmla="*/ 202 w 270"/>
                <a:gd name="T89" fmla="*/ 364 h 546"/>
                <a:gd name="T90" fmla="*/ 238 w 270"/>
                <a:gd name="T91" fmla="*/ 364 h 546"/>
                <a:gd name="T92" fmla="*/ 93 w 270"/>
                <a:gd name="T93" fmla="*/ 401 h 546"/>
                <a:gd name="T94" fmla="*/ 56 w 270"/>
                <a:gd name="T95" fmla="*/ 401 h 546"/>
                <a:gd name="T96" fmla="*/ 129 w 270"/>
                <a:gd name="T97" fmla="*/ 401 h 546"/>
                <a:gd name="T98" fmla="*/ 165 w 270"/>
                <a:gd name="T99" fmla="*/ 401 h 546"/>
                <a:gd name="T100" fmla="*/ 202 w 270"/>
                <a:gd name="T101" fmla="*/ 401 h 546"/>
                <a:gd name="T102" fmla="*/ 238 w 270"/>
                <a:gd name="T103" fmla="*/ 401 h 546"/>
                <a:gd name="T104" fmla="*/ 93 w 270"/>
                <a:gd name="T105" fmla="*/ 438 h 546"/>
                <a:gd name="T106" fmla="*/ 56 w 270"/>
                <a:gd name="T107" fmla="*/ 438 h 546"/>
                <a:gd name="T108" fmla="*/ 129 w 270"/>
                <a:gd name="T109" fmla="*/ 438 h 546"/>
                <a:gd name="T110" fmla="*/ 165 w 270"/>
                <a:gd name="T111" fmla="*/ 438 h 546"/>
                <a:gd name="T112" fmla="*/ 202 w 270"/>
                <a:gd name="T113" fmla="*/ 438 h 546"/>
                <a:gd name="T114" fmla="*/ 238 w 270"/>
                <a:gd name="T115" fmla="*/ 438 h 546"/>
                <a:gd name="T116" fmla="*/ 56 w 270"/>
                <a:gd name="T117" fmla="*/ 474 h 546"/>
                <a:gd name="T118" fmla="*/ 129 w 270"/>
                <a:gd name="T119" fmla="*/ 474 h 546"/>
                <a:gd name="T120" fmla="*/ 165 w 270"/>
                <a:gd name="T121" fmla="*/ 474 h 546"/>
                <a:gd name="T122" fmla="*/ 202 w 270"/>
                <a:gd name="T123" fmla="*/ 474 h 546"/>
                <a:gd name="T124" fmla="*/ 238 w 270"/>
                <a:gd name="T125" fmla="*/ 474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0" h="546">
                  <a:moveTo>
                    <a:pt x="266" y="546"/>
                  </a:moveTo>
                  <a:cubicBezTo>
                    <a:pt x="4" y="546"/>
                    <a:pt x="4" y="546"/>
                    <a:pt x="4" y="546"/>
                  </a:cubicBezTo>
                  <a:cubicBezTo>
                    <a:pt x="4" y="95"/>
                    <a:pt x="4" y="95"/>
                    <a:pt x="4" y="95"/>
                  </a:cubicBezTo>
                  <a:cubicBezTo>
                    <a:pt x="0" y="95"/>
                    <a:pt x="0" y="95"/>
                    <a:pt x="0" y="95"/>
                  </a:cubicBezTo>
                  <a:cubicBezTo>
                    <a:pt x="0" y="79"/>
                    <a:pt x="0" y="79"/>
                    <a:pt x="0" y="79"/>
                  </a:cubicBezTo>
                  <a:cubicBezTo>
                    <a:pt x="34" y="79"/>
                    <a:pt x="34" y="79"/>
                    <a:pt x="34" y="79"/>
                  </a:cubicBezTo>
                  <a:cubicBezTo>
                    <a:pt x="34" y="48"/>
                    <a:pt x="34" y="48"/>
                    <a:pt x="34" y="48"/>
                  </a:cubicBezTo>
                  <a:cubicBezTo>
                    <a:pt x="123" y="48"/>
                    <a:pt x="123" y="48"/>
                    <a:pt x="123" y="48"/>
                  </a:cubicBezTo>
                  <a:cubicBezTo>
                    <a:pt x="123" y="24"/>
                    <a:pt x="123" y="24"/>
                    <a:pt x="123" y="24"/>
                  </a:cubicBezTo>
                  <a:cubicBezTo>
                    <a:pt x="156" y="24"/>
                    <a:pt x="156" y="24"/>
                    <a:pt x="156" y="24"/>
                  </a:cubicBezTo>
                  <a:cubicBezTo>
                    <a:pt x="156" y="0"/>
                    <a:pt x="156" y="0"/>
                    <a:pt x="156" y="0"/>
                  </a:cubicBezTo>
                  <a:cubicBezTo>
                    <a:pt x="168" y="0"/>
                    <a:pt x="168" y="0"/>
                    <a:pt x="168" y="0"/>
                  </a:cubicBezTo>
                  <a:cubicBezTo>
                    <a:pt x="168" y="79"/>
                    <a:pt x="168" y="79"/>
                    <a:pt x="168" y="79"/>
                  </a:cubicBezTo>
                  <a:cubicBezTo>
                    <a:pt x="270" y="79"/>
                    <a:pt x="270" y="79"/>
                    <a:pt x="270" y="79"/>
                  </a:cubicBezTo>
                  <a:cubicBezTo>
                    <a:pt x="270" y="95"/>
                    <a:pt x="270" y="95"/>
                    <a:pt x="270" y="95"/>
                  </a:cubicBezTo>
                  <a:cubicBezTo>
                    <a:pt x="266" y="95"/>
                    <a:pt x="266" y="95"/>
                    <a:pt x="266" y="95"/>
                  </a:cubicBezTo>
                  <a:cubicBezTo>
                    <a:pt x="266" y="546"/>
                    <a:pt x="266" y="546"/>
                    <a:pt x="266" y="546"/>
                  </a:cubicBezTo>
                  <a:close/>
                  <a:moveTo>
                    <a:pt x="67" y="453"/>
                  </a:moveTo>
                  <a:cubicBezTo>
                    <a:pt x="67" y="460"/>
                    <a:pt x="67" y="467"/>
                    <a:pt x="67" y="474"/>
                  </a:cubicBezTo>
                  <a:cubicBezTo>
                    <a:pt x="75" y="474"/>
                    <a:pt x="84" y="474"/>
                    <a:pt x="93" y="474"/>
                  </a:cubicBezTo>
                  <a:cubicBezTo>
                    <a:pt x="93" y="467"/>
                    <a:pt x="93" y="460"/>
                    <a:pt x="93" y="453"/>
                  </a:cubicBezTo>
                  <a:cubicBezTo>
                    <a:pt x="84" y="453"/>
                    <a:pt x="75" y="453"/>
                    <a:pt x="67" y="453"/>
                  </a:cubicBezTo>
                  <a:close/>
                  <a:moveTo>
                    <a:pt x="67" y="124"/>
                  </a:moveTo>
                  <a:cubicBezTo>
                    <a:pt x="67" y="131"/>
                    <a:pt x="67" y="138"/>
                    <a:pt x="67" y="145"/>
                  </a:cubicBezTo>
                  <a:cubicBezTo>
                    <a:pt x="75" y="145"/>
                    <a:pt x="84" y="145"/>
                    <a:pt x="93" y="145"/>
                  </a:cubicBezTo>
                  <a:cubicBezTo>
                    <a:pt x="93" y="138"/>
                    <a:pt x="93" y="131"/>
                    <a:pt x="93" y="124"/>
                  </a:cubicBezTo>
                  <a:cubicBezTo>
                    <a:pt x="84" y="124"/>
                    <a:pt x="75" y="124"/>
                    <a:pt x="67" y="124"/>
                  </a:cubicBezTo>
                  <a:close/>
                  <a:moveTo>
                    <a:pt x="31" y="124"/>
                  </a:moveTo>
                  <a:cubicBezTo>
                    <a:pt x="31" y="145"/>
                    <a:pt x="31" y="145"/>
                    <a:pt x="31" y="145"/>
                  </a:cubicBezTo>
                  <a:cubicBezTo>
                    <a:pt x="56" y="145"/>
                    <a:pt x="56" y="145"/>
                    <a:pt x="56" y="145"/>
                  </a:cubicBezTo>
                  <a:cubicBezTo>
                    <a:pt x="56" y="124"/>
                    <a:pt x="56" y="124"/>
                    <a:pt x="56" y="124"/>
                  </a:cubicBezTo>
                  <a:cubicBezTo>
                    <a:pt x="31" y="124"/>
                    <a:pt x="31" y="124"/>
                    <a:pt x="31" y="124"/>
                  </a:cubicBezTo>
                  <a:close/>
                  <a:moveTo>
                    <a:pt x="103" y="124"/>
                  </a:moveTo>
                  <a:cubicBezTo>
                    <a:pt x="103" y="131"/>
                    <a:pt x="103" y="138"/>
                    <a:pt x="103" y="145"/>
                  </a:cubicBezTo>
                  <a:cubicBezTo>
                    <a:pt x="112" y="145"/>
                    <a:pt x="120" y="145"/>
                    <a:pt x="129" y="145"/>
                  </a:cubicBezTo>
                  <a:cubicBezTo>
                    <a:pt x="129" y="138"/>
                    <a:pt x="129" y="131"/>
                    <a:pt x="129" y="124"/>
                  </a:cubicBezTo>
                  <a:cubicBezTo>
                    <a:pt x="120" y="124"/>
                    <a:pt x="112" y="124"/>
                    <a:pt x="103" y="124"/>
                  </a:cubicBezTo>
                  <a:close/>
                  <a:moveTo>
                    <a:pt x="140" y="124"/>
                  </a:moveTo>
                  <a:cubicBezTo>
                    <a:pt x="140" y="131"/>
                    <a:pt x="140" y="138"/>
                    <a:pt x="140" y="145"/>
                  </a:cubicBezTo>
                  <a:cubicBezTo>
                    <a:pt x="148" y="145"/>
                    <a:pt x="157" y="145"/>
                    <a:pt x="165" y="145"/>
                  </a:cubicBezTo>
                  <a:cubicBezTo>
                    <a:pt x="165" y="138"/>
                    <a:pt x="165" y="131"/>
                    <a:pt x="165" y="124"/>
                  </a:cubicBezTo>
                  <a:cubicBezTo>
                    <a:pt x="157" y="124"/>
                    <a:pt x="148" y="124"/>
                    <a:pt x="140" y="124"/>
                  </a:cubicBezTo>
                  <a:close/>
                  <a:moveTo>
                    <a:pt x="176" y="124"/>
                  </a:moveTo>
                  <a:cubicBezTo>
                    <a:pt x="176" y="131"/>
                    <a:pt x="176" y="138"/>
                    <a:pt x="176" y="145"/>
                  </a:cubicBezTo>
                  <a:cubicBezTo>
                    <a:pt x="184" y="145"/>
                    <a:pt x="193" y="145"/>
                    <a:pt x="202" y="145"/>
                  </a:cubicBezTo>
                  <a:cubicBezTo>
                    <a:pt x="202" y="138"/>
                    <a:pt x="202" y="131"/>
                    <a:pt x="202" y="124"/>
                  </a:cubicBezTo>
                  <a:cubicBezTo>
                    <a:pt x="193" y="124"/>
                    <a:pt x="184" y="124"/>
                    <a:pt x="176" y="124"/>
                  </a:cubicBezTo>
                  <a:close/>
                  <a:moveTo>
                    <a:pt x="212" y="124"/>
                  </a:moveTo>
                  <a:cubicBezTo>
                    <a:pt x="212" y="145"/>
                    <a:pt x="212" y="145"/>
                    <a:pt x="212" y="145"/>
                  </a:cubicBezTo>
                  <a:cubicBezTo>
                    <a:pt x="238" y="145"/>
                    <a:pt x="238" y="145"/>
                    <a:pt x="238" y="145"/>
                  </a:cubicBezTo>
                  <a:cubicBezTo>
                    <a:pt x="238" y="124"/>
                    <a:pt x="238" y="124"/>
                    <a:pt x="238" y="124"/>
                  </a:cubicBezTo>
                  <a:cubicBezTo>
                    <a:pt x="212" y="124"/>
                    <a:pt x="212" y="124"/>
                    <a:pt x="212" y="124"/>
                  </a:cubicBezTo>
                  <a:close/>
                  <a:moveTo>
                    <a:pt x="67" y="160"/>
                  </a:moveTo>
                  <a:cubicBezTo>
                    <a:pt x="67" y="167"/>
                    <a:pt x="67" y="174"/>
                    <a:pt x="67" y="181"/>
                  </a:cubicBezTo>
                  <a:cubicBezTo>
                    <a:pt x="75" y="181"/>
                    <a:pt x="84" y="181"/>
                    <a:pt x="93" y="181"/>
                  </a:cubicBezTo>
                  <a:cubicBezTo>
                    <a:pt x="93" y="174"/>
                    <a:pt x="93" y="167"/>
                    <a:pt x="93" y="160"/>
                  </a:cubicBezTo>
                  <a:cubicBezTo>
                    <a:pt x="84" y="160"/>
                    <a:pt x="75" y="160"/>
                    <a:pt x="67" y="160"/>
                  </a:cubicBezTo>
                  <a:close/>
                  <a:moveTo>
                    <a:pt x="31" y="160"/>
                  </a:moveTo>
                  <a:cubicBezTo>
                    <a:pt x="31" y="167"/>
                    <a:pt x="31" y="174"/>
                    <a:pt x="31" y="181"/>
                  </a:cubicBezTo>
                  <a:cubicBezTo>
                    <a:pt x="39" y="181"/>
                    <a:pt x="48" y="181"/>
                    <a:pt x="56" y="181"/>
                  </a:cubicBezTo>
                  <a:cubicBezTo>
                    <a:pt x="56" y="174"/>
                    <a:pt x="56" y="167"/>
                    <a:pt x="56" y="160"/>
                  </a:cubicBezTo>
                  <a:cubicBezTo>
                    <a:pt x="48" y="160"/>
                    <a:pt x="39" y="160"/>
                    <a:pt x="31" y="160"/>
                  </a:cubicBezTo>
                  <a:close/>
                  <a:moveTo>
                    <a:pt x="103" y="160"/>
                  </a:moveTo>
                  <a:cubicBezTo>
                    <a:pt x="103" y="167"/>
                    <a:pt x="103" y="174"/>
                    <a:pt x="103" y="181"/>
                  </a:cubicBezTo>
                  <a:cubicBezTo>
                    <a:pt x="112" y="181"/>
                    <a:pt x="120" y="181"/>
                    <a:pt x="129" y="181"/>
                  </a:cubicBezTo>
                  <a:cubicBezTo>
                    <a:pt x="129" y="174"/>
                    <a:pt x="129" y="167"/>
                    <a:pt x="129" y="160"/>
                  </a:cubicBezTo>
                  <a:cubicBezTo>
                    <a:pt x="120" y="160"/>
                    <a:pt x="112" y="160"/>
                    <a:pt x="103" y="160"/>
                  </a:cubicBezTo>
                  <a:close/>
                  <a:moveTo>
                    <a:pt x="140" y="160"/>
                  </a:moveTo>
                  <a:cubicBezTo>
                    <a:pt x="140" y="167"/>
                    <a:pt x="140" y="174"/>
                    <a:pt x="140" y="181"/>
                  </a:cubicBezTo>
                  <a:cubicBezTo>
                    <a:pt x="148" y="181"/>
                    <a:pt x="157" y="181"/>
                    <a:pt x="165" y="181"/>
                  </a:cubicBezTo>
                  <a:cubicBezTo>
                    <a:pt x="165" y="174"/>
                    <a:pt x="165" y="167"/>
                    <a:pt x="165" y="160"/>
                  </a:cubicBezTo>
                  <a:cubicBezTo>
                    <a:pt x="157" y="160"/>
                    <a:pt x="148" y="160"/>
                    <a:pt x="140" y="160"/>
                  </a:cubicBezTo>
                  <a:close/>
                  <a:moveTo>
                    <a:pt x="176" y="160"/>
                  </a:moveTo>
                  <a:cubicBezTo>
                    <a:pt x="176" y="167"/>
                    <a:pt x="176" y="174"/>
                    <a:pt x="176" y="181"/>
                  </a:cubicBezTo>
                  <a:cubicBezTo>
                    <a:pt x="184" y="181"/>
                    <a:pt x="193" y="181"/>
                    <a:pt x="202" y="181"/>
                  </a:cubicBezTo>
                  <a:cubicBezTo>
                    <a:pt x="202" y="174"/>
                    <a:pt x="202" y="167"/>
                    <a:pt x="202" y="160"/>
                  </a:cubicBezTo>
                  <a:cubicBezTo>
                    <a:pt x="193" y="160"/>
                    <a:pt x="184" y="160"/>
                    <a:pt x="176" y="160"/>
                  </a:cubicBezTo>
                  <a:close/>
                  <a:moveTo>
                    <a:pt x="212" y="160"/>
                  </a:moveTo>
                  <a:cubicBezTo>
                    <a:pt x="212" y="167"/>
                    <a:pt x="212" y="174"/>
                    <a:pt x="212" y="181"/>
                  </a:cubicBezTo>
                  <a:cubicBezTo>
                    <a:pt x="221" y="181"/>
                    <a:pt x="229" y="181"/>
                    <a:pt x="238" y="181"/>
                  </a:cubicBezTo>
                  <a:cubicBezTo>
                    <a:pt x="238" y="174"/>
                    <a:pt x="238" y="167"/>
                    <a:pt x="238" y="160"/>
                  </a:cubicBezTo>
                  <a:cubicBezTo>
                    <a:pt x="229" y="160"/>
                    <a:pt x="221" y="160"/>
                    <a:pt x="212" y="160"/>
                  </a:cubicBezTo>
                  <a:close/>
                  <a:moveTo>
                    <a:pt x="67" y="197"/>
                  </a:moveTo>
                  <a:cubicBezTo>
                    <a:pt x="67" y="204"/>
                    <a:pt x="67" y="211"/>
                    <a:pt x="67" y="218"/>
                  </a:cubicBezTo>
                  <a:cubicBezTo>
                    <a:pt x="75" y="218"/>
                    <a:pt x="84" y="218"/>
                    <a:pt x="93" y="218"/>
                  </a:cubicBezTo>
                  <a:cubicBezTo>
                    <a:pt x="93" y="211"/>
                    <a:pt x="93" y="204"/>
                    <a:pt x="93" y="197"/>
                  </a:cubicBezTo>
                  <a:cubicBezTo>
                    <a:pt x="84" y="197"/>
                    <a:pt x="75" y="197"/>
                    <a:pt x="67" y="197"/>
                  </a:cubicBezTo>
                  <a:close/>
                  <a:moveTo>
                    <a:pt x="31" y="197"/>
                  </a:moveTo>
                  <a:cubicBezTo>
                    <a:pt x="31" y="204"/>
                    <a:pt x="31" y="211"/>
                    <a:pt x="31" y="218"/>
                  </a:cubicBezTo>
                  <a:cubicBezTo>
                    <a:pt x="39" y="218"/>
                    <a:pt x="48" y="218"/>
                    <a:pt x="56" y="218"/>
                  </a:cubicBezTo>
                  <a:cubicBezTo>
                    <a:pt x="56" y="211"/>
                    <a:pt x="56" y="204"/>
                    <a:pt x="56" y="197"/>
                  </a:cubicBezTo>
                  <a:cubicBezTo>
                    <a:pt x="48" y="197"/>
                    <a:pt x="39" y="197"/>
                    <a:pt x="31" y="197"/>
                  </a:cubicBezTo>
                  <a:close/>
                  <a:moveTo>
                    <a:pt x="103" y="197"/>
                  </a:moveTo>
                  <a:cubicBezTo>
                    <a:pt x="103" y="204"/>
                    <a:pt x="103" y="211"/>
                    <a:pt x="103" y="218"/>
                  </a:cubicBezTo>
                  <a:cubicBezTo>
                    <a:pt x="112" y="218"/>
                    <a:pt x="120" y="218"/>
                    <a:pt x="129" y="218"/>
                  </a:cubicBezTo>
                  <a:cubicBezTo>
                    <a:pt x="129" y="211"/>
                    <a:pt x="129" y="204"/>
                    <a:pt x="129" y="197"/>
                  </a:cubicBezTo>
                  <a:cubicBezTo>
                    <a:pt x="120" y="197"/>
                    <a:pt x="112" y="197"/>
                    <a:pt x="103" y="197"/>
                  </a:cubicBezTo>
                  <a:close/>
                  <a:moveTo>
                    <a:pt x="140" y="197"/>
                  </a:moveTo>
                  <a:cubicBezTo>
                    <a:pt x="140" y="204"/>
                    <a:pt x="140" y="211"/>
                    <a:pt x="140" y="218"/>
                  </a:cubicBezTo>
                  <a:cubicBezTo>
                    <a:pt x="148" y="218"/>
                    <a:pt x="157" y="218"/>
                    <a:pt x="165" y="218"/>
                  </a:cubicBezTo>
                  <a:cubicBezTo>
                    <a:pt x="165" y="211"/>
                    <a:pt x="165" y="204"/>
                    <a:pt x="165" y="197"/>
                  </a:cubicBezTo>
                  <a:cubicBezTo>
                    <a:pt x="157" y="197"/>
                    <a:pt x="148" y="197"/>
                    <a:pt x="140" y="197"/>
                  </a:cubicBezTo>
                  <a:close/>
                  <a:moveTo>
                    <a:pt x="176" y="197"/>
                  </a:moveTo>
                  <a:cubicBezTo>
                    <a:pt x="176" y="204"/>
                    <a:pt x="176" y="211"/>
                    <a:pt x="176" y="218"/>
                  </a:cubicBezTo>
                  <a:cubicBezTo>
                    <a:pt x="184" y="218"/>
                    <a:pt x="193" y="218"/>
                    <a:pt x="202" y="218"/>
                  </a:cubicBezTo>
                  <a:cubicBezTo>
                    <a:pt x="202" y="211"/>
                    <a:pt x="202" y="204"/>
                    <a:pt x="202" y="197"/>
                  </a:cubicBezTo>
                  <a:cubicBezTo>
                    <a:pt x="193" y="197"/>
                    <a:pt x="184" y="197"/>
                    <a:pt x="176" y="197"/>
                  </a:cubicBezTo>
                  <a:close/>
                  <a:moveTo>
                    <a:pt x="212" y="197"/>
                  </a:moveTo>
                  <a:cubicBezTo>
                    <a:pt x="212" y="204"/>
                    <a:pt x="212" y="211"/>
                    <a:pt x="212" y="218"/>
                  </a:cubicBezTo>
                  <a:cubicBezTo>
                    <a:pt x="221" y="218"/>
                    <a:pt x="229" y="218"/>
                    <a:pt x="238" y="218"/>
                  </a:cubicBezTo>
                  <a:cubicBezTo>
                    <a:pt x="238" y="211"/>
                    <a:pt x="238" y="204"/>
                    <a:pt x="238" y="197"/>
                  </a:cubicBezTo>
                  <a:cubicBezTo>
                    <a:pt x="229" y="197"/>
                    <a:pt x="221" y="197"/>
                    <a:pt x="212" y="197"/>
                  </a:cubicBezTo>
                  <a:close/>
                  <a:moveTo>
                    <a:pt x="67" y="233"/>
                  </a:moveTo>
                  <a:cubicBezTo>
                    <a:pt x="67" y="240"/>
                    <a:pt x="67" y="247"/>
                    <a:pt x="67" y="255"/>
                  </a:cubicBezTo>
                  <a:cubicBezTo>
                    <a:pt x="75" y="255"/>
                    <a:pt x="84" y="255"/>
                    <a:pt x="93" y="255"/>
                  </a:cubicBezTo>
                  <a:cubicBezTo>
                    <a:pt x="93" y="247"/>
                    <a:pt x="93" y="240"/>
                    <a:pt x="93" y="233"/>
                  </a:cubicBezTo>
                  <a:cubicBezTo>
                    <a:pt x="84" y="233"/>
                    <a:pt x="75" y="233"/>
                    <a:pt x="67" y="233"/>
                  </a:cubicBezTo>
                  <a:close/>
                  <a:moveTo>
                    <a:pt x="31" y="233"/>
                  </a:moveTo>
                  <a:cubicBezTo>
                    <a:pt x="31" y="240"/>
                    <a:pt x="31" y="247"/>
                    <a:pt x="31" y="255"/>
                  </a:cubicBezTo>
                  <a:cubicBezTo>
                    <a:pt x="39" y="255"/>
                    <a:pt x="48" y="255"/>
                    <a:pt x="56" y="255"/>
                  </a:cubicBezTo>
                  <a:cubicBezTo>
                    <a:pt x="56" y="247"/>
                    <a:pt x="56" y="240"/>
                    <a:pt x="56" y="233"/>
                  </a:cubicBezTo>
                  <a:cubicBezTo>
                    <a:pt x="48" y="233"/>
                    <a:pt x="39" y="233"/>
                    <a:pt x="31" y="233"/>
                  </a:cubicBezTo>
                  <a:close/>
                  <a:moveTo>
                    <a:pt x="103" y="233"/>
                  </a:moveTo>
                  <a:cubicBezTo>
                    <a:pt x="103" y="240"/>
                    <a:pt x="103" y="247"/>
                    <a:pt x="103" y="255"/>
                  </a:cubicBezTo>
                  <a:cubicBezTo>
                    <a:pt x="112" y="255"/>
                    <a:pt x="120" y="255"/>
                    <a:pt x="129" y="255"/>
                  </a:cubicBezTo>
                  <a:cubicBezTo>
                    <a:pt x="129" y="247"/>
                    <a:pt x="129" y="240"/>
                    <a:pt x="129" y="233"/>
                  </a:cubicBezTo>
                  <a:cubicBezTo>
                    <a:pt x="120" y="233"/>
                    <a:pt x="112" y="233"/>
                    <a:pt x="103" y="233"/>
                  </a:cubicBezTo>
                  <a:close/>
                  <a:moveTo>
                    <a:pt x="140" y="233"/>
                  </a:moveTo>
                  <a:cubicBezTo>
                    <a:pt x="140" y="240"/>
                    <a:pt x="140" y="247"/>
                    <a:pt x="140" y="255"/>
                  </a:cubicBezTo>
                  <a:cubicBezTo>
                    <a:pt x="148" y="255"/>
                    <a:pt x="157" y="255"/>
                    <a:pt x="165" y="255"/>
                  </a:cubicBezTo>
                  <a:cubicBezTo>
                    <a:pt x="165" y="247"/>
                    <a:pt x="165" y="240"/>
                    <a:pt x="165" y="233"/>
                  </a:cubicBezTo>
                  <a:cubicBezTo>
                    <a:pt x="157" y="233"/>
                    <a:pt x="148" y="233"/>
                    <a:pt x="140" y="233"/>
                  </a:cubicBezTo>
                  <a:close/>
                  <a:moveTo>
                    <a:pt x="176" y="233"/>
                  </a:moveTo>
                  <a:cubicBezTo>
                    <a:pt x="176" y="240"/>
                    <a:pt x="176" y="247"/>
                    <a:pt x="176" y="255"/>
                  </a:cubicBezTo>
                  <a:cubicBezTo>
                    <a:pt x="184" y="255"/>
                    <a:pt x="193" y="255"/>
                    <a:pt x="202" y="255"/>
                  </a:cubicBezTo>
                  <a:cubicBezTo>
                    <a:pt x="202" y="247"/>
                    <a:pt x="202" y="240"/>
                    <a:pt x="202" y="233"/>
                  </a:cubicBezTo>
                  <a:cubicBezTo>
                    <a:pt x="193" y="233"/>
                    <a:pt x="184" y="233"/>
                    <a:pt x="176" y="233"/>
                  </a:cubicBezTo>
                  <a:close/>
                  <a:moveTo>
                    <a:pt x="212" y="233"/>
                  </a:moveTo>
                  <a:cubicBezTo>
                    <a:pt x="212" y="240"/>
                    <a:pt x="212" y="247"/>
                    <a:pt x="212" y="255"/>
                  </a:cubicBezTo>
                  <a:cubicBezTo>
                    <a:pt x="221" y="255"/>
                    <a:pt x="229" y="255"/>
                    <a:pt x="238" y="255"/>
                  </a:cubicBezTo>
                  <a:cubicBezTo>
                    <a:pt x="238" y="247"/>
                    <a:pt x="238" y="240"/>
                    <a:pt x="238" y="233"/>
                  </a:cubicBezTo>
                  <a:cubicBezTo>
                    <a:pt x="229" y="233"/>
                    <a:pt x="221" y="233"/>
                    <a:pt x="212" y="233"/>
                  </a:cubicBezTo>
                  <a:close/>
                  <a:moveTo>
                    <a:pt x="67" y="270"/>
                  </a:moveTo>
                  <a:cubicBezTo>
                    <a:pt x="67" y="277"/>
                    <a:pt x="67" y="284"/>
                    <a:pt x="67" y="291"/>
                  </a:cubicBezTo>
                  <a:cubicBezTo>
                    <a:pt x="75" y="291"/>
                    <a:pt x="84" y="291"/>
                    <a:pt x="93" y="291"/>
                  </a:cubicBezTo>
                  <a:cubicBezTo>
                    <a:pt x="93" y="284"/>
                    <a:pt x="93" y="277"/>
                    <a:pt x="93" y="270"/>
                  </a:cubicBezTo>
                  <a:cubicBezTo>
                    <a:pt x="84" y="270"/>
                    <a:pt x="75" y="270"/>
                    <a:pt x="67" y="270"/>
                  </a:cubicBezTo>
                  <a:close/>
                  <a:moveTo>
                    <a:pt x="31" y="270"/>
                  </a:moveTo>
                  <a:cubicBezTo>
                    <a:pt x="31" y="277"/>
                    <a:pt x="31" y="284"/>
                    <a:pt x="31" y="291"/>
                  </a:cubicBezTo>
                  <a:cubicBezTo>
                    <a:pt x="39" y="291"/>
                    <a:pt x="48" y="291"/>
                    <a:pt x="56" y="291"/>
                  </a:cubicBezTo>
                  <a:cubicBezTo>
                    <a:pt x="56" y="284"/>
                    <a:pt x="56" y="277"/>
                    <a:pt x="56" y="270"/>
                  </a:cubicBezTo>
                  <a:cubicBezTo>
                    <a:pt x="48" y="270"/>
                    <a:pt x="39" y="270"/>
                    <a:pt x="31" y="270"/>
                  </a:cubicBezTo>
                  <a:close/>
                  <a:moveTo>
                    <a:pt x="103" y="270"/>
                  </a:moveTo>
                  <a:cubicBezTo>
                    <a:pt x="103" y="277"/>
                    <a:pt x="103" y="284"/>
                    <a:pt x="103" y="291"/>
                  </a:cubicBezTo>
                  <a:cubicBezTo>
                    <a:pt x="112" y="291"/>
                    <a:pt x="120" y="291"/>
                    <a:pt x="129" y="291"/>
                  </a:cubicBezTo>
                  <a:cubicBezTo>
                    <a:pt x="129" y="284"/>
                    <a:pt x="129" y="277"/>
                    <a:pt x="129" y="270"/>
                  </a:cubicBezTo>
                  <a:cubicBezTo>
                    <a:pt x="120" y="270"/>
                    <a:pt x="112" y="270"/>
                    <a:pt x="103" y="270"/>
                  </a:cubicBezTo>
                  <a:close/>
                  <a:moveTo>
                    <a:pt x="140" y="270"/>
                  </a:moveTo>
                  <a:cubicBezTo>
                    <a:pt x="140" y="277"/>
                    <a:pt x="140" y="284"/>
                    <a:pt x="140" y="291"/>
                  </a:cubicBezTo>
                  <a:cubicBezTo>
                    <a:pt x="148" y="291"/>
                    <a:pt x="157" y="291"/>
                    <a:pt x="165" y="291"/>
                  </a:cubicBezTo>
                  <a:cubicBezTo>
                    <a:pt x="165" y="284"/>
                    <a:pt x="165" y="277"/>
                    <a:pt x="165" y="270"/>
                  </a:cubicBezTo>
                  <a:cubicBezTo>
                    <a:pt x="157" y="270"/>
                    <a:pt x="148" y="270"/>
                    <a:pt x="140" y="270"/>
                  </a:cubicBezTo>
                  <a:close/>
                  <a:moveTo>
                    <a:pt x="176" y="270"/>
                  </a:moveTo>
                  <a:cubicBezTo>
                    <a:pt x="176" y="277"/>
                    <a:pt x="176" y="284"/>
                    <a:pt x="176" y="291"/>
                  </a:cubicBezTo>
                  <a:cubicBezTo>
                    <a:pt x="184" y="291"/>
                    <a:pt x="193" y="291"/>
                    <a:pt x="202" y="291"/>
                  </a:cubicBezTo>
                  <a:cubicBezTo>
                    <a:pt x="202" y="284"/>
                    <a:pt x="202" y="277"/>
                    <a:pt x="202" y="270"/>
                  </a:cubicBezTo>
                  <a:cubicBezTo>
                    <a:pt x="193" y="270"/>
                    <a:pt x="184" y="270"/>
                    <a:pt x="176" y="270"/>
                  </a:cubicBezTo>
                  <a:close/>
                  <a:moveTo>
                    <a:pt x="212" y="270"/>
                  </a:moveTo>
                  <a:cubicBezTo>
                    <a:pt x="212" y="277"/>
                    <a:pt x="212" y="284"/>
                    <a:pt x="212" y="291"/>
                  </a:cubicBezTo>
                  <a:cubicBezTo>
                    <a:pt x="221" y="291"/>
                    <a:pt x="229" y="291"/>
                    <a:pt x="238" y="291"/>
                  </a:cubicBezTo>
                  <a:cubicBezTo>
                    <a:pt x="238" y="284"/>
                    <a:pt x="238" y="277"/>
                    <a:pt x="238" y="270"/>
                  </a:cubicBezTo>
                  <a:cubicBezTo>
                    <a:pt x="229" y="270"/>
                    <a:pt x="221" y="270"/>
                    <a:pt x="212" y="270"/>
                  </a:cubicBezTo>
                  <a:close/>
                  <a:moveTo>
                    <a:pt x="67" y="307"/>
                  </a:moveTo>
                  <a:cubicBezTo>
                    <a:pt x="67" y="314"/>
                    <a:pt x="67" y="321"/>
                    <a:pt x="67" y="328"/>
                  </a:cubicBezTo>
                  <a:cubicBezTo>
                    <a:pt x="75" y="328"/>
                    <a:pt x="84" y="328"/>
                    <a:pt x="93" y="328"/>
                  </a:cubicBezTo>
                  <a:cubicBezTo>
                    <a:pt x="93" y="321"/>
                    <a:pt x="93" y="314"/>
                    <a:pt x="93" y="307"/>
                  </a:cubicBezTo>
                  <a:cubicBezTo>
                    <a:pt x="84" y="307"/>
                    <a:pt x="75" y="307"/>
                    <a:pt x="67" y="307"/>
                  </a:cubicBezTo>
                  <a:close/>
                  <a:moveTo>
                    <a:pt x="31" y="307"/>
                  </a:moveTo>
                  <a:cubicBezTo>
                    <a:pt x="31" y="314"/>
                    <a:pt x="31" y="321"/>
                    <a:pt x="31" y="328"/>
                  </a:cubicBezTo>
                  <a:cubicBezTo>
                    <a:pt x="39" y="328"/>
                    <a:pt x="48" y="328"/>
                    <a:pt x="56" y="328"/>
                  </a:cubicBezTo>
                  <a:cubicBezTo>
                    <a:pt x="56" y="321"/>
                    <a:pt x="56" y="314"/>
                    <a:pt x="56" y="307"/>
                  </a:cubicBezTo>
                  <a:cubicBezTo>
                    <a:pt x="48" y="307"/>
                    <a:pt x="39" y="307"/>
                    <a:pt x="31" y="307"/>
                  </a:cubicBezTo>
                  <a:close/>
                  <a:moveTo>
                    <a:pt x="103" y="307"/>
                  </a:moveTo>
                  <a:cubicBezTo>
                    <a:pt x="103" y="314"/>
                    <a:pt x="103" y="321"/>
                    <a:pt x="103" y="328"/>
                  </a:cubicBezTo>
                  <a:cubicBezTo>
                    <a:pt x="112" y="328"/>
                    <a:pt x="120" y="328"/>
                    <a:pt x="129" y="328"/>
                  </a:cubicBezTo>
                  <a:cubicBezTo>
                    <a:pt x="129" y="321"/>
                    <a:pt x="129" y="314"/>
                    <a:pt x="129" y="307"/>
                  </a:cubicBezTo>
                  <a:cubicBezTo>
                    <a:pt x="120" y="307"/>
                    <a:pt x="112" y="307"/>
                    <a:pt x="103" y="307"/>
                  </a:cubicBezTo>
                  <a:close/>
                  <a:moveTo>
                    <a:pt x="140" y="307"/>
                  </a:moveTo>
                  <a:cubicBezTo>
                    <a:pt x="140" y="314"/>
                    <a:pt x="140" y="321"/>
                    <a:pt x="140" y="328"/>
                  </a:cubicBezTo>
                  <a:cubicBezTo>
                    <a:pt x="148" y="328"/>
                    <a:pt x="157" y="328"/>
                    <a:pt x="165" y="328"/>
                  </a:cubicBezTo>
                  <a:cubicBezTo>
                    <a:pt x="165" y="321"/>
                    <a:pt x="165" y="314"/>
                    <a:pt x="165" y="307"/>
                  </a:cubicBezTo>
                  <a:cubicBezTo>
                    <a:pt x="157" y="307"/>
                    <a:pt x="148" y="307"/>
                    <a:pt x="140" y="307"/>
                  </a:cubicBezTo>
                  <a:close/>
                  <a:moveTo>
                    <a:pt x="176" y="307"/>
                  </a:moveTo>
                  <a:cubicBezTo>
                    <a:pt x="176" y="314"/>
                    <a:pt x="176" y="321"/>
                    <a:pt x="176" y="328"/>
                  </a:cubicBezTo>
                  <a:cubicBezTo>
                    <a:pt x="184" y="328"/>
                    <a:pt x="193" y="328"/>
                    <a:pt x="202" y="328"/>
                  </a:cubicBezTo>
                  <a:cubicBezTo>
                    <a:pt x="202" y="321"/>
                    <a:pt x="202" y="314"/>
                    <a:pt x="202" y="307"/>
                  </a:cubicBezTo>
                  <a:cubicBezTo>
                    <a:pt x="193" y="307"/>
                    <a:pt x="184" y="307"/>
                    <a:pt x="176" y="307"/>
                  </a:cubicBezTo>
                  <a:close/>
                  <a:moveTo>
                    <a:pt x="212" y="307"/>
                  </a:moveTo>
                  <a:cubicBezTo>
                    <a:pt x="212" y="314"/>
                    <a:pt x="212" y="321"/>
                    <a:pt x="212" y="328"/>
                  </a:cubicBezTo>
                  <a:cubicBezTo>
                    <a:pt x="221" y="328"/>
                    <a:pt x="229" y="328"/>
                    <a:pt x="238" y="328"/>
                  </a:cubicBezTo>
                  <a:cubicBezTo>
                    <a:pt x="238" y="321"/>
                    <a:pt x="238" y="314"/>
                    <a:pt x="238" y="307"/>
                  </a:cubicBezTo>
                  <a:cubicBezTo>
                    <a:pt x="229" y="307"/>
                    <a:pt x="221" y="307"/>
                    <a:pt x="212" y="307"/>
                  </a:cubicBezTo>
                  <a:close/>
                  <a:moveTo>
                    <a:pt x="67" y="343"/>
                  </a:moveTo>
                  <a:cubicBezTo>
                    <a:pt x="67" y="350"/>
                    <a:pt x="67" y="357"/>
                    <a:pt x="67" y="364"/>
                  </a:cubicBezTo>
                  <a:cubicBezTo>
                    <a:pt x="75" y="364"/>
                    <a:pt x="84" y="364"/>
                    <a:pt x="93" y="364"/>
                  </a:cubicBezTo>
                  <a:cubicBezTo>
                    <a:pt x="93" y="357"/>
                    <a:pt x="93" y="350"/>
                    <a:pt x="93" y="343"/>
                  </a:cubicBezTo>
                  <a:cubicBezTo>
                    <a:pt x="84" y="343"/>
                    <a:pt x="75" y="343"/>
                    <a:pt x="67" y="343"/>
                  </a:cubicBezTo>
                  <a:close/>
                  <a:moveTo>
                    <a:pt x="31" y="343"/>
                  </a:moveTo>
                  <a:cubicBezTo>
                    <a:pt x="31" y="350"/>
                    <a:pt x="31" y="357"/>
                    <a:pt x="31" y="364"/>
                  </a:cubicBezTo>
                  <a:cubicBezTo>
                    <a:pt x="39" y="364"/>
                    <a:pt x="48" y="364"/>
                    <a:pt x="56" y="364"/>
                  </a:cubicBezTo>
                  <a:cubicBezTo>
                    <a:pt x="56" y="357"/>
                    <a:pt x="56" y="350"/>
                    <a:pt x="56" y="343"/>
                  </a:cubicBezTo>
                  <a:cubicBezTo>
                    <a:pt x="48" y="343"/>
                    <a:pt x="39" y="343"/>
                    <a:pt x="31" y="343"/>
                  </a:cubicBezTo>
                  <a:close/>
                  <a:moveTo>
                    <a:pt x="103" y="343"/>
                  </a:moveTo>
                  <a:cubicBezTo>
                    <a:pt x="103" y="350"/>
                    <a:pt x="103" y="357"/>
                    <a:pt x="103" y="364"/>
                  </a:cubicBezTo>
                  <a:cubicBezTo>
                    <a:pt x="112" y="364"/>
                    <a:pt x="120" y="364"/>
                    <a:pt x="129" y="364"/>
                  </a:cubicBezTo>
                  <a:cubicBezTo>
                    <a:pt x="129" y="357"/>
                    <a:pt x="129" y="350"/>
                    <a:pt x="129" y="343"/>
                  </a:cubicBezTo>
                  <a:cubicBezTo>
                    <a:pt x="120" y="343"/>
                    <a:pt x="112" y="343"/>
                    <a:pt x="103" y="343"/>
                  </a:cubicBezTo>
                  <a:close/>
                  <a:moveTo>
                    <a:pt x="140" y="343"/>
                  </a:moveTo>
                  <a:cubicBezTo>
                    <a:pt x="140" y="350"/>
                    <a:pt x="140" y="357"/>
                    <a:pt x="140" y="364"/>
                  </a:cubicBezTo>
                  <a:cubicBezTo>
                    <a:pt x="148" y="364"/>
                    <a:pt x="157" y="364"/>
                    <a:pt x="165" y="364"/>
                  </a:cubicBezTo>
                  <a:cubicBezTo>
                    <a:pt x="165" y="357"/>
                    <a:pt x="165" y="350"/>
                    <a:pt x="165" y="343"/>
                  </a:cubicBezTo>
                  <a:cubicBezTo>
                    <a:pt x="157" y="343"/>
                    <a:pt x="148" y="343"/>
                    <a:pt x="140" y="343"/>
                  </a:cubicBezTo>
                  <a:close/>
                  <a:moveTo>
                    <a:pt x="176" y="343"/>
                  </a:moveTo>
                  <a:cubicBezTo>
                    <a:pt x="176" y="350"/>
                    <a:pt x="176" y="357"/>
                    <a:pt x="176" y="364"/>
                  </a:cubicBezTo>
                  <a:cubicBezTo>
                    <a:pt x="184" y="364"/>
                    <a:pt x="193" y="364"/>
                    <a:pt x="202" y="364"/>
                  </a:cubicBezTo>
                  <a:cubicBezTo>
                    <a:pt x="202" y="357"/>
                    <a:pt x="202" y="350"/>
                    <a:pt x="202" y="343"/>
                  </a:cubicBezTo>
                  <a:cubicBezTo>
                    <a:pt x="193" y="343"/>
                    <a:pt x="184" y="343"/>
                    <a:pt x="176" y="343"/>
                  </a:cubicBezTo>
                  <a:close/>
                  <a:moveTo>
                    <a:pt x="212" y="343"/>
                  </a:moveTo>
                  <a:cubicBezTo>
                    <a:pt x="212" y="350"/>
                    <a:pt x="212" y="357"/>
                    <a:pt x="212" y="364"/>
                  </a:cubicBezTo>
                  <a:cubicBezTo>
                    <a:pt x="221" y="364"/>
                    <a:pt x="229" y="364"/>
                    <a:pt x="238" y="364"/>
                  </a:cubicBezTo>
                  <a:cubicBezTo>
                    <a:pt x="238" y="357"/>
                    <a:pt x="238" y="350"/>
                    <a:pt x="238" y="343"/>
                  </a:cubicBezTo>
                  <a:cubicBezTo>
                    <a:pt x="229" y="343"/>
                    <a:pt x="221" y="343"/>
                    <a:pt x="212" y="343"/>
                  </a:cubicBezTo>
                  <a:close/>
                  <a:moveTo>
                    <a:pt x="67" y="380"/>
                  </a:moveTo>
                  <a:cubicBezTo>
                    <a:pt x="67" y="387"/>
                    <a:pt x="67" y="394"/>
                    <a:pt x="67" y="401"/>
                  </a:cubicBezTo>
                  <a:cubicBezTo>
                    <a:pt x="75" y="401"/>
                    <a:pt x="84" y="401"/>
                    <a:pt x="93" y="401"/>
                  </a:cubicBezTo>
                  <a:cubicBezTo>
                    <a:pt x="93" y="394"/>
                    <a:pt x="93" y="387"/>
                    <a:pt x="93" y="380"/>
                  </a:cubicBezTo>
                  <a:cubicBezTo>
                    <a:pt x="84" y="380"/>
                    <a:pt x="75" y="380"/>
                    <a:pt x="67" y="380"/>
                  </a:cubicBezTo>
                  <a:close/>
                  <a:moveTo>
                    <a:pt x="31" y="380"/>
                  </a:moveTo>
                  <a:cubicBezTo>
                    <a:pt x="31" y="387"/>
                    <a:pt x="31" y="394"/>
                    <a:pt x="31" y="401"/>
                  </a:cubicBezTo>
                  <a:cubicBezTo>
                    <a:pt x="39" y="401"/>
                    <a:pt x="48" y="401"/>
                    <a:pt x="56" y="401"/>
                  </a:cubicBezTo>
                  <a:cubicBezTo>
                    <a:pt x="56" y="394"/>
                    <a:pt x="56" y="387"/>
                    <a:pt x="56" y="380"/>
                  </a:cubicBezTo>
                  <a:cubicBezTo>
                    <a:pt x="48" y="380"/>
                    <a:pt x="39" y="380"/>
                    <a:pt x="31" y="380"/>
                  </a:cubicBezTo>
                  <a:close/>
                  <a:moveTo>
                    <a:pt x="103" y="380"/>
                  </a:moveTo>
                  <a:cubicBezTo>
                    <a:pt x="103" y="387"/>
                    <a:pt x="103" y="394"/>
                    <a:pt x="103" y="401"/>
                  </a:cubicBezTo>
                  <a:cubicBezTo>
                    <a:pt x="112" y="401"/>
                    <a:pt x="120" y="401"/>
                    <a:pt x="129" y="401"/>
                  </a:cubicBezTo>
                  <a:cubicBezTo>
                    <a:pt x="129" y="394"/>
                    <a:pt x="129" y="387"/>
                    <a:pt x="129" y="380"/>
                  </a:cubicBezTo>
                  <a:cubicBezTo>
                    <a:pt x="120" y="380"/>
                    <a:pt x="112" y="380"/>
                    <a:pt x="103" y="380"/>
                  </a:cubicBezTo>
                  <a:close/>
                  <a:moveTo>
                    <a:pt x="140" y="380"/>
                  </a:moveTo>
                  <a:cubicBezTo>
                    <a:pt x="140" y="387"/>
                    <a:pt x="140" y="394"/>
                    <a:pt x="140" y="401"/>
                  </a:cubicBezTo>
                  <a:cubicBezTo>
                    <a:pt x="148" y="401"/>
                    <a:pt x="157" y="401"/>
                    <a:pt x="165" y="401"/>
                  </a:cubicBezTo>
                  <a:cubicBezTo>
                    <a:pt x="165" y="394"/>
                    <a:pt x="165" y="387"/>
                    <a:pt x="165" y="380"/>
                  </a:cubicBezTo>
                  <a:cubicBezTo>
                    <a:pt x="157" y="380"/>
                    <a:pt x="148" y="380"/>
                    <a:pt x="140" y="380"/>
                  </a:cubicBezTo>
                  <a:close/>
                  <a:moveTo>
                    <a:pt x="176" y="380"/>
                  </a:moveTo>
                  <a:cubicBezTo>
                    <a:pt x="176" y="387"/>
                    <a:pt x="176" y="394"/>
                    <a:pt x="176" y="401"/>
                  </a:cubicBezTo>
                  <a:cubicBezTo>
                    <a:pt x="184" y="401"/>
                    <a:pt x="193" y="401"/>
                    <a:pt x="202" y="401"/>
                  </a:cubicBezTo>
                  <a:cubicBezTo>
                    <a:pt x="202" y="394"/>
                    <a:pt x="202" y="387"/>
                    <a:pt x="202" y="380"/>
                  </a:cubicBezTo>
                  <a:cubicBezTo>
                    <a:pt x="193" y="380"/>
                    <a:pt x="184" y="380"/>
                    <a:pt x="176" y="380"/>
                  </a:cubicBezTo>
                  <a:close/>
                  <a:moveTo>
                    <a:pt x="212" y="380"/>
                  </a:moveTo>
                  <a:cubicBezTo>
                    <a:pt x="212" y="387"/>
                    <a:pt x="212" y="394"/>
                    <a:pt x="212" y="401"/>
                  </a:cubicBezTo>
                  <a:cubicBezTo>
                    <a:pt x="221" y="401"/>
                    <a:pt x="229" y="401"/>
                    <a:pt x="238" y="401"/>
                  </a:cubicBezTo>
                  <a:cubicBezTo>
                    <a:pt x="238" y="394"/>
                    <a:pt x="238" y="387"/>
                    <a:pt x="238" y="380"/>
                  </a:cubicBezTo>
                  <a:cubicBezTo>
                    <a:pt x="229" y="380"/>
                    <a:pt x="221" y="380"/>
                    <a:pt x="212" y="380"/>
                  </a:cubicBezTo>
                  <a:close/>
                  <a:moveTo>
                    <a:pt x="67" y="416"/>
                  </a:moveTo>
                  <a:cubicBezTo>
                    <a:pt x="67" y="423"/>
                    <a:pt x="67" y="430"/>
                    <a:pt x="67" y="438"/>
                  </a:cubicBezTo>
                  <a:cubicBezTo>
                    <a:pt x="75" y="438"/>
                    <a:pt x="84" y="438"/>
                    <a:pt x="93" y="438"/>
                  </a:cubicBezTo>
                  <a:cubicBezTo>
                    <a:pt x="93" y="430"/>
                    <a:pt x="93" y="423"/>
                    <a:pt x="93" y="416"/>
                  </a:cubicBezTo>
                  <a:cubicBezTo>
                    <a:pt x="84" y="416"/>
                    <a:pt x="75" y="416"/>
                    <a:pt x="67" y="416"/>
                  </a:cubicBezTo>
                  <a:close/>
                  <a:moveTo>
                    <a:pt x="31" y="416"/>
                  </a:moveTo>
                  <a:cubicBezTo>
                    <a:pt x="31" y="423"/>
                    <a:pt x="31" y="430"/>
                    <a:pt x="31" y="438"/>
                  </a:cubicBezTo>
                  <a:cubicBezTo>
                    <a:pt x="39" y="438"/>
                    <a:pt x="48" y="438"/>
                    <a:pt x="56" y="438"/>
                  </a:cubicBezTo>
                  <a:cubicBezTo>
                    <a:pt x="56" y="430"/>
                    <a:pt x="56" y="423"/>
                    <a:pt x="56" y="416"/>
                  </a:cubicBezTo>
                  <a:cubicBezTo>
                    <a:pt x="48" y="416"/>
                    <a:pt x="39" y="416"/>
                    <a:pt x="31" y="416"/>
                  </a:cubicBezTo>
                  <a:close/>
                  <a:moveTo>
                    <a:pt x="103" y="416"/>
                  </a:moveTo>
                  <a:cubicBezTo>
                    <a:pt x="103" y="423"/>
                    <a:pt x="103" y="430"/>
                    <a:pt x="103" y="438"/>
                  </a:cubicBezTo>
                  <a:cubicBezTo>
                    <a:pt x="112" y="438"/>
                    <a:pt x="120" y="438"/>
                    <a:pt x="129" y="438"/>
                  </a:cubicBezTo>
                  <a:cubicBezTo>
                    <a:pt x="129" y="430"/>
                    <a:pt x="129" y="423"/>
                    <a:pt x="129" y="416"/>
                  </a:cubicBezTo>
                  <a:cubicBezTo>
                    <a:pt x="120" y="416"/>
                    <a:pt x="112" y="416"/>
                    <a:pt x="103" y="416"/>
                  </a:cubicBezTo>
                  <a:close/>
                  <a:moveTo>
                    <a:pt x="140" y="416"/>
                  </a:moveTo>
                  <a:cubicBezTo>
                    <a:pt x="140" y="423"/>
                    <a:pt x="140" y="430"/>
                    <a:pt x="140" y="438"/>
                  </a:cubicBezTo>
                  <a:cubicBezTo>
                    <a:pt x="148" y="438"/>
                    <a:pt x="157" y="438"/>
                    <a:pt x="165" y="438"/>
                  </a:cubicBezTo>
                  <a:cubicBezTo>
                    <a:pt x="165" y="430"/>
                    <a:pt x="165" y="423"/>
                    <a:pt x="165" y="416"/>
                  </a:cubicBezTo>
                  <a:cubicBezTo>
                    <a:pt x="157" y="416"/>
                    <a:pt x="148" y="416"/>
                    <a:pt x="140" y="416"/>
                  </a:cubicBezTo>
                  <a:close/>
                  <a:moveTo>
                    <a:pt x="176" y="416"/>
                  </a:moveTo>
                  <a:cubicBezTo>
                    <a:pt x="176" y="423"/>
                    <a:pt x="176" y="430"/>
                    <a:pt x="176" y="438"/>
                  </a:cubicBezTo>
                  <a:cubicBezTo>
                    <a:pt x="184" y="438"/>
                    <a:pt x="193" y="438"/>
                    <a:pt x="202" y="438"/>
                  </a:cubicBezTo>
                  <a:cubicBezTo>
                    <a:pt x="202" y="430"/>
                    <a:pt x="202" y="423"/>
                    <a:pt x="202" y="416"/>
                  </a:cubicBezTo>
                  <a:cubicBezTo>
                    <a:pt x="193" y="416"/>
                    <a:pt x="184" y="416"/>
                    <a:pt x="176" y="416"/>
                  </a:cubicBezTo>
                  <a:close/>
                  <a:moveTo>
                    <a:pt x="212" y="416"/>
                  </a:moveTo>
                  <a:cubicBezTo>
                    <a:pt x="212" y="423"/>
                    <a:pt x="212" y="430"/>
                    <a:pt x="212" y="438"/>
                  </a:cubicBezTo>
                  <a:cubicBezTo>
                    <a:pt x="221" y="438"/>
                    <a:pt x="229" y="438"/>
                    <a:pt x="238" y="438"/>
                  </a:cubicBezTo>
                  <a:cubicBezTo>
                    <a:pt x="238" y="430"/>
                    <a:pt x="238" y="423"/>
                    <a:pt x="238" y="416"/>
                  </a:cubicBezTo>
                  <a:cubicBezTo>
                    <a:pt x="229" y="416"/>
                    <a:pt x="221" y="416"/>
                    <a:pt x="212" y="416"/>
                  </a:cubicBezTo>
                  <a:close/>
                  <a:moveTo>
                    <a:pt x="31" y="453"/>
                  </a:moveTo>
                  <a:cubicBezTo>
                    <a:pt x="31" y="474"/>
                    <a:pt x="31" y="474"/>
                    <a:pt x="31" y="474"/>
                  </a:cubicBezTo>
                  <a:cubicBezTo>
                    <a:pt x="56" y="474"/>
                    <a:pt x="56" y="474"/>
                    <a:pt x="56" y="474"/>
                  </a:cubicBezTo>
                  <a:cubicBezTo>
                    <a:pt x="56" y="453"/>
                    <a:pt x="56" y="453"/>
                    <a:pt x="56" y="453"/>
                  </a:cubicBezTo>
                  <a:cubicBezTo>
                    <a:pt x="31" y="453"/>
                    <a:pt x="31" y="453"/>
                    <a:pt x="31" y="453"/>
                  </a:cubicBezTo>
                  <a:close/>
                  <a:moveTo>
                    <a:pt x="103" y="453"/>
                  </a:moveTo>
                  <a:cubicBezTo>
                    <a:pt x="103" y="460"/>
                    <a:pt x="103" y="467"/>
                    <a:pt x="103" y="474"/>
                  </a:cubicBezTo>
                  <a:cubicBezTo>
                    <a:pt x="112" y="474"/>
                    <a:pt x="120" y="474"/>
                    <a:pt x="129" y="474"/>
                  </a:cubicBezTo>
                  <a:cubicBezTo>
                    <a:pt x="129" y="467"/>
                    <a:pt x="129" y="460"/>
                    <a:pt x="129" y="453"/>
                  </a:cubicBezTo>
                  <a:cubicBezTo>
                    <a:pt x="120" y="453"/>
                    <a:pt x="112" y="453"/>
                    <a:pt x="103" y="453"/>
                  </a:cubicBezTo>
                  <a:close/>
                  <a:moveTo>
                    <a:pt x="140" y="453"/>
                  </a:moveTo>
                  <a:cubicBezTo>
                    <a:pt x="140" y="460"/>
                    <a:pt x="140" y="467"/>
                    <a:pt x="140" y="474"/>
                  </a:cubicBezTo>
                  <a:cubicBezTo>
                    <a:pt x="148" y="474"/>
                    <a:pt x="157" y="474"/>
                    <a:pt x="165" y="474"/>
                  </a:cubicBezTo>
                  <a:cubicBezTo>
                    <a:pt x="165" y="467"/>
                    <a:pt x="165" y="460"/>
                    <a:pt x="165" y="453"/>
                  </a:cubicBezTo>
                  <a:cubicBezTo>
                    <a:pt x="157" y="453"/>
                    <a:pt x="148" y="453"/>
                    <a:pt x="140" y="453"/>
                  </a:cubicBezTo>
                  <a:close/>
                  <a:moveTo>
                    <a:pt x="176" y="453"/>
                  </a:moveTo>
                  <a:cubicBezTo>
                    <a:pt x="176" y="460"/>
                    <a:pt x="176" y="467"/>
                    <a:pt x="176" y="474"/>
                  </a:cubicBezTo>
                  <a:cubicBezTo>
                    <a:pt x="184" y="474"/>
                    <a:pt x="193" y="474"/>
                    <a:pt x="202" y="474"/>
                  </a:cubicBezTo>
                  <a:cubicBezTo>
                    <a:pt x="202" y="467"/>
                    <a:pt x="202" y="460"/>
                    <a:pt x="202" y="453"/>
                  </a:cubicBezTo>
                  <a:cubicBezTo>
                    <a:pt x="193" y="453"/>
                    <a:pt x="184" y="453"/>
                    <a:pt x="176" y="453"/>
                  </a:cubicBezTo>
                  <a:close/>
                  <a:moveTo>
                    <a:pt x="212" y="453"/>
                  </a:moveTo>
                  <a:cubicBezTo>
                    <a:pt x="212" y="474"/>
                    <a:pt x="212" y="474"/>
                    <a:pt x="212" y="474"/>
                  </a:cubicBezTo>
                  <a:cubicBezTo>
                    <a:pt x="238" y="474"/>
                    <a:pt x="238" y="474"/>
                    <a:pt x="238" y="474"/>
                  </a:cubicBezTo>
                  <a:cubicBezTo>
                    <a:pt x="238" y="453"/>
                    <a:pt x="238" y="453"/>
                    <a:pt x="238" y="453"/>
                  </a:cubicBezTo>
                  <a:lnTo>
                    <a:pt x="212" y="4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grpSp>
        <p:nvGrpSpPr>
          <p:cNvPr id="3" name="组合 2"/>
          <p:cNvGrpSpPr/>
          <p:nvPr userDrawn="1"/>
        </p:nvGrpSpPr>
        <p:grpSpPr>
          <a:xfrm>
            <a:off x="669925" y="921702"/>
            <a:ext cx="2376076" cy="540999"/>
            <a:chOff x="669925" y="1336962"/>
            <a:chExt cx="2376076" cy="540999"/>
          </a:xfrm>
        </p:grpSpPr>
        <p:grpSp>
          <p:nvGrpSpPr>
            <p:cNvPr id="2" name="组合 1"/>
            <p:cNvGrpSpPr/>
            <p:nvPr userDrawn="1"/>
          </p:nvGrpSpPr>
          <p:grpSpPr>
            <a:xfrm>
              <a:off x="755217" y="1336962"/>
              <a:ext cx="2205493" cy="248480"/>
              <a:chOff x="821641" y="1181996"/>
              <a:chExt cx="2205493" cy="248480"/>
            </a:xfrm>
          </p:grpSpPr>
          <p:sp>
            <p:nvSpPr>
              <p:cNvPr id="38" name="Freeform 5"/>
              <p:cNvSpPr/>
              <p:nvPr/>
            </p:nvSpPr>
            <p:spPr bwMode="auto">
              <a:xfrm>
                <a:off x="1200258" y="1196846"/>
                <a:ext cx="319867" cy="23363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39" name="Freeform 6"/>
              <p:cNvSpPr/>
              <p:nvPr/>
            </p:nvSpPr>
            <p:spPr bwMode="auto">
              <a:xfrm>
                <a:off x="821641" y="1189916"/>
                <a:ext cx="348776" cy="23363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chemeClr val="bg1"/>
              </a:solidFill>
              <a:ln>
                <a:noFill/>
              </a:ln>
            </p:spPr>
            <p:txBody>
              <a:bodyPr vert="horz" wrap="square" lIns="91440" tIns="45720" rIns="91440" bIns="45720" numCol="1" anchor="t" anchorCtr="0" compatLnSpc="1"/>
              <a:lstStyle/>
              <a:p>
                <a:endParaRPr lang="zh-CN" altLang="en-US" sz="1100">
                  <a:solidFill>
                    <a:schemeClr val="bg1"/>
                  </a:solidFill>
                </a:endParaRPr>
              </a:p>
            </p:txBody>
          </p:sp>
          <p:sp>
            <p:nvSpPr>
              <p:cNvPr id="40" name="Freeform 7"/>
              <p:cNvSpPr>
                <a:spLocks noEditPoints="1"/>
              </p:cNvSpPr>
              <p:nvPr/>
            </p:nvSpPr>
            <p:spPr bwMode="auto">
              <a:xfrm>
                <a:off x="1520125" y="1196846"/>
                <a:ext cx="407527" cy="23363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41" name="Freeform 8"/>
              <p:cNvSpPr/>
              <p:nvPr/>
            </p:nvSpPr>
            <p:spPr bwMode="auto">
              <a:xfrm>
                <a:off x="1942572" y="1196846"/>
                <a:ext cx="334788" cy="226700"/>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42" name="Freeform 9"/>
              <p:cNvSpPr>
                <a:spLocks noEditPoints="1"/>
              </p:cNvSpPr>
              <p:nvPr/>
            </p:nvSpPr>
            <p:spPr bwMode="auto">
              <a:xfrm>
                <a:off x="2371548" y="1181996"/>
                <a:ext cx="305879" cy="248479"/>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43" name="Freeform 10"/>
              <p:cNvSpPr>
                <a:spLocks noEditPoints="1"/>
              </p:cNvSpPr>
              <p:nvPr/>
            </p:nvSpPr>
            <p:spPr bwMode="auto">
              <a:xfrm>
                <a:off x="2728716" y="1181996"/>
                <a:ext cx="298418" cy="248479"/>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grpSp>
        <p:sp>
          <p:nvSpPr>
            <p:cNvPr id="44" name="文本框 43"/>
            <p:cNvSpPr txBox="1"/>
            <p:nvPr/>
          </p:nvSpPr>
          <p:spPr>
            <a:xfrm>
              <a:off x="669925" y="1616351"/>
              <a:ext cx="2376076" cy="261610"/>
            </a:xfrm>
            <a:prstGeom prst="rect">
              <a:avLst/>
            </a:prstGeom>
            <a:noFill/>
          </p:spPr>
          <p:txBody>
            <a:bodyPr wrap="square" rtlCol="0">
              <a:spAutoFit/>
            </a:bodyPr>
            <a:lstStyle/>
            <a:p>
              <a:pPr algn="just"/>
              <a:r>
                <a:rPr lang="zh-CN" altLang="en-US" sz="1100" dirty="0" smtClean="0">
                  <a:solidFill>
                    <a:schemeClr val="bg1"/>
                  </a:solidFill>
                </a:rPr>
                <a:t>科   技   创   新  </a:t>
              </a:r>
              <a:r>
                <a:rPr lang="zh-CN" altLang="en-US" sz="1100" baseline="0" dirty="0" smtClean="0">
                  <a:solidFill>
                    <a:schemeClr val="bg1"/>
                  </a:solidFill>
                </a:rPr>
                <a:t>    </a:t>
              </a:r>
              <a:r>
                <a:rPr lang="zh-CN" altLang="en-US" sz="1100" dirty="0" smtClean="0">
                  <a:solidFill>
                    <a:schemeClr val="bg1"/>
                  </a:solidFill>
                </a:rPr>
                <a:t> 文   化   护   航</a:t>
              </a:r>
              <a:endParaRPr lang="zh-CN" altLang="en-US" sz="1100" dirty="0">
                <a:solidFill>
                  <a:schemeClr val="bg1"/>
                </a:solidFill>
              </a:endParaRPr>
            </a:p>
          </p:txBody>
        </p:sp>
      </p:grpSp>
      <p:sp>
        <p:nvSpPr>
          <p:cNvPr id="30" name="矩形 29"/>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Tree>
    <p:extLst>
      <p:ext uri="{BB962C8B-B14F-4D97-AF65-F5344CB8AC3E}">
        <p14:creationId xmlns:p14="http://schemas.microsoft.com/office/powerpoint/2010/main" val="291238645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grpSp>
        <p:nvGrpSpPr>
          <p:cNvPr id="27" name="组合 26"/>
          <p:cNvGrpSpPr/>
          <p:nvPr userDrawn="1"/>
        </p:nvGrpSpPr>
        <p:grpSpPr>
          <a:xfrm>
            <a:off x="9601200" y="405735"/>
            <a:ext cx="1919288" cy="456511"/>
            <a:chOff x="7836774" y="258763"/>
            <a:chExt cx="4044824" cy="906292"/>
          </a:xfrm>
        </p:grpSpPr>
        <p:sp>
          <p:nvSpPr>
            <p:cNvPr id="28" name="Freeform 5"/>
            <p:cNvSpPr/>
            <p:nvPr/>
          </p:nvSpPr>
          <p:spPr bwMode="auto">
            <a:xfrm>
              <a:off x="8618539"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29" name="Freeform 6"/>
            <p:cNvSpPr/>
            <p:nvPr/>
          </p:nvSpPr>
          <p:spPr bwMode="auto">
            <a:xfrm>
              <a:off x="7974014" y="271463"/>
              <a:ext cx="593724"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30" name="Freeform 7"/>
            <p:cNvSpPr>
              <a:spLocks noEditPoints="1"/>
            </p:cNvSpPr>
            <p:nvPr/>
          </p:nvSpPr>
          <p:spPr bwMode="auto">
            <a:xfrm>
              <a:off x="9163052"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1" name="Freeform 8"/>
            <p:cNvSpPr/>
            <p:nvPr/>
          </p:nvSpPr>
          <p:spPr bwMode="auto">
            <a:xfrm>
              <a:off x="9882189" y="282576"/>
              <a:ext cx="569912"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2" name="Freeform 9"/>
            <p:cNvSpPr>
              <a:spLocks noEditPoints="1"/>
            </p:cNvSpPr>
            <p:nvPr/>
          </p:nvSpPr>
          <p:spPr bwMode="auto">
            <a:xfrm>
              <a:off x="10612439" y="258763"/>
              <a:ext cx="520701"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3" name="Freeform 10"/>
            <p:cNvSpPr>
              <a:spLocks noEditPoints="1"/>
            </p:cNvSpPr>
            <p:nvPr/>
          </p:nvSpPr>
          <p:spPr bwMode="auto">
            <a:xfrm>
              <a:off x="11220452" y="258763"/>
              <a:ext cx="507999"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4" name="文本框 33"/>
            <p:cNvSpPr txBox="1"/>
            <p:nvPr/>
          </p:nvSpPr>
          <p:spPr>
            <a:xfrm>
              <a:off x="7836774" y="706794"/>
              <a:ext cx="4044824" cy="458261"/>
            </a:xfrm>
            <a:prstGeom prst="rect">
              <a:avLst/>
            </a:prstGeom>
            <a:noFill/>
          </p:spPr>
          <p:txBody>
            <a:bodyPr wrap="square" rtlCol="0">
              <a:spAutoFit/>
            </a:bodyPr>
            <a:lstStyle/>
            <a:p>
              <a:pPr algn="just"/>
              <a:r>
                <a:rPr lang="zh-CN" altLang="en-US" sz="900" dirty="0" smtClean="0">
                  <a:solidFill>
                    <a:schemeClr val="bg1">
                      <a:lumMod val="50000"/>
                    </a:schemeClr>
                  </a:solidFill>
                </a:rPr>
                <a:t>科   技   创   新  </a:t>
              </a:r>
              <a:r>
                <a:rPr lang="zh-CN" altLang="en-US" sz="900" baseline="0" dirty="0" smtClean="0">
                  <a:solidFill>
                    <a:schemeClr val="bg1">
                      <a:lumMod val="50000"/>
                    </a:schemeClr>
                  </a:solidFill>
                </a:rPr>
                <a:t>    </a:t>
              </a:r>
              <a:r>
                <a:rPr lang="zh-CN" altLang="en-US" sz="900" dirty="0" smtClean="0">
                  <a:solidFill>
                    <a:schemeClr val="bg1">
                      <a:lumMod val="50000"/>
                    </a:schemeClr>
                  </a:solidFill>
                </a:rPr>
                <a:t> 文   化   护   航</a:t>
              </a:r>
              <a:endParaRPr lang="zh-CN" altLang="en-US" sz="900" dirty="0">
                <a:solidFill>
                  <a:schemeClr val="bg1">
                    <a:lumMod val="50000"/>
                  </a:schemeClr>
                </a:solidFill>
              </a:endParaRPr>
            </a:p>
          </p:txBody>
        </p:sp>
      </p:grpSp>
      <p:sp>
        <p:nvSpPr>
          <p:cNvPr id="35" name="矩形 34"/>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
        <p:nvSpPr>
          <p:cNvPr id="18" name="标题 1"/>
          <p:cNvSpPr>
            <a:spLocks noGrp="1"/>
          </p:cNvSpPr>
          <p:nvPr>
            <p:ph type="title"/>
          </p:nvPr>
        </p:nvSpPr>
        <p:spPr>
          <a:xfrm>
            <a:off x="669925" y="429471"/>
            <a:ext cx="8798400" cy="409039"/>
          </a:xfrm>
        </p:spPr>
        <p:txBody>
          <a:bodyPr anchor="ctr">
            <a:noAutofit/>
          </a:bodyPr>
          <a:lstStyle>
            <a:lvl1pPr>
              <a:defRPr sz="2800" b="0">
                <a:solidFill>
                  <a:srgbClr val="0070C0"/>
                </a:solidFill>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207448194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B8B736-7EE7-46E3-9B3E-54F16E7B93B0}" type="datetimeFigureOut">
              <a:rPr lang="zh-CN" altLang="en-US" smtClean="0"/>
              <a:t>2023/8/18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6276E2-E6B6-4A88-9AB6-DEFA7A88BD04}" type="slidenum">
              <a:rPr lang="zh-CN" altLang="en-US" smtClean="0"/>
              <a:t>‹#›</a:t>
            </a:fld>
            <a:endParaRPr lang="zh-CN" altLang="en-US"/>
          </a:p>
        </p:txBody>
      </p:sp>
    </p:spTree>
    <p:extLst>
      <p:ext uri="{BB962C8B-B14F-4D97-AF65-F5344CB8AC3E}">
        <p14:creationId xmlns:p14="http://schemas.microsoft.com/office/powerpoint/2010/main" val="3940054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wolai.com/uLm6BrcXMDqXiATS2DBQvE"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hyperlink" Target="https://www.wolai.com/b4MD9pJ9oN5peyoUjm2xTg" TargetMode="External"/><Relationship Id="rId5" Type="http://schemas.openxmlformats.org/officeDocument/2006/relationships/hyperlink" Target="https://www.wolai.com/6yQ55Q3eSprZWDMgPWbUNB" TargetMode="External"/><Relationship Id="rId4" Type="http://schemas.openxmlformats.org/officeDocument/2006/relationships/hyperlink" Target="https://www.wolai.com/nE5aszp4wCGFMKobxGrEMK"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a:xfrm>
            <a:off x="9018872" y="5847354"/>
            <a:ext cx="1967577" cy="296271"/>
          </a:xfrm>
        </p:spPr>
        <p:txBody>
          <a:bodyPr/>
          <a:lstStyle/>
          <a:p>
            <a:pPr algn="l"/>
            <a:r>
              <a:rPr lang="en-US" altLang="zh-CN" sz="1400" smtClean="0">
                <a:latin typeface="Arial" panose="020B0604020202020204" pitchFamily="34" charset="0"/>
                <a:ea typeface="微软雅黑" panose="020B0503020204020204" pitchFamily="34" charset="-122"/>
                <a:sym typeface="Arial" panose="020B0604020202020204" pitchFamily="34" charset="0"/>
              </a:rPr>
              <a:t>Date:2023.08.11</a:t>
            </a: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3" name="标题 2"/>
          <p:cNvSpPr>
            <a:spLocks noGrp="1"/>
          </p:cNvSpPr>
          <p:nvPr>
            <p:ph type="ctrTitle"/>
          </p:nvPr>
        </p:nvSpPr>
        <p:spPr>
          <a:xfrm>
            <a:off x="2126212" y="2061943"/>
            <a:ext cx="9727046" cy="1266373"/>
          </a:xfrm>
        </p:spPr>
        <p:txBody>
          <a:bodyPr/>
          <a:lstStyle/>
          <a:p>
            <a:r>
              <a:rPr lang="en-US" altLang="zh-CN" sz="4800" smtClean="0">
                <a:latin typeface="Arial" panose="020B0604020202020204" pitchFamily="34" charset="0"/>
                <a:ea typeface="微软雅黑" panose="020B0503020204020204" pitchFamily="34" charset="-122"/>
                <a:sym typeface="Arial" panose="020B0604020202020204" pitchFamily="34" charset="0"/>
              </a:rPr>
              <a:t>Android</a:t>
            </a:r>
            <a:r>
              <a:rPr lang="zh-CN" altLang="en-US" sz="4800" smtClean="0">
                <a:latin typeface="Arial" panose="020B0604020202020204" pitchFamily="34" charset="0"/>
                <a:ea typeface="微软雅黑" panose="020B0503020204020204" pitchFamily="34" charset="-122"/>
                <a:sym typeface="Arial" panose="020B0604020202020204" pitchFamily="34" charset="0"/>
              </a:rPr>
              <a:t>多用户经验分享</a:t>
            </a:r>
            <a:r>
              <a:rPr lang="en-US" altLang="zh-CN" sz="4800" dirty="0" smtClean="0">
                <a:latin typeface="Arial" panose="020B0604020202020204" pitchFamily="34" charset="0"/>
                <a:ea typeface="微软雅黑" panose="020B0503020204020204" pitchFamily="34" charset="-122"/>
                <a:sym typeface="Arial" panose="020B0604020202020204" pitchFamily="34" charset="0"/>
              </a:rPr>
              <a:t/>
            </a:r>
            <a:br>
              <a:rPr lang="en-US" altLang="zh-CN" sz="4800" dirty="0" smtClean="0">
                <a:latin typeface="Arial" panose="020B0604020202020204" pitchFamily="34" charset="0"/>
                <a:ea typeface="微软雅黑" panose="020B0503020204020204" pitchFamily="34" charset="-122"/>
                <a:sym typeface="Arial" panose="020B0604020202020204" pitchFamily="34" charset="0"/>
              </a:rPr>
            </a:br>
            <a:r>
              <a:rPr lang="en-US" altLang="zh-CN" sz="4800" smtClean="0">
                <a:latin typeface="Arial" panose="020B0604020202020204" pitchFamily="34" charset="0"/>
                <a:ea typeface="微软雅黑" panose="020B0503020204020204" pitchFamily="34" charset="-122"/>
                <a:sym typeface="Arial" panose="020B0604020202020204" pitchFamily="34" charset="0"/>
              </a:rPr>
              <a:t/>
            </a:r>
            <a:br>
              <a:rPr lang="en-US" altLang="zh-CN" sz="4800" smtClean="0">
                <a:latin typeface="Arial" panose="020B0604020202020204" pitchFamily="34" charset="0"/>
                <a:ea typeface="微软雅黑" panose="020B0503020204020204" pitchFamily="34" charset="-122"/>
                <a:sym typeface="Arial" panose="020B0604020202020204" pitchFamily="34" charset="0"/>
              </a:rPr>
            </a:br>
            <a:r>
              <a:rPr lang="zh-CN" altLang="en-US" sz="2400">
                <a:latin typeface="Arial" panose="020B0604020202020204" pitchFamily="34" charset="0"/>
                <a:ea typeface="微软雅黑" panose="020B0503020204020204" pitchFamily="34" charset="-122"/>
                <a:sym typeface="Arial" panose="020B0604020202020204" pitchFamily="34" charset="0"/>
              </a:rPr>
              <a:t>梅浩</a:t>
            </a:r>
            <a:endParaRPr lang="zh-CN" altLang="en-US" sz="2400" dirty="0">
              <a:latin typeface="Arial" panose="020B0604020202020204" pitchFamily="34" charset="0"/>
              <a:ea typeface="微软雅黑" panose="020B0503020204020204" pitchFamily="34" charset="-122"/>
              <a:sym typeface="Arial" panose="020B0604020202020204" pitchFamily="34" charset="0"/>
            </a:endParaRPr>
          </a:p>
        </p:txBody>
      </p:sp>
      <p:sp>
        <p:nvSpPr>
          <p:cNvPr id="4" name="文本占位符 3"/>
          <p:cNvSpPr>
            <a:spLocks noGrp="1"/>
          </p:cNvSpPr>
          <p:nvPr>
            <p:ph type="body" sz="quarter" idx="10"/>
          </p:nvPr>
        </p:nvSpPr>
        <p:spPr>
          <a:xfrm>
            <a:off x="9018872" y="5047847"/>
            <a:ext cx="2323178" cy="327647"/>
          </a:xfrm>
        </p:spPr>
        <p:txBody>
          <a:bodyPr/>
          <a:lstStyle/>
          <a:p>
            <a:pPr algn="l"/>
            <a:r>
              <a:rPr lang="zh-CN" altLang="en-US" smtClean="0">
                <a:latin typeface="Arial" panose="020B0604020202020204" pitchFamily="34" charset="0"/>
                <a:ea typeface="微软雅黑" panose="020B0503020204020204" pitchFamily="34" charset="-122"/>
                <a:sym typeface="Arial" panose="020B0604020202020204" pitchFamily="34" charset="0"/>
              </a:rPr>
              <a:t>技术中心</a:t>
            </a: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占位符 3"/>
          <p:cNvSpPr txBox="1"/>
          <p:nvPr/>
        </p:nvSpPr>
        <p:spPr>
          <a:xfrm>
            <a:off x="9018872" y="5543239"/>
            <a:ext cx="1967577" cy="296271"/>
          </a:xfrm>
          <a:prstGeom prst="rect">
            <a:avLst/>
          </a:prstGeom>
        </p:spPr>
        <p:txBody>
          <a:bodyPr vert="horz" lIns="91440" tIns="45720" rIns="91440" bIns="45720" rtlCol="0" anchor="ctr">
            <a:noAutofit/>
          </a:bodyPr>
          <a:lstStyle>
            <a:lvl1pPr marL="0" indent="0" algn="r"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ltLang="zh-CN" sz="1400" dirty="0" smtClean="0">
                <a:latin typeface="Arial" panose="020B0604020202020204" pitchFamily="34" charset="0"/>
                <a:ea typeface="微软雅黑" panose="020B0503020204020204" pitchFamily="34" charset="-122"/>
                <a:sym typeface="Arial" panose="020B0604020202020204" pitchFamily="34" charset="0"/>
              </a:rPr>
              <a:t>Version:</a:t>
            </a: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6191386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357447" y="429471"/>
            <a:ext cx="9110878" cy="409039"/>
          </a:xfrm>
        </p:spPr>
        <p:txBody>
          <a:bodyPr/>
          <a:lstStyle/>
          <a:p>
            <a:r>
              <a:rPr lang="zh-CN" altLang="en-US" sz="3600" b="1" dirty="0">
                <a:latin typeface="Arial" panose="020B0604020202020204" pitchFamily="34" charset="0"/>
                <a:sym typeface="Arial" panose="020B0604020202020204" pitchFamily="34" charset="0"/>
              </a:rPr>
              <a:t>目录</a:t>
            </a:r>
          </a:p>
        </p:txBody>
      </p:sp>
      <p:sp>
        <p:nvSpPr>
          <p:cNvPr id="8" name="矩形 7"/>
          <p:cNvSpPr/>
          <p:nvPr/>
        </p:nvSpPr>
        <p:spPr>
          <a:xfrm>
            <a:off x="669925" y="1656021"/>
            <a:ext cx="7001221" cy="2677656"/>
          </a:xfrm>
          <a:prstGeom prst="rect">
            <a:avLst/>
          </a:prstGeom>
        </p:spPr>
        <p:txBody>
          <a:bodyPr wrap="square">
            <a:spAutoFit/>
          </a:bodyPr>
          <a:lstStyle/>
          <a:p>
            <a:pPr marL="252730">
              <a:tabLst>
                <a:tab pos="774700" algn="l"/>
              </a:tabLst>
            </a:pPr>
            <a:r>
              <a:rPr lang="zh-CN" altLang="en-US"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一、多用户</a:t>
            </a:r>
            <a:r>
              <a:rPr lang="zh-CN" altLang="en-US" sz="2400" b="1" spc="-5">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的基本</a:t>
            </a:r>
            <a:r>
              <a:rPr lang="zh-CN" altLang="en-US"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概念</a:t>
            </a:r>
            <a:endParaRPr lang="en-US" altLang="zh-CN"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endParaRPr>
          </a:p>
          <a:p>
            <a:pPr marL="252730">
              <a:tabLst>
                <a:tab pos="774700" algn="l"/>
              </a:tabLst>
            </a:pPr>
            <a:endParaRPr lang="en-US" altLang="zh-CN"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endParaRPr>
          </a:p>
          <a:p>
            <a:pPr marL="252730">
              <a:tabLst>
                <a:tab pos="774700" algn="l"/>
              </a:tabLst>
            </a:pPr>
            <a:r>
              <a:rPr lang="zh-CN" altLang="en-US"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二、</a:t>
            </a:r>
            <a:r>
              <a:rPr lang="en-US" altLang="zh-CN"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Android</a:t>
            </a:r>
            <a:r>
              <a:rPr lang="zh-CN" altLang="en-US" sz="2400" b="1" spc="-5">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多用户框架概述及相关源码</a:t>
            </a:r>
            <a:r>
              <a:rPr lang="zh-CN" altLang="en-US"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分析</a:t>
            </a:r>
            <a:endParaRPr lang="en-US" altLang="zh-CN"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endParaRPr>
          </a:p>
          <a:p>
            <a:pPr marL="252730">
              <a:tabLst>
                <a:tab pos="774700" algn="l"/>
              </a:tabLst>
            </a:pPr>
            <a:endParaRPr lang="en-US" altLang="zh-CN" sz="2400" b="1" spc="-5"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endParaRPr>
          </a:p>
          <a:p>
            <a:pPr marL="252730">
              <a:tabLst>
                <a:tab pos="774700" algn="l"/>
              </a:tabLst>
            </a:pPr>
            <a:r>
              <a:rPr lang="zh-CN" altLang="en-US" sz="2400" b="1" smtClean="0">
                <a:solidFill>
                  <a:srgbClr val="0070C0"/>
                </a:solidFill>
                <a:latin typeface="Arial" panose="020B0604020202020204" pitchFamily="34" charset="0"/>
                <a:ea typeface="微软雅黑" panose="020B0503020204020204" pitchFamily="34" charset="-122"/>
                <a:sym typeface="Arial" panose="020B0604020202020204" pitchFamily="34" charset="0"/>
              </a:rPr>
              <a:t>三、多用户</a:t>
            </a:r>
            <a:r>
              <a:rPr lang="zh-CN" altLang="en-US" sz="2400" b="1">
                <a:solidFill>
                  <a:srgbClr val="0070C0"/>
                </a:solidFill>
                <a:latin typeface="Arial" panose="020B0604020202020204" pitchFamily="34" charset="0"/>
                <a:ea typeface="微软雅黑" panose="020B0503020204020204" pitchFamily="34" charset="-122"/>
                <a:sym typeface="Arial" panose="020B0604020202020204" pitchFamily="34" charset="0"/>
              </a:rPr>
              <a:t>项目实践经验</a:t>
            </a:r>
            <a:r>
              <a:rPr lang="zh-CN" altLang="en-US" sz="2400" b="1" smtClean="0">
                <a:solidFill>
                  <a:srgbClr val="0070C0"/>
                </a:solidFill>
                <a:latin typeface="Arial" panose="020B0604020202020204" pitchFamily="34" charset="0"/>
                <a:ea typeface="微软雅黑" panose="020B0503020204020204" pitchFamily="34" charset="-122"/>
                <a:sym typeface="Arial" panose="020B0604020202020204" pitchFamily="34" charset="0"/>
              </a:rPr>
              <a:t>分享</a:t>
            </a:r>
            <a:endParaRPr lang="en-US" altLang="zh-CN" sz="2400" b="1" smtClean="0">
              <a:solidFill>
                <a:srgbClr val="0070C0"/>
              </a:solidFill>
              <a:latin typeface="Arial" panose="020B0604020202020204" pitchFamily="34" charset="0"/>
              <a:ea typeface="微软雅黑" panose="020B0503020204020204" pitchFamily="34" charset="-122"/>
              <a:sym typeface="Arial" panose="020B0604020202020204" pitchFamily="34" charset="0"/>
            </a:endParaRPr>
          </a:p>
          <a:p>
            <a:pPr marL="252730">
              <a:tabLst>
                <a:tab pos="774700" algn="l"/>
              </a:tabLst>
            </a:pPr>
            <a:endParaRPr lang="en-US" altLang="zh-CN" sz="2400" b="1" smtClean="0">
              <a:solidFill>
                <a:srgbClr val="0070C0"/>
              </a:solidFill>
              <a:latin typeface="Arial" panose="020B0604020202020204" pitchFamily="34" charset="0"/>
              <a:ea typeface="微软雅黑" panose="020B0503020204020204" pitchFamily="34" charset="-122"/>
              <a:sym typeface="Arial" panose="020B0604020202020204" pitchFamily="34" charset="0"/>
            </a:endParaRPr>
          </a:p>
          <a:p>
            <a:pPr marL="252730">
              <a:tabLst>
                <a:tab pos="774700" algn="l"/>
              </a:tabLst>
            </a:pPr>
            <a:r>
              <a:rPr lang="zh-CN" altLang="en-US" sz="2400" b="1" smtClean="0">
                <a:solidFill>
                  <a:srgbClr val="0070C0"/>
                </a:solidFill>
                <a:latin typeface="Arial" panose="020B0604020202020204" pitchFamily="34" charset="0"/>
                <a:ea typeface="微软雅黑" panose="020B0503020204020204" pitchFamily="34" charset="-122"/>
                <a:sym typeface="Arial" panose="020B0604020202020204" pitchFamily="34" charset="0"/>
              </a:rPr>
              <a:t>四、实际</a:t>
            </a:r>
            <a:r>
              <a:rPr lang="zh-CN" altLang="en-US" sz="2400" b="1">
                <a:solidFill>
                  <a:srgbClr val="0070C0"/>
                </a:solidFill>
                <a:latin typeface="Arial" panose="020B0604020202020204" pitchFamily="34" charset="0"/>
                <a:ea typeface="微软雅黑" panose="020B0503020204020204" pitchFamily="34" charset="-122"/>
                <a:sym typeface="Arial" panose="020B0604020202020204" pitchFamily="34" charset="0"/>
              </a:rPr>
              <a:t>项目常见问题</a:t>
            </a:r>
            <a:r>
              <a:rPr lang="zh-CN" altLang="en-US" sz="2400" b="1" smtClean="0">
                <a:solidFill>
                  <a:srgbClr val="0070C0"/>
                </a:solidFill>
                <a:latin typeface="Arial" panose="020B0604020202020204" pitchFamily="34" charset="0"/>
                <a:ea typeface="微软雅黑" panose="020B0503020204020204" pitchFamily="34" charset="-122"/>
                <a:sym typeface="Arial" panose="020B0604020202020204" pitchFamily="34" charset="0"/>
              </a:rPr>
              <a:t>分析</a:t>
            </a:r>
            <a:endParaRPr lang="zh-CN" altLang="en-US" sz="2400" b="1" spc="-5" dirty="0"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endParaRPr>
          </a:p>
        </p:txBody>
      </p:sp>
    </p:spTree>
    <p:extLst>
      <p:ext uri="{BB962C8B-B14F-4D97-AF65-F5344CB8AC3E}">
        <p14:creationId xmlns:p14="http://schemas.microsoft.com/office/powerpoint/2010/main" val="24901609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基本概念</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37753" y="146027"/>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r>
              <a:rPr kumimoji="1" lang="en-US" altLang="zh-CN" sz="1600" b="1" smtClean="0"/>
              <a:t>01</a:t>
            </a:r>
            <a:endParaRPr kumimoji="1" lang="zh-CN" altLang="en-US" sz="1600" b="1" dirty="0"/>
          </a:p>
        </p:txBody>
      </p:sp>
      <p:sp>
        <p:nvSpPr>
          <p:cNvPr id="3" name="矩形 2"/>
          <p:cNvSpPr/>
          <p:nvPr/>
        </p:nvSpPr>
        <p:spPr>
          <a:xfrm>
            <a:off x="463967" y="1613459"/>
            <a:ext cx="9621066" cy="523220"/>
          </a:xfrm>
          <a:prstGeom prst="rect">
            <a:avLst/>
          </a:prstGeom>
        </p:spPr>
        <p:txBody>
          <a:bodyPr wrap="square">
            <a:spAutoFit/>
          </a:bodyPr>
          <a:lstStyle/>
          <a:p>
            <a:endParaRPr lang="zh-CN" altLang="en-US" sz="1400">
              <a:latin typeface="宋体" panose="02010600030101010101" pitchFamily="2" charset="-122"/>
            </a:endParaRPr>
          </a:p>
          <a:p>
            <a:endParaRPr lang="zh-CN" altLang="en-US" sz="1400" dirty="0">
              <a:latin typeface="+mn-ea"/>
            </a:endParaRPr>
          </a:p>
        </p:txBody>
      </p:sp>
      <p:sp>
        <p:nvSpPr>
          <p:cNvPr id="11" name="矩形 10"/>
          <p:cNvSpPr/>
          <p:nvPr/>
        </p:nvSpPr>
        <p:spPr>
          <a:xfrm>
            <a:off x="375190" y="930978"/>
            <a:ext cx="11487072" cy="4247317"/>
          </a:xfrm>
          <a:prstGeom prst="rect">
            <a:avLst/>
          </a:prstGeom>
        </p:spPr>
        <p:txBody>
          <a:bodyPr wrap="square">
            <a:spAutoFit/>
          </a:bodyPr>
          <a:lstStyle/>
          <a:p>
            <a:pPr>
              <a:lnSpc>
                <a:spcPct val="150000"/>
              </a:lnSpc>
            </a:pPr>
            <a:r>
              <a:rPr lang="zh-CN" altLang="en-US" sz="2000" b="1"/>
              <a:t>起源</a:t>
            </a:r>
            <a:endParaRPr lang="en-US" altLang="zh-CN" sz="2000" b="1"/>
          </a:p>
          <a:p>
            <a:pPr>
              <a:lnSpc>
                <a:spcPct val="150000"/>
              </a:lnSpc>
            </a:pPr>
            <a:r>
              <a:rPr lang="en-US" altLang="zh-CN" sz="1400" smtClean="0">
                <a:solidFill>
                  <a:srgbClr val="333333"/>
                </a:solidFill>
                <a:latin typeface="+mn-ea"/>
              </a:rPr>
              <a:t>    </a:t>
            </a:r>
            <a:r>
              <a:rPr lang="en-US" altLang="zh-CN" sz="1400">
                <a:solidFill>
                  <a:srgbClr val="333333"/>
                </a:solidFill>
                <a:latin typeface="+mn-ea"/>
              </a:rPr>
              <a:t>Android </a:t>
            </a:r>
            <a:r>
              <a:rPr lang="zh-CN" altLang="en-US" sz="1400">
                <a:solidFill>
                  <a:srgbClr val="333333"/>
                </a:solidFill>
                <a:latin typeface="+mn-ea"/>
              </a:rPr>
              <a:t>多用户功能的起源可以追溯到 </a:t>
            </a:r>
            <a:r>
              <a:rPr lang="en-US" altLang="zh-CN" sz="1400" smtClean="0">
                <a:solidFill>
                  <a:srgbClr val="333333"/>
                </a:solidFill>
                <a:latin typeface="+mn-ea"/>
              </a:rPr>
              <a:t>Android4.2 </a:t>
            </a:r>
            <a:r>
              <a:rPr lang="en-US" altLang="zh-CN" sz="1400">
                <a:solidFill>
                  <a:srgbClr val="333333"/>
                </a:solidFill>
                <a:latin typeface="+mn-ea"/>
              </a:rPr>
              <a:t>Jelly Bean </a:t>
            </a:r>
            <a:r>
              <a:rPr lang="zh-CN" altLang="en-US" sz="1400">
                <a:solidFill>
                  <a:srgbClr val="333333"/>
                </a:solidFill>
                <a:latin typeface="+mn-ea"/>
              </a:rPr>
              <a:t>版本，该版本于 </a:t>
            </a:r>
            <a:r>
              <a:rPr lang="en-US" altLang="zh-CN" sz="1400">
                <a:solidFill>
                  <a:srgbClr val="333333"/>
                </a:solidFill>
                <a:latin typeface="+mn-ea"/>
              </a:rPr>
              <a:t>2012 </a:t>
            </a:r>
            <a:r>
              <a:rPr lang="zh-CN" altLang="en-US" sz="1400">
                <a:solidFill>
                  <a:srgbClr val="333333"/>
                </a:solidFill>
                <a:latin typeface="+mn-ea"/>
              </a:rPr>
              <a:t>年发布。在此之前，</a:t>
            </a:r>
            <a:r>
              <a:rPr lang="en-US" altLang="zh-CN" sz="1400">
                <a:solidFill>
                  <a:srgbClr val="333333"/>
                </a:solidFill>
                <a:latin typeface="+mn-ea"/>
              </a:rPr>
              <a:t>Android </a:t>
            </a:r>
            <a:r>
              <a:rPr lang="zh-CN" altLang="en-US" sz="1400">
                <a:solidFill>
                  <a:srgbClr val="333333"/>
                </a:solidFill>
                <a:latin typeface="+mn-ea"/>
              </a:rPr>
              <a:t>操作系统并不支持多用户功能，每个设备只能有一</a:t>
            </a:r>
            <a:r>
              <a:rPr lang="zh-CN" altLang="en-US" sz="1400" smtClean="0">
                <a:solidFill>
                  <a:srgbClr val="333333"/>
                </a:solidFill>
                <a:latin typeface="+mn-ea"/>
              </a:rPr>
              <a:t>个用户。</a:t>
            </a: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a:p>
            <a:pPr>
              <a:lnSpc>
                <a:spcPct val="150000"/>
              </a:lnSpc>
            </a:pPr>
            <a:r>
              <a:rPr lang="zh-CN" altLang="en-US" sz="1900" b="1"/>
              <a:t>实际作用</a:t>
            </a:r>
            <a:endParaRPr lang="en-US" altLang="zh-CN" sz="1900" b="1"/>
          </a:p>
          <a:p>
            <a:pPr>
              <a:lnSpc>
                <a:spcPct val="150000"/>
              </a:lnSpc>
            </a:pPr>
            <a:r>
              <a:rPr lang="zh-CN" altLang="en-US" sz="1400" smtClean="0">
                <a:solidFill>
                  <a:srgbClr val="333333"/>
                </a:solidFill>
                <a:latin typeface="+mn-ea"/>
              </a:rPr>
              <a:t>    引入多用户功能的主要动机是为了满足共享设备和平板电脑和等场景下的需求。在这些情况下，多个用户可能会共享同一台设备，每个用户都希望拥有自己的个人设置、应用和数据，同时保持彼此之间的隐私隔离，</a:t>
            </a:r>
            <a:r>
              <a:rPr lang="en-US" altLang="zh-CN" sz="1400" smtClean="0">
                <a:solidFill>
                  <a:srgbClr val="333333"/>
                </a:solidFill>
                <a:latin typeface="+mn-ea"/>
              </a:rPr>
              <a:t>Android4.2 </a:t>
            </a:r>
            <a:r>
              <a:rPr lang="zh-CN" altLang="en-US" sz="1400" smtClean="0">
                <a:solidFill>
                  <a:srgbClr val="333333"/>
                </a:solidFill>
                <a:latin typeface="+mn-ea"/>
              </a:rPr>
              <a:t>引入了“用户”概念，允许在同一台设备上创建多个用户，每个用户都可以有自己的登录凭据，并且可以独立地自定义设备的设置、安装应用程序和访问个人数据，这样一台安卓设备可以在多个主人之间共享使用，且互不干扰、互不泄漏信息。</a:t>
            </a:r>
            <a:endParaRPr lang="en-US" altLang="zh-CN" sz="1400" smtClean="0">
              <a:solidFill>
                <a:srgbClr val="333333"/>
              </a:solidFill>
              <a:latin typeface="+mn-ea"/>
            </a:endParaRPr>
          </a:p>
          <a:p>
            <a:pPr>
              <a:lnSpc>
                <a:spcPct val="150000"/>
              </a:lnSpc>
            </a:pPr>
            <a:r>
              <a:rPr lang="zh-CN" altLang="en-US" sz="1400" smtClean="0">
                <a:solidFill>
                  <a:srgbClr val="333333"/>
                </a:solidFill>
                <a:latin typeface="+mn-ea"/>
              </a:rPr>
              <a:t>    另外</a:t>
            </a:r>
            <a:r>
              <a:rPr lang="zh-CN" altLang="en-US" sz="1400">
                <a:solidFill>
                  <a:srgbClr val="333333"/>
                </a:solidFill>
                <a:latin typeface="+mn-ea"/>
              </a:rPr>
              <a:t>，多用户功能还满足了应用多开等场景的需求，允许在同一设备上同时运行多个相同的应用程序实例，每个实例都与不同的</a:t>
            </a:r>
            <a:r>
              <a:rPr lang="zh-CN" altLang="en-US" sz="1400" smtClean="0">
                <a:solidFill>
                  <a:srgbClr val="333333"/>
                </a:solidFill>
                <a:latin typeface="+mn-ea"/>
              </a:rPr>
              <a:t>用户相</a:t>
            </a:r>
            <a:r>
              <a:rPr lang="zh-CN" altLang="en-US" sz="1400">
                <a:solidFill>
                  <a:srgbClr val="333333"/>
                </a:solidFill>
                <a:latin typeface="+mn-ea"/>
              </a:rPr>
              <a:t>关联。这样，用户可以方便地管理多个社交媒体账户、游戏账户、工作和个人账户等，并保持数据的隔离和隐私的</a:t>
            </a:r>
            <a:r>
              <a:rPr lang="zh-CN" altLang="en-US" sz="1400" smtClean="0">
                <a:solidFill>
                  <a:srgbClr val="333333"/>
                </a:solidFill>
                <a:latin typeface="+mn-ea"/>
              </a:rPr>
              <a:t>保护。</a:t>
            </a:r>
            <a:endParaRPr lang="en-US" altLang="zh-CN" sz="1400">
              <a:solidFill>
                <a:srgbClr val="333333"/>
              </a:solidFill>
              <a:latin typeface="+mn-ea"/>
            </a:endParaRPr>
          </a:p>
          <a:p>
            <a:pPr>
              <a:lnSpc>
                <a:spcPct val="150000"/>
              </a:lnSpc>
            </a:pPr>
            <a:endParaRPr lang="zh-CN" altLang="en-US" sz="1400">
              <a:solidFill>
                <a:srgbClr val="333333"/>
              </a:solidFill>
              <a:latin typeface="+mn-ea"/>
            </a:endParaRPr>
          </a:p>
        </p:txBody>
      </p:sp>
    </p:spTree>
    <p:extLst>
      <p:ext uri="{BB962C8B-B14F-4D97-AF65-F5344CB8AC3E}">
        <p14:creationId xmlns:p14="http://schemas.microsoft.com/office/powerpoint/2010/main" val="35189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基本概念</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37753" y="146027"/>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r>
              <a:rPr kumimoji="1" lang="en-US" altLang="zh-CN" sz="1600" b="1" smtClean="0"/>
              <a:t>01</a:t>
            </a:r>
            <a:endParaRPr kumimoji="1" lang="zh-CN" altLang="en-US" sz="1600" b="1" dirty="0"/>
          </a:p>
        </p:txBody>
      </p:sp>
      <p:sp>
        <p:nvSpPr>
          <p:cNvPr id="3" name="矩形 2"/>
          <p:cNvSpPr/>
          <p:nvPr/>
        </p:nvSpPr>
        <p:spPr>
          <a:xfrm>
            <a:off x="463967" y="1613459"/>
            <a:ext cx="9621066" cy="523220"/>
          </a:xfrm>
          <a:prstGeom prst="rect">
            <a:avLst/>
          </a:prstGeom>
        </p:spPr>
        <p:txBody>
          <a:bodyPr wrap="square">
            <a:spAutoFit/>
          </a:bodyPr>
          <a:lstStyle/>
          <a:p>
            <a:endParaRPr lang="zh-CN" altLang="en-US" sz="1400">
              <a:latin typeface="宋体" panose="02010600030101010101" pitchFamily="2" charset="-122"/>
            </a:endParaRPr>
          </a:p>
          <a:p>
            <a:endParaRPr lang="zh-CN" altLang="en-US" sz="1400" dirty="0">
              <a:latin typeface="+mn-ea"/>
            </a:endParaRPr>
          </a:p>
        </p:txBody>
      </p:sp>
      <p:sp>
        <p:nvSpPr>
          <p:cNvPr id="11" name="矩形 10"/>
          <p:cNvSpPr/>
          <p:nvPr/>
        </p:nvSpPr>
        <p:spPr>
          <a:xfrm>
            <a:off x="375190" y="930978"/>
            <a:ext cx="11487072" cy="4247317"/>
          </a:xfrm>
          <a:prstGeom prst="rect">
            <a:avLst/>
          </a:prstGeom>
        </p:spPr>
        <p:txBody>
          <a:bodyPr wrap="square">
            <a:spAutoFit/>
          </a:bodyPr>
          <a:lstStyle/>
          <a:p>
            <a:pPr>
              <a:lnSpc>
                <a:spcPct val="150000"/>
              </a:lnSpc>
            </a:pPr>
            <a:r>
              <a:rPr lang="zh-CN" altLang="en-US" sz="2000" b="1" smtClean="0"/>
              <a:t>一、 基本概念</a:t>
            </a:r>
            <a:endParaRPr lang="en-US" altLang="zh-CN" b="1" smtClean="0"/>
          </a:p>
          <a:p>
            <a:pPr>
              <a:lnSpc>
                <a:spcPct val="150000"/>
              </a:lnSpc>
            </a:pPr>
            <a:r>
              <a:rPr lang="en-US" altLang="zh-CN" sz="1400">
                <a:solidFill>
                  <a:srgbClr val="333333"/>
                </a:solidFill>
                <a:latin typeface="+mn-ea"/>
              </a:rPr>
              <a:t> </a:t>
            </a:r>
            <a:r>
              <a:rPr lang="en-US" altLang="zh-CN" sz="1600" b="1" smtClean="0">
                <a:solidFill>
                  <a:srgbClr val="333333"/>
                </a:solidFill>
                <a:latin typeface="+mn-ea"/>
              </a:rPr>
              <a:t>1.1 </a:t>
            </a:r>
            <a:r>
              <a:rPr lang="zh-CN" altLang="en-US" sz="1600" b="1" smtClean="0">
                <a:solidFill>
                  <a:srgbClr val="333333"/>
                </a:solidFill>
                <a:latin typeface="+mn-ea"/>
              </a:rPr>
              <a:t>用户</a:t>
            </a:r>
            <a:r>
              <a:rPr lang="zh-CN" altLang="en-US" sz="1600" b="1">
                <a:solidFill>
                  <a:srgbClr val="333333"/>
                </a:solidFill>
                <a:latin typeface="+mn-ea"/>
              </a:rPr>
              <a:t>类别</a:t>
            </a:r>
            <a:endParaRPr lang="en-US" altLang="zh-CN" sz="1600" b="1">
              <a:solidFill>
                <a:srgbClr val="333333"/>
              </a:solidFill>
              <a:latin typeface="+mn-ea"/>
            </a:endParaRPr>
          </a:p>
          <a:p>
            <a:pPr>
              <a:lnSpc>
                <a:spcPct val="150000"/>
              </a:lnSpc>
            </a:pPr>
            <a:r>
              <a:rPr lang="en-US" altLang="zh-CN" sz="1400">
                <a:solidFill>
                  <a:srgbClr val="333333"/>
                </a:solidFill>
                <a:latin typeface="+mn-ea"/>
              </a:rPr>
              <a:t>Android </a:t>
            </a:r>
            <a:r>
              <a:rPr lang="zh-CN" altLang="en-US" sz="1400">
                <a:solidFill>
                  <a:srgbClr val="333333"/>
                </a:solidFill>
                <a:latin typeface="+mn-ea"/>
              </a:rPr>
              <a:t>设备管理使用以下用户类别</a:t>
            </a:r>
            <a:r>
              <a:rPr lang="zh-CN" altLang="en-US"/>
              <a:t>。</a:t>
            </a:r>
            <a:endParaRPr lang="zh-CN" altLang="en-US" b="1"/>
          </a:p>
          <a:p>
            <a:pPr>
              <a:lnSpc>
                <a:spcPct val="150000"/>
              </a:lnSpc>
            </a:pPr>
            <a:r>
              <a:rPr lang="zh-CN" altLang="en-US" sz="1400" b="1">
                <a:solidFill>
                  <a:srgbClr val="FF0000"/>
                </a:solidFill>
                <a:latin typeface="+mn-ea"/>
              </a:rPr>
              <a:t>系统用户：</a:t>
            </a:r>
            <a:r>
              <a:rPr lang="zh-CN" altLang="en-US" sz="1400">
                <a:solidFill>
                  <a:srgbClr val="333333"/>
                </a:solidFill>
                <a:latin typeface="+mn-ea"/>
              </a:rPr>
              <a:t>添加到设备的第一个用户。除非恢复出厂设置，否则无法移除系统用户；此外，即使其他用户在前台运行，系统用户也会始终处于运行状态。该用户还拥有特殊权限以及只有自己可以调整的设置。</a:t>
            </a:r>
          </a:p>
          <a:p>
            <a:pPr>
              <a:lnSpc>
                <a:spcPct val="150000"/>
              </a:lnSpc>
            </a:pPr>
            <a:r>
              <a:rPr lang="zh-CN" altLang="en-US" sz="1400" b="1">
                <a:solidFill>
                  <a:srgbClr val="FF0000"/>
                </a:solidFill>
                <a:latin typeface="+mn-ea"/>
              </a:rPr>
              <a:t>次要用户：</a:t>
            </a:r>
            <a:r>
              <a:rPr lang="zh-CN" altLang="en-US" sz="1400">
                <a:solidFill>
                  <a:srgbClr val="333333"/>
                </a:solidFill>
                <a:latin typeface="+mn-ea"/>
              </a:rPr>
              <a:t>除系统用户之外添加到设备的任何用户。次要用户可以移除（由次要用户自行移除或由管理员用户移除），且不会影响设备上的其他用户。此类用户可以在后台运行，在后台运行时可以继续连接到网络。</a:t>
            </a:r>
          </a:p>
          <a:p>
            <a:pPr>
              <a:lnSpc>
                <a:spcPct val="150000"/>
              </a:lnSpc>
            </a:pPr>
            <a:r>
              <a:rPr lang="zh-CN" altLang="en-US" sz="1400" b="1">
                <a:solidFill>
                  <a:srgbClr val="FF0000"/>
                </a:solidFill>
                <a:latin typeface="+mn-ea"/>
              </a:rPr>
              <a:t>访客用户：</a:t>
            </a:r>
            <a:r>
              <a:rPr lang="zh-CN" altLang="en-US" sz="1400">
                <a:solidFill>
                  <a:srgbClr val="333333"/>
                </a:solidFill>
                <a:latin typeface="+mn-ea"/>
              </a:rPr>
              <a:t>临时的次要用户。访客用户设置中有明确的删除选项，当访客用户不再有用时，可快速将其删除。一次只能有一个访客用户。</a:t>
            </a:r>
          </a:p>
          <a:p>
            <a:pPr>
              <a:lnSpc>
                <a:spcPct val="150000"/>
              </a:lnSpc>
            </a:pPr>
            <a:r>
              <a:rPr lang="zh-CN" altLang="en-US" sz="1400" b="1">
                <a:solidFill>
                  <a:srgbClr val="FF0000"/>
                </a:solidFill>
                <a:latin typeface="+mn-ea"/>
              </a:rPr>
              <a:t>管理员用户：</a:t>
            </a:r>
            <a:r>
              <a:rPr lang="zh-CN" altLang="en-US" sz="1400">
                <a:solidFill>
                  <a:srgbClr val="333333"/>
                </a:solidFill>
                <a:latin typeface="+mn-ea"/>
              </a:rPr>
              <a:t>有权创建和移除其他用户以及控制一些常规多用户设置的用户。默认情况下，只有系统用户属于管理员用户</a:t>
            </a:r>
            <a:r>
              <a:rPr lang="zh-CN" altLang="en-US" sz="1400" smtClean="0">
                <a:solidFill>
                  <a:srgbClr val="333333"/>
                </a:solidFill>
                <a:latin typeface="+mn-ea"/>
              </a:rPr>
              <a:t>。</a:t>
            </a:r>
            <a:endParaRPr lang="en-US" altLang="zh-CN" sz="1400" smtClean="0">
              <a:solidFill>
                <a:srgbClr val="333333"/>
              </a:solidFill>
              <a:latin typeface="+mn-ea"/>
            </a:endParaRPr>
          </a:p>
          <a:p>
            <a:pPr>
              <a:lnSpc>
                <a:spcPct val="150000"/>
              </a:lnSpc>
            </a:pPr>
            <a:endParaRPr lang="en-US" altLang="zh-CN" sz="1400" smtClean="0">
              <a:solidFill>
                <a:srgbClr val="333333"/>
              </a:solidFill>
              <a:latin typeface="+mn-ea"/>
            </a:endParaRPr>
          </a:p>
          <a:p>
            <a:pPr>
              <a:lnSpc>
                <a:spcPct val="150000"/>
              </a:lnSpc>
            </a:pPr>
            <a:endParaRPr lang="en-US" altLang="zh-CN" sz="1400" smtClean="0">
              <a:solidFill>
                <a:srgbClr val="333333"/>
              </a:solidFill>
              <a:latin typeface="+mn-ea"/>
            </a:endParaRPr>
          </a:p>
          <a:p>
            <a:pPr>
              <a:lnSpc>
                <a:spcPct val="150000"/>
              </a:lnSpc>
            </a:pPr>
            <a:endParaRPr lang="zh-CN" altLang="en-US" sz="1400">
              <a:solidFill>
                <a:srgbClr val="333333"/>
              </a:solidFill>
              <a:latin typeface="+mn-ea"/>
            </a:endParaRPr>
          </a:p>
        </p:txBody>
      </p:sp>
    </p:spTree>
    <p:extLst>
      <p:ext uri="{BB962C8B-B14F-4D97-AF65-F5344CB8AC3E}">
        <p14:creationId xmlns:p14="http://schemas.microsoft.com/office/powerpoint/2010/main" val="320454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基本概念</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r>
              <a:rPr kumimoji="1" lang="en-US" altLang="zh-CN" sz="1600" b="1" dirty="0" smtClean="0"/>
              <a:t>01</a:t>
            </a:r>
            <a:endParaRPr kumimoji="1" lang="zh-CN" altLang="en-US" sz="1600" b="1" dirty="0"/>
          </a:p>
        </p:txBody>
      </p:sp>
      <p:sp>
        <p:nvSpPr>
          <p:cNvPr id="8" name="矩形 7"/>
          <p:cNvSpPr/>
          <p:nvPr/>
        </p:nvSpPr>
        <p:spPr>
          <a:xfrm>
            <a:off x="375190" y="930978"/>
            <a:ext cx="11395632" cy="4985980"/>
          </a:xfrm>
          <a:prstGeom prst="rect">
            <a:avLst/>
          </a:prstGeom>
        </p:spPr>
        <p:txBody>
          <a:bodyPr wrap="square">
            <a:spAutoFit/>
          </a:bodyPr>
          <a:lstStyle/>
          <a:p>
            <a:pPr>
              <a:lnSpc>
                <a:spcPct val="150000"/>
              </a:lnSpc>
            </a:pPr>
            <a:r>
              <a:rPr lang="en-US" altLang="zh-CN" sz="1200">
                <a:solidFill>
                  <a:srgbClr val="333333"/>
                </a:solidFill>
                <a:latin typeface="+mn-ea"/>
              </a:rPr>
              <a:t> </a:t>
            </a:r>
            <a:r>
              <a:rPr lang="en-US" altLang="zh-CN" sz="1600" b="1">
                <a:solidFill>
                  <a:srgbClr val="333333"/>
                </a:solidFill>
                <a:latin typeface="+mn-ea"/>
              </a:rPr>
              <a:t>1.2 </a:t>
            </a:r>
            <a:r>
              <a:rPr lang="zh-CN" altLang="en-US" sz="1600" b="1" smtClean="0">
                <a:solidFill>
                  <a:srgbClr val="333333"/>
                </a:solidFill>
                <a:latin typeface="+mn-ea"/>
              </a:rPr>
              <a:t>资料</a:t>
            </a:r>
            <a:r>
              <a:rPr lang="zh-CN" altLang="en-US" sz="1600" b="1">
                <a:solidFill>
                  <a:srgbClr val="333333"/>
                </a:solidFill>
                <a:latin typeface="+mn-ea"/>
              </a:rPr>
              <a:t>类别</a:t>
            </a:r>
            <a:endParaRPr lang="en-US" altLang="zh-CN" sz="1600" b="1">
              <a:solidFill>
                <a:srgbClr val="333333"/>
              </a:solidFill>
              <a:latin typeface="+mn-ea"/>
            </a:endParaRPr>
          </a:p>
          <a:p>
            <a:pPr>
              <a:lnSpc>
                <a:spcPct val="150000"/>
              </a:lnSpc>
            </a:pPr>
            <a:r>
              <a:rPr lang="zh-CN" altLang="en-US" sz="1400" b="1">
                <a:solidFill>
                  <a:srgbClr val="FF0000"/>
                </a:solidFill>
                <a:latin typeface="+mn-ea"/>
              </a:rPr>
              <a:t>受</a:t>
            </a:r>
            <a:r>
              <a:rPr lang="zh-CN" altLang="en-US" sz="1400" b="1" smtClean="0">
                <a:solidFill>
                  <a:srgbClr val="FF0000"/>
                </a:solidFill>
                <a:latin typeface="+mn-ea"/>
              </a:rPr>
              <a:t>管理资料</a:t>
            </a:r>
            <a:r>
              <a:rPr lang="zh-CN" altLang="en-US" sz="1400" b="1">
                <a:solidFill>
                  <a:srgbClr val="FF0000"/>
                </a:solidFill>
                <a:latin typeface="+mn-ea"/>
              </a:rPr>
              <a:t>：</a:t>
            </a:r>
            <a:r>
              <a:rPr lang="zh-CN" altLang="en-US" sz="1400">
                <a:solidFill>
                  <a:srgbClr val="333333"/>
                </a:solidFill>
                <a:latin typeface="+mn-ea"/>
              </a:rPr>
              <a:t>由应用创建，包含工作数据和应用。受</a:t>
            </a:r>
            <a:r>
              <a:rPr lang="zh-CN" altLang="en-US" sz="1400" smtClean="0">
                <a:solidFill>
                  <a:srgbClr val="333333"/>
                </a:solidFill>
                <a:latin typeface="+mn-ea"/>
              </a:rPr>
              <a:t>管理资料</a:t>
            </a:r>
            <a:r>
              <a:rPr lang="zh-CN" altLang="en-US" sz="1400">
                <a:solidFill>
                  <a:srgbClr val="333333"/>
                </a:solidFill>
                <a:latin typeface="+mn-ea"/>
              </a:rPr>
              <a:t>专门</a:t>
            </a:r>
            <a:r>
              <a:rPr lang="zh-CN" altLang="en-US" sz="1400" smtClean="0">
                <a:solidFill>
                  <a:srgbClr val="333333"/>
                </a:solidFill>
                <a:latin typeface="+mn-ea"/>
              </a:rPr>
              <a:t>由资料所有者管理</a:t>
            </a:r>
            <a:r>
              <a:rPr lang="zh-CN" altLang="en-US" sz="1400">
                <a:solidFill>
                  <a:srgbClr val="333333"/>
                </a:solidFill>
                <a:latin typeface="+mn-ea"/>
              </a:rPr>
              <a:t>。启动器、通知和最近的</a:t>
            </a:r>
            <a:r>
              <a:rPr lang="zh-CN" altLang="en-US" sz="1400" smtClean="0">
                <a:solidFill>
                  <a:srgbClr val="333333"/>
                </a:solidFill>
                <a:latin typeface="+mn-ea"/>
              </a:rPr>
              <a:t>任务由父用户共享</a:t>
            </a:r>
            <a:r>
              <a:rPr lang="zh-CN" altLang="en-US" sz="1400">
                <a:solidFill>
                  <a:srgbClr val="333333"/>
                </a:solidFill>
                <a:latin typeface="+mn-ea"/>
              </a:rPr>
              <a:t>。</a:t>
            </a:r>
          </a:p>
          <a:p>
            <a:pPr>
              <a:lnSpc>
                <a:spcPct val="150000"/>
              </a:lnSpc>
            </a:pPr>
            <a:r>
              <a:rPr lang="zh-CN" altLang="en-US" sz="1400" b="1">
                <a:solidFill>
                  <a:srgbClr val="FF0000"/>
                </a:solidFill>
                <a:latin typeface="+mn-ea"/>
              </a:rPr>
              <a:t>受</a:t>
            </a:r>
            <a:r>
              <a:rPr lang="zh-CN" altLang="en-US" sz="1400" b="1" smtClean="0">
                <a:solidFill>
                  <a:srgbClr val="FF0000"/>
                </a:solidFill>
                <a:latin typeface="+mn-ea"/>
              </a:rPr>
              <a:t>限资料</a:t>
            </a:r>
            <a:r>
              <a:rPr lang="zh-CN" altLang="en-US" sz="1400" b="1">
                <a:solidFill>
                  <a:srgbClr val="FF0000"/>
                </a:solidFill>
                <a:latin typeface="+mn-ea"/>
              </a:rPr>
              <a:t>：</a:t>
            </a:r>
            <a:r>
              <a:rPr lang="zh-CN" altLang="en-US" sz="1400">
                <a:solidFill>
                  <a:srgbClr val="333333"/>
                </a:solidFill>
                <a:latin typeface="+mn-ea"/>
              </a:rPr>
              <a:t>由父用户控制的帐号，父用户可以控制哪些应用在受</a:t>
            </a:r>
            <a:r>
              <a:rPr lang="zh-CN" altLang="en-US" sz="1400" smtClean="0">
                <a:solidFill>
                  <a:srgbClr val="333333"/>
                </a:solidFill>
                <a:latin typeface="+mn-ea"/>
              </a:rPr>
              <a:t>限资料</a:t>
            </a:r>
            <a:r>
              <a:rPr lang="zh-CN" altLang="en-US" sz="1400">
                <a:solidFill>
                  <a:srgbClr val="333333"/>
                </a:solidFill>
                <a:latin typeface="+mn-ea"/>
              </a:rPr>
              <a:t>中可用。仅适用于平板电脑和电视设备。</a:t>
            </a:r>
          </a:p>
          <a:p>
            <a:pPr>
              <a:lnSpc>
                <a:spcPct val="150000"/>
              </a:lnSpc>
            </a:pPr>
            <a:endParaRPr lang="en-US" altLang="zh-CN" sz="1400">
              <a:solidFill>
                <a:srgbClr val="333333"/>
              </a:solidFill>
              <a:latin typeface="+mn-ea"/>
            </a:endParaRPr>
          </a:p>
          <a:p>
            <a:pPr>
              <a:lnSpc>
                <a:spcPct val="150000"/>
              </a:lnSpc>
            </a:pPr>
            <a:r>
              <a:rPr lang="zh-CN" altLang="en-US" sz="1400" smtClean="0">
                <a:solidFill>
                  <a:srgbClr val="333333"/>
                </a:solidFill>
                <a:latin typeface="+mn-ea"/>
              </a:rPr>
              <a:t>除了</a:t>
            </a:r>
            <a:r>
              <a:rPr lang="zh-CN" altLang="en-US" sz="1400">
                <a:solidFill>
                  <a:srgbClr val="333333"/>
                </a:solidFill>
                <a:latin typeface="+mn-ea"/>
              </a:rPr>
              <a:t>上面列出的用户类型之外，</a:t>
            </a:r>
            <a:r>
              <a:rPr lang="en-US" altLang="zh-CN" sz="1400">
                <a:solidFill>
                  <a:srgbClr val="333333"/>
                </a:solidFill>
                <a:latin typeface="+mn-ea"/>
              </a:rPr>
              <a:t>Automotive </a:t>
            </a:r>
            <a:r>
              <a:rPr lang="zh-CN" altLang="en-US" sz="1400">
                <a:solidFill>
                  <a:srgbClr val="333333"/>
                </a:solidFill>
                <a:latin typeface="+mn-ea"/>
              </a:rPr>
              <a:t>版本还包含以下类型的用户：</a:t>
            </a:r>
            <a:endParaRPr lang="en-US" altLang="zh-CN" sz="1400">
              <a:solidFill>
                <a:srgbClr val="333333"/>
              </a:solidFill>
              <a:latin typeface="+mn-ea"/>
            </a:endParaRPr>
          </a:p>
          <a:p>
            <a:pPr>
              <a:lnSpc>
                <a:spcPct val="150000"/>
              </a:lnSpc>
            </a:pPr>
            <a:r>
              <a:rPr lang="zh-CN" altLang="en-US" sz="1400" b="1" smtClean="0">
                <a:solidFill>
                  <a:srgbClr val="FF0000"/>
                </a:solidFill>
                <a:latin typeface="+mn-ea"/>
              </a:rPr>
              <a:t>无</a:t>
            </a:r>
            <a:r>
              <a:rPr lang="zh-CN" altLang="en-US" sz="1400" b="1">
                <a:solidFill>
                  <a:srgbClr val="FF0000"/>
                </a:solidFill>
                <a:latin typeface="+mn-ea"/>
              </a:rPr>
              <a:t>头系统用户</a:t>
            </a:r>
            <a:r>
              <a:rPr lang="zh-CN" altLang="en-US" sz="1400">
                <a:solidFill>
                  <a:srgbClr val="FF0000"/>
                </a:solidFill>
                <a:latin typeface="+mn-ea"/>
              </a:rPr>
              <a:t>：</a:t>
            </a:r>
            <a:r>
              <a:rPr lang="zh-CN" altLang="en-US" sz="1400">
                <a:solidFill>
                  <a:srgbClr val="333333"/>
                </a:solidFill>
                <a:latin typeface="+mn-ea"/>
              </a:rPr>
              <a:t>此类系统用户负责托管所有系统服务</a:t>
            </a:r>
            <a:r>
              <a:rPr lang="zh-CN" altLang="en-US" sz="1400" smtClean="0">
                <a:solidFill>
                  <a:srgbClr val="333333"/>
                </a:solidFill>
                <a:latin typeface="+mn-ea"/>
              </a:rPr>
              <a:t>。如果要在 </a:t>
            </a:r>
            <a:r>
              <a:rPr lang="en-US" altLang="zh-CN" sz="1400">
                <a:solidFill>
                  <a:srgbClr val="333333"/>
                </a:solidFill>
                <a:latin typeface="+mn-ea"/>
              </a:rPr>
              <a:t>Automotive </a:t>
            </a:r>
            <a:r>
              <a:rPr lang="zh-CN" altLang="en-US" sz="1400">
                <a:solidFill>
                  <a:srgbClr val="333333"/>
                </a:solidFill>
                <a:latin typeface="+mn-ea"/>
              </a:rPr>
              <a:t>中支持多用户，系统用户也必须是无头用户。</a:t>
            </a:r>
            <a:endParaRPr lang="en-US" altLang="zh-CN" sz="1400">
              <a:solidFill>
                <a:srgbClr val="333333"/>
              </a:solidFill>
              <a:latin typeface="+mn-ea"/>
            </a:endParaRPr>
          </a:p>
          <a:p>
            <a:pPr marL="285750" indent="-285750">
              <a:lnSpc>
                <a:spcPct val="150000"/>
              </a:lnSpc>
              <a:buFont typeface="Arial" panose="020B0604020202020204" pitchFamily="34" charset="0"/>
              <a:buChar char="•"/>
            </a:pPr>
            <a:r>
              <a:rPr lang="zh-CN" altLang="en-US" sz="1400">
                <a:solidFill>
                  <a:srgbClr val="333333"/>
                </a:solidFill>
                <a:latin typeface="+mn-ea"/>
              </a:rPr>
              <a:t>必须始终在后台运行。</a:t>
            </a:r>
          </a:p>
          <a:p>
            <a:pPr marL="285750" indent="-285750">
              <a:lnSpc>
                <a:spcPct val="150000"/>
              </a:lnSpc>
              <a:buFont typeface="Arial" panose="020B0604020202020204" pitchFamily="34" charset="0"/>
              <a:buChar char="•"/>
            </a:pPr>
            <a:r>
              <a:rPr lang="zh-CN" altLang="en-US" sz="1400">
                <a:solidFill>
                  <a:srgbClr val="333333"/>
                </a:solidFill>
                <a:latin typeface="+mn-ea"/>
              </a:rPr>
              <a:t>无法直接由用户移除或访问，除非是在“设备配置”的情况下。例如，用户无法切换到这种用户类型来执行下载应用或添加帐号等任务。</a:t>
            </a:r>
          </a:p>
          <a:p>
            <a:pPr marL="285750" indent="-285750">
              <a:lnSpc>
                <a:spcPct val="150000"/>
              </a:lnSpc>
              <a:buFont typeface="Arial" panose="020B0604020202020204" pitchFamily="34" charset="0"/>
              <a:buChar char="•"/>
            </a:pPr>
            <a:r>
              <a:rPr lang="zh-CN" altLang="en-US" sz="1400">
                <a:solidFill>
                  <a:srgbClr val="333333"/>
                </a:solidFill>
                <a:latin typeface="+mn-ea"/>
              </a:rPr>
              <a:t>只能通过恢复出厂设置清除。</a:t>
            </a:r>
            <a:endParaRPr lang="en-US" altLang="zh-CN" sz="1400">
              <a:solidFill>
                <a:srgbClr val="333333"/>
              </a:solidFill>
              <a:latin typeface="+mn-ea"/>
            </a:endParaRPr>
          </a:p>
          <a:p>
            <a:pPr>
              <a:lnSpc>
                <a:spcPct val="150000"/>
              </a:lnSpc>
            </a:pPr>
            <a:r>
              <a:rPr lang="zh-CN" altLang="en-US" sz="1400" b="1" smtClean="0">
                <a:solidFill>
                  <a:srgbClr val="FF0000"/>
                </a:solidFill>
                <a:latin typeface="+mn-ea"/>
              </a:rPr>
              <a:t>常规</a:t>
            </a:r>
            <a:r>
              <a:rPr lang="zh-CN" altLang="en-US" sz="1400" b="1">
                <a:solidFill>
                  <a:srgbClr val="FF0000"/>
                </a:solidFill>
                <a:latin typeface="+mn-ea"/>
              </a:rPr>
              <a:t>用户</a:t>
            </a:r>
            <a:r>
              <a:rPr lang="zh-CN" altLang="en-US" sz="1400">
                <a:solidFill>
                  <a:srgbClr val="FF0000"/>
                </a:solidFill>
                <a:latin typeface="+mn-ea"/>
              </a:rPr>
              <a:t>：</a:t>
            </a:r>
            <a:r>
              <a:rPr lang="zh-CN" altLang="en-US" sz="1400">
                <a:solidFill>
                  <a:srgbClr val="333333"/>
                </a:solidFill>
                <a:latin typeface="+mn-ea"/>
              </a:rPr>
              <a:t>与上文所述的次要用户相同，不过次要用户具有以下特点</a:t>
            </a:r>
            <a:endParaRPr lang="en-US" altLang="zh-CN" sz="1400">
              <a:solidFill>
                <a:srgbClr val="333333"/>
              </a:solidFill>
              <a:latin typeface="+mn-ea"/>
            </a:endParaRPr>
          </a:p>
          <a:p>
            <a:pPr marL="285750" indent="-285750">
              <a:lnSpc>
                <a:spcPct val="150000"/>
              </a:lnSpc>
              <a:buFont typeface="Arial" panose="020B0604020202020204" pitchFamily="34" charset="0"/>
              <a:buChar char="•"/>
            </a:pPr>
            <a:r>
              <a:rPr lang="zh-CN" altLang="en-US" sz="1400">
                <a:solidFill>
                  <a:srgbClr val="333333"/>
                </a:solidFill>
                <a:latin typeface="+mn-ea"/>
              </a:rPr>
              <a:t>不会在后台运行（在切换成其他用户之后）。</a:t>
            </a:r>
          </a:p>
          <a:p>
            <a:pPr marL="285750" indent="-285750">
              <a:lnSpc>
                <a:spcPct val="150000"/>
              </a:lnSpc>
              <a:buFont typeface="Arial" panose="020B0604020202020204" pitchFamily="34" charset="0"/>
              <a:buChar char="•"/>
            </a:pPr>
            <a:r>
              <a:rPr lang="zh-CN" altLang="en-US" sz="1400">
                <a:solidFill>
                  <a:srgbClr val="333333"/>
                </a:solidFill>
                <a:latin typeface="+mn-ea"/>
              </a:rPr>
              <a:t>可通过界面直接创建。</a:t>
            </a:r>
          </a:p>
          <a:p>
            <a:pPr marL="285750" indent="-285750">
              <a:lnSpc>
                <a:spcPct val="150000"/>
              </a:lnSpc>
              <a:buFont typeface="Arial" panose="020B0604020202020204" pitchFamily="34" charset="0"/>
              <a:buChar char="•"/>
            </a:pPr>
            <a:r>
              <a:rPr lang="zh-CN" altLang="en-US" sz="1400">
                <a:solidFill>
                  <a:srgbClr val="333333"/>
                </a:solidFill>
                <a:latin typeface="+mn-ea"/>
              </a:rPr>
              <a:t>具有独立的应用数据，但会共享一些系统范围内的设置。例如，</a:t>
            </a:r>
            <a:r>
              <a:rPr lang="en-US" altLang="zh-CN" sz="1400">
                <a:solidFill>
                  <a:srgbClr val="333333"/>
                </a:solidFill>
                <a:latin typeface="+mn-ea"/>
              </a:rPr>
              <a:t>WLAN </a:t>
            </a:r>
            <a:r>
              <a:rPr lang="zh-CN" altLang="en-US" sz="1400">
                <a:solidFill>
                  <a:srgbClr val="333333"/>
                </a:solidFill>
                <a:latin typeface="+mn-ea"/>
              </a:rPr>
              <a:t>和蓝牙</a:t>
            </a:r>
            <a:r>
              <a:rPr lang="zh-CN" altLang="en-US" sz="1400" smtClean="0">
                <a:solidFill>
                  <a:srgbClr val="333333"/>
                </a:solidFill>
                <a:latin typeface="+mn-ea"/>
              </a:rPr>
              <a:t>。</a:t>
            </a: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a:p>
            <a:pPr>
              <a:lnSpc>
                <a:spcPct val="150000"/>
              </a:lnSpc>
            </a:pPr>
            <a:endParaRPr lang="zh-CN" altLang="en-US" sz="1400">
              <a:solidFill>
                <a:srgbClr val="333333"/>
              </a:solidFill>
              <a:latin typeface="+mn-ea"/>
            </a:endParaRPr>
          </a:p>
        </p:txBody>
      </p:sp>
    </p:spTree>
    <p:extLst>
      <p:ext uri="{BB962C8B-B14F-4D97-AF65-F5344CB8AC3E}">
        <p14:creationId xmlns:p14="http://schemas.microsoft.com/office/powerpoint/2010/main" val="1215930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基本概念</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r>
              <a:rPr kumimoji="1" lang="en-US" altLang="zh-CN" sz="1600" b="1" dirty="0" smtClean="0"/>
              <a:t>01</a:t>
            </a:r>
            <a:endParaRPr kumimoji="1" lang="zh-CN" altLang="en-US" sz="1600" b="1" dirty="0"/>
          </a:p>
        </p:txBody>
      </p:sp>
      <p:sp>
        <p:nvSpPr>
          <p:cNvPr id="5" name="矩形 4"/>
          <p:cNvSpPr/>
          <p:nvPr/>
        </p:nvSpPr>
        <p:spPr>
          <a:xfrm>
            <a:off x="375190" y="930978"/>
            <a:ext cx="11395632" cy="5955476"/>
          </a:xfrm>
          <a:prstGeom prst="rect">
            <a:avLst/>
          </a:prstGeom>
        </p:spPr>
        <p:txBody>
          <a:bodyPr wrap="square">
            <a:spAutoFit/>
          </a:bodyPr>
          <a:lstStyle/>
          <a:p>
            <a:pPr>
              <a:lnSpc>
                <a:spcPct val="150000"/>
              </a:lnSpc>
            </a:pPr>
            <a:r>
              <a:rPr lang="en-US" altLang="zh-CN" sz="1200">
                <a:solidFill>
                  <a:srgbClr val="333333"/>
                </a:solidFill>
                <a:latin typeface="+mn-ea"/>
              </a:rPr>
              <a:t> </a:t>
            </a:r>
            <a:r>
              <a:rPr lang="zh-CN" altLang="en-US" sz="1400" b="1" smtClean="0">
                <a:solidFill>
                  <a:srgbClr val="333333"/>
                </a:solidFill>
                <a:latin typeface="+mn-ea"/>
              </a:rPr>
              <a:t>注意事项</a:t>
            </a:r>
            <a:endParaRPr lang="en-US" altLang="zh-CN" sz="1400" b="1" smtClean="0">
              <a:solidFill>
                <a:srgbClr val="333333"/>
              </a:solidFill>
              <a:latin typeface="+mn-ea"/>
            </a:endParaRPr>
          </a:p>
          <a:p>
            <a:pPr>
              <a:lnSpc>
                <a:spcPct val="150000"/>
              </a:lnSpc>
            </a:pPr>
            <a:r>
              <a:rPr lang="zh-CN" altLang="en-US" sz="1400">
                <a:solidFill>
                  <a:srgbClr val="333333"/>
                </a:solidFill>
                <a:latin typeface="+mn-ea"/>
              </a:rPr>
              <a:t>在</a:t>
            </a:r>
            <a:r>
              <a:rPr lang="en-US" altLang="zh-CN" sz="1400">
                <a:solidFill>
                  <a:srgbClr val="333333"/>
                </a:solidFill>
                <a:latin typeface="+mn-ea"/>
              </a:rPr>
              <a:t>Automotive</a:t>
            </a:r>
            <a:r>
              <a:rPr lang="zh-CN" altLang="en-US" sz="1400">
                <a:solidFill>
                  <a:srgbClr val="333333"/>
                </a:solidFill>
                <a:latin typeface="+mn-ea"/>
              </a:rPr>
              <a:t>版本</a:t>
            </a:r>
            <a:r>
              <a:rPr lang="zh-CN" altLang="en-US" sz="1400" smtClean="0">
                <a:solidFill>
                  <a:srgbClr val="333333"/>
                </a:solidFill>
                <a:latin typeface="+mn-ea"/>
              </a:rPr>
              <a:t>中，</a:t>
            </a:r>
            <a:r>
              <a:rPr lang="zh-CN" altLang="en-US" sz="1400">
                <a:solidFill>
                  <a:srgbClr val="333333"/>
                </a:solidFill>
                <a:latin typeface="+mn-ea"/>
              </a:rPr>
              <a:t>无头系统用户和常规（次要）用户有以下</a:t>
            </a:r>
            <a:r>
              <a:rPr lang="zh-CN" altLang="en-US" sz="1400" smtClean="0">
                <a:solidFill>
                  <a:srgbClr val="333333"/>
                </a:solidFill>
                <a:latin typeface="+mn-ea"/>
              </a:rPr>
              <a:t>特性：</a:t>
            </a:r>
            <a:endParaRPr lang="en-US" altLang="zh-CN" sz="1400" smtClean="0">
              <a:solidFill>
                <a:srgbClr val="333333"/>
              </a:solidFill>
              <a:latin typeface="+mn-ea"/>
            </a:endParaRPr>
          </a:p>
          <a:p>
            <a:pPr marL="285750" indent="-285750">
              <a:lnSpc>
                <a:spcPct val="150000"/>
              </a:lnSpc>
              <a:buFont typeface="Arial" panose="020B0604020202020204" pitchFamily="34" charset="0"/>
              <a:buChar char="•"/>
            </a:pPr>
            <a:r>
              <a:rPr lang="zh-CN" altLang="en-US" sz="1400" smtClean="0">
                <a:solidFill>
                  <a:srgbClr val="333333"/>
                </a:solidFill>
                <a:latin typeface="+mn-ea"/>
              </a:rPr>
              <a:t>无头系统用户不支持工作资料。</a:t>
            </a:r>
          </a:p>
          <a:p>
            <a:pPr marL="285750" indent="-285750">
              <a:lnSpc>
                <a:spcPct val="150000"/>
              </a:lnSpc>
              <a:buFont typeface="Arial" panose="020B0604020202020204" pitchFamily="34" charset="0"/>
              <a:buChar char="•"/>
            </a:pPr>
            <a:r>
              <a:rPr lang="zh-CN" altLang="en-US" sz="1400" smtClean="0">
                <a:solidFill>
                  <a:srgbClr val="333333"/>
                </a:solidFill>
                <a:latin typeface="+mn-ea"/>
              </a:rPr>
              <a:t>默认</a:t>
            </a:r>
            <a:r>
              <a:rPr lang="zh-CN" altLang="en-US" sz="1400">
                <a:solidFill>
                  <a:srgbClr val="333333"/>
                </a:solidFill>
                <a:latin typeface="+mn-ea"/>
              </a:rPr>
              <a:t>情况下，常规（次要）用户拥有通话和短信的完全访问权限。</a:t>
            </a:r>
          </a:p>
          <a:p>
            <a:pPr marL="285750" indent="-285750">
              <a:lnSpc>
                <a:spcPct val="150000"/>
              </a:lnSpc>
              <a:buFont typeface="Arial" panose="020B0604020202020204" pitchFamily="34" charset="0"/>
              <a:buChar char="•"/>
            </a:pPr>
            <a:r>
              <a:rPr lang="zh-CN" altLang="en-US" sz="1400">
                <a:solidFill>
                  <a:srgbClr val="333333"/>
                </a:solidFill>
                <a:latin typeface="+mn-ea"/>
              </a:rPr>
              <a:t>默认情况下，常规（次要）用户不会在后台运行。</a:t>
            </a:r>
          </a:p>
          <a:p>
            <a:pPr>
              <a:lnSpc>
                <a:spcPct val="150000"/>
              </a:lnSpc>
            </a:pPr>
            <a:endParaRPr lang="en-US" altLang="zh-CN" sz="1400" smtClean="0">
              <a:solidFill>
                <a:srgbClr val="333333"/>
              </a:solidFill>
              <a:latin typeface="+mn-ea"/>
            </a:endParaRPr>
          </a:p>
          <a:p>
            <a:pPr>
              <a:lnSpc>
                <a:spcPct val="150000"/>
              </a:lnSpc>
            </a:pPr>
            <a:r>
              <a:rPr lang="en-US" altLang="zh-CN" sz="1600" b="1" smtClean="0">
                <a:solidFill>
                  <a:srgbClr val="333333"/>
                </a:solidFill>
                <a:latin typeface="+mn-ea"/>
              </a:rPr>
              <a:t>1.3 </a:t>
            </a:r>
            <a:r>
              <a:rPr lang="zh-CN" altLang="en-US" sz="1600" b="1" smtClean="0">
                <a:solidFill>
                  <a:srgbClr val="333333"/>
                </a:solidFill>
                <a:latin typeface="+mn-ea"/>
              </a:rPr>
              <a:t>用户类型</a:t>
            </a:r>
            <a:endParaRPr lang="en-US" altLang="zh-CN" sz="1600" b="1" smtClean="0">
              <a:solidFill>
                <a:srgbClr val="333333"/>
              </a:solidFill>
              <a:latin typeface="+mn-ea"/>
            </a:endParaRPr>
          </a:p>
          <a:p>
            <a:pPr>
              <a:lnSpc>
                <a:spcPct val="150000"/>
              </a:lnSpc>
            </a:pPr>
            <a:r>
              <a:rPr lang="en-US" altLang="zh-CN" sz="1400">
                <a:solidFill>
                  <a:srgbClr val="333333"/>
                </a:solidFill>
                <a:latin typeface="+mn-ea"/>
              </a:rPr>
              <a:t>Android 11 </a:t>
            </a:r>
            <a:r>
              <a:rPr lang="zh-CN" altLang="en-US" sz="1400">
                <a:solidFill>
                  <a:srgbClr val="333333"/>
                </a:solidFill>
                <a:latin typeface="+mn-ea"/>
              </a:rPr>
              <a:t>已将上述用户和个人资料分类归纳为定义明确的用户类型</a:t>
            </a:r>
            <a:r>
              <a:rPr lang="zh-CN" altLang="en-US" sz="1400" smtClean="0">
                <a:solidFill>
                  <a:srgbClr val="333333"/>
                </a:solidFill>
                <a:latin typeface="+mn-ea"/>
              </a:rPr>
              <a:t>，预定</a:t>
            </a:r>
            <a:r>
              <a:rPr lang="zh-CN" altLang="en-US" sz="1400">
                <a:solidFill>
                  <a:srgbClr val="333333"/>
                </a:solidFill>
                <a:latin typeface="+mn-ea"/>
              </a:rPr>
              <a:t>义的 </a:t>
            </a:r>
            <a:r>
              <a:rPr lang="en-US" altLang="zh-CN" sz="1400">
                <a:solidFill>
                  <a:srgbClr val="333333"/>
                </a:solidFill>
                <a:latin typeface="+mn-ea"/>
              </a:rPr>
              <a:t>AOSP </a:t>
            </a:r>
            <a:r>
              <a:rPr lang="zh-CN" altLang="en-US" sz="1400">
                <a:solidFill>
                  <a:srgbClr val="333333"/>
                </a:solidFill>
                <a:latin typeface="+mn-ea"/>
              </a:rPr>
              <a:t>用户类型在 </a:t>
            </a:r>
            <a:r>
              <a:rPr lang="en-US" altLang="zh-CN" sz="1400">
                <a:solidFill>
                  <a:srgbClr val="333333"/>
                </a:solidFill>
                <a:latin typeface="+mn-ea"/>
              </a:rPr>
              <a:t>frameworks/base/core/java/android/os/UserManager.java </a:t>
            </a:r>
            <a:r>
              <a:rPr lang="zh-CN" altLang="en-US" sz="1400">
                <a:solidFill>
                  <a:srgbClr val="333333"/>
                </a:solidFill>
                <a:latin typeface="+mn-ea"/>
              </a:rPr>
              <a:t>中定义，目前包括：</a:t>
            </a:r>
          </a:p>
          <a:p>
            <a:pPr>
              <a:lnSpc>
                <a:spcPct val="150000"/>
              </a:lnSpc>
            </a:pPr>
            <a:r>
              <a:rPr lang="en-US" altLang="zh-CN" sz="1400">
                <a:solidFill>
                  <a:srgbClr val="333333"/>
                </a:solidFill>
                <a:latin typeface="+mn-ea"/>
              </a:rPr>
              <a:t>android.os.usertype.full.SYSTEM</a:t>
            </a:r>
          </a:p>
          <a:p>
            <a:pPr>
              <a:lnSpc>
                <a:spcPct val="150000"/>
              </a:lnSpc>
            </a:pPr>
            <a:r>
              <a:rPr lang="en-US" altLang="zh-CN" sz="1400">
                <a:solidFill>
                  <a:srgbClr val="333333"/>
                </a:solidFill>
                <a:latin typeface="+mn-ea"/>
              </a:rPr>
              <a:t>android.os.usertype.full.SECONDARY</a:t>
            </a:r>
          </a:p>
          <a:p>
            <a:pPr>
              <a:lnSpc>
                <a:spcPct val="150000"/>
              </a:lnSpc>
            </a:pPr>
            <a:r>
              <a:rPr lang="en-US" altLang="zh-CN" sz="1400" smtClean="0">
                <a:solidFill>
                  <a:srgbClr val="333333"/>
                </a:solidFill>
                <a:latin typeface="+mn-ea"/>
              </a:rPr>
              <a:t>android.os.usertype.full.GUEST</a:t>
            </a:r>
          </a:p>
          <a:p>
            <a:pPr>
              <a:lnSpc>
                <a:spcPct val="150000"/>
              </a:lnSpc>
            </a:pPr>
            <a:r>
              <a:rPr lang="en-US" altLang="zh-CN" sz="1400" smtClean="0">
                <a:solidFill>
                  <a:srgbClr val="333333"/>
                </a:solidFill>
                <a:latin typeface="+mn-ea"/>
              </a:rPr>
              <a:t>android.os.usertype.full.DEMO</a:t>
            </a:r>
            <a:endParaRPr lang="en-US" altLang="zh-CN" sz="1400">
              <a:solidFill>
                <a:srgbClr val="333333"/>
              </a:solidFill>
              <a:latin typeface="+mn-ea"/>
            </a:endParaRPr>
          </a:p>
          <a:p>
            <a:pPr>
              <a:lnSpc>
                <a:spcPct val="150000"/>
              </a:lnSpc>
            </a:pPr>
            <a:r>
              <a:rPr lang="en-US" altLang="zh-CN" sz="1400">
                <a:solidFill>
                  <a:srgbClr val="333333"/>
                </a:solidFill>
                <a:latin typeface="+mn-ea"/>
              </a:rPr>
              <a:t>android.os.usertype.full.RESTRICTED</a:t>
            </a:r>
          </a:p>
          <a:p>
            <a:pPr>
              <a:lnSpc>
                <a:spcPct val="150000"/>
              </a:lnSpc>
            </a:pPr>
            <a:r>
              <a:rPr lang="en-US" altLang="zh-CN" sz="1400">
                <a:solidFill>
                  <a:srgbClr val="333333"/>
                </a:solidFill>
                <a:latin typeface="+mn-ea"/>
              </a:rPr>
              <a:t>android.os.usertype.profile.MANAGED</a:t>
            </a:r>
          </a:p>
          <a:p>
            <a:pPr>
              <a:lnSpc>
                <a:spcPct val="150000"/>
              </a:lnSpc>
            </a:pPr>
            <a:r>
              <a:rPr lang="en-US" altLang="zh-CN" sz="1400">
                <a:solidFill>
                  <a:srgbClr val="333333"/>
                </a:solidFill>
                <a:latin typeface="+mn-ea"/>
              </a:rPr>
              <a:t>android.os.usertype.system.HEADLESS</a:t>
            </a:r>
          </a:p>
          <a:p>
            <a:pPr>
              <a:lnSpc>
                <a:spcPct val="150000"/>
              </a:lnSpc>
            </a:pPr>
            <a:endParaRPr lang="en-US" altLang="zh-CN" sz="1400">
              <a:solidFill>
                <a:srgbClr val="333333"/>
              </a:solidFill>
              <a:latin typeface="+mn-ea"/>
            </a:endParaRPr>
          </a:p>
          <a:p>
            <a:pPr>
              <a:lnSpc>
                <a:spcPct val="150000"/>
              </a:lnSpc>
            </a:pPr>
            <a:endParaRPr lang="en-US" altLang="zh-CN" sz="1400">
              <a:solidFill>
                <a:srgbClr val="333333"/>
              </a:solidFill>
              <a:latin typeface="+mn-ea"/>
            </a:endParaRPr>
          </a:p>
        </p:txBody>
      </p:sp>
    </p:spTree>
    <p:extLst>
      <p:ext uri="{BB962C8B-B14F-4D97-AF65-F5344CB8AC3E}">
        <p14:creationId xmlns:p14="http://schemas.microsoft.com/office/powerpoint/2010/main" val="1549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基本概念</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r>
              <a:rPr kumimoji="1" lang="en-US" altLang="zh-CN" sz="1600" b="1" dirty="0" smtClean="0"/>
              <a:t>01</a:t>
            </a:r>
            <a:endParaRPr kumimoji="1" lang="zh-CN" altLang="en-US" sz="1600" b="1" dirty="0"/>
          </a:p>
        </p:txBody>
      </p:sp>
      <p:sp>
        <p:nvSpPr>
          <p:cNvPr id="5" name="矩形 4"/>
          <p:cNvSpPr/>
          <p:nvPr/>
        </p:nvSpPr>
        <p:spPr>
          <a:xfrm>
            <a:off x="375190" y="930978"/>
            <a:ext cx="11395632" cy="5632311"/>
          </a:xfrm>
          <a:prstGeom prst="rect">
            <a:avLst/>
          </a:prstGeom>
        </p:spPr>
        <p:txBody>
          <a:bodyPr wrap="square">
            <a:spAutoFit/>
          </a:bodyPr>
          <a:lstStyle/>
          <a:p>
            <a:pPr>
              <a:lnSpc>
                <a:spcPct val="150000"/>
              </a:lnSpc>
            </a:pPr>
            <a:r>
              <a:rPr lang="en-US" altLang="zh-CN" sz="1600" b="1">
                <a:solidFill>
                  <a:srgbClr val="333333"/>
                </a:solidFill>
                <a:latin typeface="+mn-ea"/>
              </a:rPr>
              <a:t>1.4 </a:t>
            </a:r>
            <a:r>
              <a:rPr lang="zh-CN" altLang="en-US" sz="1600" b="1" smtClean="0">
                <a:solidFill>
                  <a:srgbClr val="333333"/>
                </a:solidFill>
                <a:latin typeface="+mn-ea"/>
              </a:rPr>
              <a:t>配置文件</a:t>
            </a:r>
            <a:endParaRPr lang="en-US" altLang="zh-CN" sz="1600" b="1" smtClean="0">
              <a:solidFill>
                <a:srgbClr val="333333"/>
              </a:solidFill>
              <a:latin typeface="+mn-ea"/>
            </a:endParaRPr>
          </a:p>
          <a:p>
            <a:pPr>
              <a:lnSpc>
                <a:spcPct val="150000"/>
              </a:lnSpc>
            </a:pPr>
            <a:r>
              <a:rPr lang="zh-CN" altLang="en-US" sz="1400" b="1" smtClean="0">
                <a:solidFill>
                  <a:srgbClr val="FF0000"/>
                </a:solidFill>
                <a:latin typeface="+mn-ea"/>
              </a:rPr>
              <a:t>配置文件</a:t>
            </a:r>
            <a:r>
              <a:rPr lang="zh-CN" altLang="en-US" sz="1400" b="1">
                <a:solidFill>
                  <a:srgbClr val="FF0000"/>
                </a:solidFill>
                <a:latin typeface="+mn-ea"/>
              </a:rPr>
              <a:t>组：</a:t>
            </a:r>
            <a:r>
              <a:rPr lang="zh-CN" altLang="en-US" sz="1400">
                <a:solidFill>
                  <a:srgbClr val="333333"/>
                </a:solidFill>
                <a:latin typeface="+mn-ea"/>
              </a:rPr>
              <a:t>通常，一个人使用设备与“用户”之间存在一对一的映射</a:t>
            </a:r>
            <a:r>
              <a:rPr lang="en-US" altLang="zh-CN" sz="1400">
                <a:solidFill>
                  <a:srgbClr val="333333"/>
                </a:solidFill>
                <a:latin typeface="+mn-ea"/>
              </a:rPr>
              <a:t>;</a:t>
            </a:r>
            <a:r>
              <a:rPr lang="zh-CN" altLang="en-US" sz="1400">
                <a:solidFill>
                  <a:srgbClr val="333333"/>
                </a:solidFill>
                <a:latin typeface="+mn-ea"/>
              </a:rPr>
              <a:t>例如，设备上可能有两个用户</a:t>
            </a:r>
            <a:r>
              <a:rPr lang="en-US" altLang="zh-CN" sz="1400">
                <a:solidFill>
                  <a:srgbClr val="333333"/>
                </a:solidFill>
                <a:latin typeface="+mn-ea"/>
              </a:rPr>
              <a:t>-</a:t>
            </a:r>
            <a:r>
              <a:rPr lang="zh-CN" altLang="en-US" sz="1400">
                <a:solidFill>
                  <a:srgbClr val="333333"/>
                </a:solidFill>
                <a:latin typeface="+mn-ea"/>
              </a:rPr>
              <a:t>所有者和访客，每个用户都有自己独立的主屏幕。但是，</a:t>
            </a:r>
            <a:r>
              <a:rPr lang="en-US" altLang="zh-CN" sz="1400">
                <a:solidFill>
                  <a:srgbClr val="333333"/>
                </a:solidFill>
                <a:latin typeface="+mn-ea"/>
              </a:rPr>
              <a:t>Android</a:t>
            </a:r>
            <a:r>
              <a:rPr lang="zh-CN" altLang="en-US" sz="1400">
                <a:solidFill>
                  <a:srgbClr val="333333"/>
                </a:solidFill>
                <a:latin typeface="+mn-ea"/>
              </a:rPr>
              <a:t>还支持单个人的多个配置文件，例如，一个用于他们的私人生活，一个用于工作，两个都共享单个主屏幕。配置文件组中的每个配置文件都是一个不同的用户，具有唯一</a:t>
            </a:r>
            <a:r>
              <a:rPr lang="zh-CN" altLang="en-US" sz="1400" smtClean="0">
                <a:solidFill>
                  <a:srgbClr val="333333"/>
                </a:solidFill>
                <a:latin typeface="+mn-ea"/>
              </a:rPr>
              <a:t>的 </a:t>
            </a:r>
            <a:r>
              <a:rPr lang="en-US" altLang="zh-CN" sz="1400" smtClean="0">
                <a:solidFill>
                  <a:srgbClr val="333333"/>
                </a:solidFill>
                <a:latin typeface="+mn-ea"/>
              </a:rPr>
              <a:t>userId </a:t>
            </a:r>
            <a:r>
              <a:rPr lang="zh-CN" altLang="en-US" sz="1400" smtClean="0">
                <a:solidFill>
                  <a:srgbClr val="333333"/>
                </a:solidFill>
                <a:latin typeface="+mn-ea"/>
              </a:rPr>
              <a:t>，</a:t>
            </a:r>
            <a:r>
              <a:rPr lang="zh-CN" altLang="en-US" sz="1400">
                <a:solidFill>
                  <a:srgbClr val="333333"/>
                </a:solidFill>
                <a:latin typeface="+mn-ea"/>
              </a:rPr>
              <a:t>并且具有不同的应用程序和帐户，但它们共享单个</a:t>
            </a:r>
            <a:r>
              <a:rPr lang="en-US" altLang="zh-CN" sz="1400">
                <a:solidFill>
                  <a:srgbClr val="333333"/>
                </a:solidFill>
                <a:latin typeface="+mn-ea"/>
              </a:rPr>
              <a:t>UI</a:t>
            </a:r>
            <a:r>
              <a:rPr lang="zh-CN" altLang="en-US" sz="1400">
                <a:solidFill>
                  <a:srgbClr val="333333"/>
                </a:solidFill>
                <a:latin typeface="+mn-ea"/>
              </a:rPr>
              <a:t>、单个启动器和单个壁纸。配置文件组中的所有配置文件可以同时处于活动状态。</a:t>
            </a:r>
            <a:endParaRPr lang="en-US" altLang="zh-CN" sz="1400">
              <a:solidFill>
                <a:srgbClr val="333333"/>
              </a:solidFill>
              <a:latin typeface="+mn-ea"/>
            </a:endParaRPr>
          </a:p>
          <a:p>
            <a:pPr>
              <a:lnSpc>
                <a:spcPct val="150000"/>
              </a:lnSpc>
            </a:pPr>
            <a:r>
              <a:rPr lang="zh-CN" altLang="en-US" sz="1400" b="1">
                <a:solidFill>
                  <a:srgbClr val="FF0000"/>
                </a:solidFill>
                <a:latin typeface="+mn-ea"/>
              </a:rPr>
              <a:t>父用户：</a:t>
            </a:r>
            <a:r>
              <a:rPr lang="zh-CN" altLang="en-US" sz="1400">
                <a:solidFill>
                  <a:srgbClr val="333333"/>
                </a:solidFill>
                <a:latin typeface="+mn-ea"/>
              </a:rPr>
              <a:t>配置文件组的主要用户，其他配置文件属于该用户。这通常是个人（而不是工作）配置文件。</a:t>
            </a:r>
            <a:endParaRPr lang="en-US" altLang="zh-CN" sz="1400">
              <a:solidFill>
                <a:srgbClr val="333333"/>
              </a:solidFill>
              <a:latin typeface="+mn-ea"/>
            </a:endParaRPr>
          </a:p>
          <a:p>
            <a:pPr>
              <a:lnSpc>
                <a:spcPct val="150000"/>
              </a:lnSpc>
            </a:pPr>
            <a:r>
              <a:rPr lang="zh-CN" altLang="en-US" sz="1400" b="1">
                <a:solidFill>
                  <a:srgbClr val="FF0000"/>
                </a:solidFill>
                <a:latin typeface="+mn-ea"/>
              </a:rPr>
              <a:t>配置文件：</a:t>
            </a:r>
            <a:r>
              <a:rPr lang="zh-CN" altLang="en-US" sz="1400">
                <a:solidFill>
                  <a:srgbClr val="333333"/>
                </a:solidFill>
                <a:latin typeface="+mn-ea"/>
              </a:rPr>
              <a:t>父用户的一个配置文件，即属于与父用户相同的配置文件组的配置文件，与其共享单个主屏幕。当前，</a:t>
            </a:r>
            <a:r>
              <a:rPr lang="en-US" altLang="zh-CN" sz="1400">
                <a:solidFill>
                  <a:srgbClr val="333333"/>
                </a:solidFill>
                <a:latin typeface="+mn-ea"/>
              </a:rPr>
              <a:t>AOSP </a:t>
            </a:r>
            <a:r>
              <a:rPr lang="zh-CN" altLang="en-US" sz="1400">
                <a:solidFill>
                  <a:srgbClr val="333333"/>
                </a:solidFill>
                <a:latin typeface="+mn-ea"/>
              </a:rPr>
              <a:t>中支持的唯一配置文件类型是“管理配置文件”。名称来自这样一个事实，即这些配置文件通常由设备策略控制器应用程序管理。您可以从手机上的设备策略控制器应用程序中创建管理配置文件。 请注意，作为配置文件组的成员，父用户有时也可能被认为是“配置文件”，但一般来说，“配置文件”这个词表示属于父用户的下级用户</a:t>
            </a:r>
            <a:r>
              <a:rPr lang="zh-CN" altLang="en-US" sz="1400" smtClean="0">
                <a:solidFill>
                  <a:srgbClr val="333333"/>
                </a:solidFill>
                <a:latin typeface="+mn-ea"/>
              </a:rPr>
              <a:t>。</a:t>
            </a: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a:p>
            <a:pPr>
              <a:lnSpc>
                <a:spcPct val="150000"/>
              </a:lnSpc>
            </a:pPr>
            <a:r>
              <a:rPr lang="zh-CN" altLang="en-US" sz="1400" smtClean="0">
                <a:solidFill>
                  <a:srgbClr val="333333"/>
                </a:solidFill>
                <a:latin typeface="+mn-ea"/>
              </a:rPr>
              <a:t>工作资料、工作资料用户、工作用户、配置文件、工作配置文件、</a:t>
            </a:r>
            <a:r>
              <a:rPr lang="en-US" altLang="zh-CN" sz="1400" smtClean="0">
                <a:solidFill>
                  <a:srgbClr val="333333"/>
                </a:solidFill>
                <a:latin typeface="+mn-ea"/>
              </a:rPr>
              <a:t> profile</a:t>
            </a:r>
            <a:r>
              <a:rPr lang="zh-CN" altLang="en-US" sz="1400">
                <a:solidFill>
                  <a:srgbClr val="333333"/>
                </a:solidFill>
                <a:latin typeface="+mn-ea"/>
              </a:rPr>
              <a:t>、</a:t>
            </a:r>
            <a:r>
              <a:rPr lang="en-US" altLang="zh-CN" sz="1400">
                <a:solidFill>
                  <a:srgbClr val="333333"/>
                </a:solidFill>
                <a:latin typeface="+mn-ea"/>
              </a:rPr>
              <a:t> profile</a:t>
            </a:r>
            <a:r>
              <a:rPr lang="zh-CN" altLang="en-US" sz="1400" smtClean="0">
                <a:solidFill>
                  <a:srgbClr val="333333"/>
                </a:solidFill>
                <a:latin typeface="+mn-ea"/>
              </a:rPr>
              <a:t>用户、子用户、影子用户都是同一个概念，都可以理解为子用户</a:t>
            </a:r>
            <a:endParaRPr lang="en-US" altLang="zh-CN" sz="1400" smtClean="0">
              <a:solidFill>
                <a:srgbClr val="333333"/>
              </a:solidFill>
              <a:latin typeface="+mn-ea"/>
            </a:endParaRPr>
          </a:p>
          <a:p>
            <a:pPr>
              <a:lnSpc>
                <a:spcPct val="150000"/>
              </a:lnSpc>
            </a:pPr>
            <a:r>
              <a:rPr lang="zh-CN" altLang="en-US" sz="1400" smtClean="0">
                <a:solidFill>
                  <a:srgbClr val="333333"/>
                </a:solidFill>
                <a:latin typeface="+mn-ea"/>
              </a:rPr>
              <a:t>配置文件和常规用户之间的差异包括</a:t>
            </a:r>
            <a:r>
              <a:rPr lang="en-US" altLang="zh-CN" sz="1400" smtClean="0">
                <a:solidFill>
                  <a:srgbClr val="333333"/>
                </a:solidFill>
                <a:latin typeface="+mn-ea"/>
              </a:rPr>
              <a:t>:</a:t>
            </a:r>
          </a:p>
          <a:p>
            <a:pPr marL="285750" indent="-285750">
              <a:lnSpc>
                <a:spcPct val="150000"/>
              </a:lnSpc>
              <a:buFont typeface="Arial" panose="020B0604020202020204" pitchFamily="34" charset="0"/>
              <a:buChar char="•"/>
            </a:pPr>
            <a:r>
              <a:rPr lang="zh-CN" altLang="en-US" sz="1400" smtClean="0">
                <a:solidFill>
                  <a:srgbClr val="333333"/>
                </a:solidFill>
                <a:latin typeface="+mn-ea"/>
              </a:rPr>
              <a:t>配置文件</a:t>
            </a:r>
            <a:r>
              <a:rPr lang="zh-CN" altLang="en-US" sz="1400">
                <a:solidFill>
                  <a:srgbClr val="333333"/>
                </a:solidFill>
                <a:latin typeface="+mn-ea"/>
              </a:rPr>
              <a:t>用户</a:t>
            </a:r>
            <a:r>
              <a:rPr lang="zh-CN" altLang="en-US" sz="1400" smtClean="0">
                <a:solidFill>
                  <a:srgbClr val="333333"/>
                </a:solidFill>
                <a:latin typeface="+mn-ea"/>
              </a:rPr>
              <a:t>与其</a:t>
            </a:r>
            <a:r>
              <a:rPr lang="zh-CN" altLang="en-US" sz="1400">
                <a:solidFill>
                  <a:srgbClr val="333333"/>
                </a:solidFill>
                <a:latin typeface="+mn-ea"/>
              </a:rPr>
              <a:t>父用户相关联，并在启动时</a:t>
            </a:r>
            <a:r>
              <a:rPr lang="zh-CN" altLang="en-US" sz="1400" smtClean="0">
                <a:solidFill>
                  <a:srgbClr val="333333"/>
                </a:solidFill>
                <a:latin typeface="+mn-ea"/>
              </a:rPr>
              <a:t>与父用户</a:t>
            </a:r>
            <a:r>
              <a:rPr lang="zh-CN" altLang="en-US" sz="1400">
                <a:solidFill>
                  <a:srgbClr val="333333"/>
                </a:solidFill>
                <a:latin typeface="+mn-ea"/>
              </a:rPr>
              <a:t>一起启动。</a:t>
            </a:r>
          </a:p>
          <a:p>
            <a:pPr marL="285750" indent="-285750">
              <a:lnSpc>
                <a:spcPct val="150000"/>
              </a:lnSpc>
              <a:buFont typeface="Arial" panose="020B0604020202020204" pitchFamily="34" charset="0"/>
              <a:buChar char="•"/>
            </a:pPr>
            <a:r>
              <a:rPr lang="zh-CN" altLang="en-US" sz="1400" smtClean="0">
                <a:solidFill>
                  <a:srgbClr val="333333"/>
                </a:solidFill>
                <a:latin typeface="+mn-ea"/>
              </a:rPr>
              <a:t>其他</a:t>
            </a:r>
            <a:r>
              <a:rPr lang="zh-CN" altLang="en-US" sz="1400">
                <a:solidFill>
                  <a:srgbClr val="333333"/>
                </a:solidFill>
                <a:latin typeface="+mn-ea"/>
              </a:rPr>
              <a:t>共享系统服务包括 </a:t>
            </a:r>
            <a:r>
              <a:rPr lang="en-US" altLang="zh-CN" sz="1400">
                <a:solidFill>
                  <a:srgbClr val="333333"/>
                </a:solidFill>
                <a:latin typeface="+mn-ea"/>
              </a:rPr>
              <a:t>IME</a:t>
            </a:r>
            <a:r>
              <a:rPr lang="zh-CN" altLang="en-US" sz="1400">
                <a:solidFill>
                  <a:srgbClr val="333333"/>
                </a:solidFill>
                <a:latin typeface="+mn-ea"/>
              </a:rPr>
              <a:t>、</a:t>
            </a:r>
            <a:r>
              <a:rPr lang="en-US" altLang="zh-CN" sz="1400">
                <a:solidFill>
                  <a:srgbClr val="333333"/>
                </a:solidFill>
                <a:latin typeface="+mn-ea"/>
              </a:rPr>
              <a:t>A11Y </a:t>
            </a:r>
            <a:r>
              <a:rPr lang="zh-CN" altLang="en-US" sz="1400">
                <a:solidFill>
                  <a:srgbClr val="333333"/>
                </a:solidFill>
                <a:latin typeface="+mn-ea"/>
              </a:rPr>
              <a:t>服务、</a:t>
            </a:r>
            <a:r>
              <a:rPr lang="en-US" altLang="zh-CN" sz="1400">
                <a:solidFill>
                  <a:srgbClr val="333333"/>
                </a:solidFill>
                <a:latin typeface="+mn-ea"/>
              </a:rPr>
              <a:t>Wi-Fi </a:t>
            </a:r>
            <a:r>
              <a:rPr lang="zh-CN" altLang="en-US" sz="1400">
                <a:solidFill>
                  <a:srgbClr val="333333"/>
                </a:solidFill>
                <a:latin typeface="+mn-ea"/>
              </a:rPr>
              <a:t>和 </a:t>
            </a:r>
            <a:r>
              <a:rPr lang="en-US" altLang="zh-CN" sz="1400">
                <a:solidFill>
                  <a:srgbClr val="333333"/>
                </a:solidFill>
                <a:latin typeface="+mn-ea"/>
              </a:rPr>
              <a:t>NFC</a:t>
            </a:r>
            <a:r>
              <a:rPr lang="zh-CN" altLang="en-US" sz="1400">
                <a:solidFill>
                  <a:srgbClr val="333333"/>
                </a:solidFill>
                <a:latin typeface="+mn-ea"/>
              </a:rPr>
              <a:t>。</a:t>
            </a:r>
          </a:p>
          <a:p>
            <a:pPr marL="285750" indent="-285750">
              <a:lnSpc>
                <a:spcPct val="150000"/>
              </a:lnSpc>
              <a:buFont typeface="Arial" panose="020B0604020202020204" pitchFamily="34" charset="0"/>
              <a:buChar char="•"/>
            </a:pPr>
            <a:r>
              <a:rPr lang="zh-CN" altLang="en-US" sz="1400" smtClean="0">
                <a:solidFill>
                  <a:srgbClr val="333333"/>
                </a:solidFill>
                <a:latin typeface="+mn-ea"/>
              </a:rPr>
              <a:t>借助</a:t>
            </a:r>
            <a:r>
              <a:rPr lang="zh-CN" altLang="en-US" sz="1400">
                <a:solidFill>
                  <a:srgbClr val="333333"/>
                </a:solidFill>
                <a:latin typeface="+mn-ea"/>
              </a:rPr>
              <a:t>启动器 </a:t>
            </a:r>
            <a:r>
              <a:rPr lang="en-US" altLang="zh-CN" sz="1400">
                <a:solidFill>
                  <a:srgbClr val="333333"/>
                </a:solidFill>
                <a:latin typeface="+mn-ea"/>
              </a:rPr>
              <a:t>API</a:t>
            </a:r>
            <a:r>
              <a:rPr lang="zh-CN" altLang="en-US" sz="1400">
                <a:solidFill>
                  <a:srgbClr val="333333"/>
                </a:solidFill>
                <a:latin typeface="+mn-ea"/>
              </a:rPr>
              <a:t>，可使启动器在</a:t>
            </a:r>
            <a:r>
              <a:rPr lang="zh-CN" altLang="en-US" sz="1400" smtClean="0">
                <a:solidFill>
                  <a:srgbClr val="333333"/>
                </a:solidFill>
                <a:latin typeface="+mn-ea"/>
              </a:rPr>
              <a:t>主资料中</a:t>
            </a:r>
            <a:r>
              <a:rPr lang="zh-CN" altLang="en-US" sz="1400">
                <a:solidFill>
                  <a:srgbClr val="333333"/>
                </a:solidFill>
                <a:latin typeface="+mn-ea"/>
              </a:rPr>
              <a:t>的应用旁</a:t>
            </a:r>
            <a:r>
              <a:rPr lang="zh-CN" altLang="en-US" sz="1400" smtClean="0">
                <a:solidFill>
                  <a:srgbClr val="333333"/>
                </a:solidFill>
                <a:latin typeface="+mn-ea"/>
              </a:rPr>
              <a:t>显示</a:t>
            </a:r>
            <a:r>
              <a:rPr lang="zh-CN" altLang="en-US" sz="1400">
                <a:solidFill>
                  <a:srgbClr val="333333"/>
                </a:solidFill>
                <a:latin typeface="+mn-ea"/>
              </a:rPr>
              <a:t>配置文件用户</a:t>
            </a:r>
            <a:r>
              <a:rPr lang="zh-CN" altLang="en-US" sz="1400" smtClean="0">
                <a:solidFill>
                  <a:srgbClr val="333333"/>
                </a:solidFill>
                <a:latin typeface="+mn-ea"/>
              </a:rPr>
              <a:t>中</a:t>
            </a:r>
            <a:r>
              <a:rPr lang="zh-CN" altLang="en-US" sz="1400">
                <a:solidFill>
                  <a:srgbClr val="333333"/>
                </a:solidFill>
                <a:latin typeface="+mn-ea"/>
              </a:rPr>
              <a:t>带有标记的应用和已列入许可名单的 </a:t>
            </a:r>
            <a:r>
              <a:rPr lang="en-US" altLang="zh-CN" sz="1400">
                <a:solidFill>
                  <a:srgbClr val="333333"/>
                </a:solidFill>
                <a:latin typeface="+mn-ea"/>
              </a:rPr>
              <a:t>widget</a:t>
            </a:r>
            <a:r>
              <a:rPr lang="zh-CN" altLang="en-US" sz="1400">
                <a:solidFill>
                  <a:srgbClr val="333333"/>
                </a:solidFill>
                <a:latin typeface="+mn-ea"/>
              </a:rPr>
              <a:t>，而无需切换用户</a:t>
            </a:r>
            <a:r>
              <a:rPr lang="zh-CN" altLang="en-US" sz="1400" smtClean="0">
                <a:solidFill>
                  <a:srgbClr val="333333"/>
                </a:solidFill>
                <a:latin typeface="+mn-ea"/>
              </a:rPr>
              <a:t>。</a:t>
            </a:r>
            <a:endParaRPr lang="zh-CN" altLang="en-US" sz="1400">
              <a:solidFill>
                <a:srgbClr val="333333"/>
              </a:solidFill>
              <a:latin typeface="+mn-ea"/>
            </a:endParaRPr>
          </a:p>
        </p:txBody>
      </p:sp>
    </p:spTree>
    <p:extLst>
      <p:ext uri="{BB962C8B-B14F-4D97-AF65-F5344CB8AC3E}">
        <p14:creationId xmlns:p14="http://schemas.microsoft.com/office/powerpoint/2010/main" val="768578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基本概念</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r>
              <a:rPr kumimoji="1" lang="en-US" altLang="zh-CN" sz="1600" b="1" dirty="0" smtClean="0"/>
              <a:t>01</a:t>
            </a:r>
            <a:endParaRPr kumimoji="1" lang="zh-CN" altLang="en-US" sz="1600" b="1" dirty="0"/>
          </a:p>
        </p:txBody>
      </p:sp>
      <p:sp>
        <p:nvSpPr>
          <p:cNvPr id="5" name="矩形 4"/>
          <p:cNvSpPr/>
          <p:nvPr/>
        </p:nvSpPr>
        <p:spPr>
          <a:xfrm>
            <a:off x="375190" y="930978"/>
            <a:ext cx="11395632" cy="2769989"/>
          </a:xfrm>
          <a:prstGeom prst="rect">
            <a:avLst/>
          </a:prstGeom>
        </p:spPr>
        <p:txBody>
          <a:bodyPr wrap="square">
            <a:spAutoFit/>
          </a:bodyPr>
          <a:lstStyle/>
          <a:p>
            <a:pPr>
              <a:lnSpc>
                <a:spcPct val="150000"/>
              </a:lnSpc>
            </a:pPr>
            <a:r>
              <a:rPr lang="zh-CN" altLang="en-US" sz="1400" smtClean="0">
                <a:solidFill>
                  <a:srgbClr val="333333"/>
                </a:solidFill>
                <a:latin typeface="+mn-ea"/>
              </a:rPr>
              <a:t>配置文件的特点</a:t>
            </a:r>
            <a:r>
              <a:rPr lang="en-US" altLang="zh-CN" sz="1400" smtClean="0">
                <a:solidFill>
                  <a:srgbClr val="333333"/>
                </a:solidFill>
                <a:latin typeface="+mn-ea"/>
              </a:rPr>
              <a:t>:</a:t>
            </a:r>
            <a:endParaRPr lang="en-US" altLang="zh-CN" sz="1400">
              <a:solidFill>
                <a:srgbClr val="333333"/>
              </a:solidFill>
              <a:latin typeface="+mn-ea"/>
            </a:endParaRPr>
          </a:p>
          <a:p>
            <a:pPr marL="285750" indent="-285750">
              <a:lnSpc>
                <a:spcPct val="150000"/>
              </a:lnSpc>
              <a:buFont typeface="Arial" panose="020B0604020202020204" pitchFamily="34" charset="0"/>
              <a:buChar char="•"/>
            </a:pPr>
            <a:r>
              <a:rPr lang="zh-CN" altLang="en-US" sz="1400" smtClean="0">
                <a:solidFill>
                  <a:srgbClr val="333333"/>
                </a:solidFill>
                <a:latin typeface="+mn-ea"/>
              </a:rPr>
              <a:t>配置文件必须</a:t>
            </a:r>
            <a:r>
              <a:rPr lang="zh-CN" altLang="en-US" sz="1400">
                <a:solidFill>
                  <a:srgbClr val="333333"/>
                </a:solidFill>
                <a:latin typeface="+mn-ea"/>
              </a:rPr>
              <a:t>依附于父用户生存，</a:t>
            </a:r>
            <a:r>
              <a:rPr lang="zh-CN" altLang="en-US" sz="1400" smtClean="0">
                <a:solidFill>
                  <a:srgbClr val="333333"/>
                </a:solidFill>
                <a:latin typeface="+mn-ea"/>
              </a:rPr>
              <a:t>也就是配置文件一定</a:t>
            </a:r>
            <a:r>
              <a:rPr lang="zh-CN" altLang="en-US" sz="1400">
                <a:solidFill>
                  <a:srgbClr val="333333"/>
                </a:solidFill>
                <a:latin typeface="+mn-ea"/>
              </a:rPr>
              <a:t>对应一个父</a:t>
            </a:r>
            <a:r>
              <a:rPr lang="zh-CN" altLang="en-US" sz="1400" smtClean="0">
                <a:solidFill>
                  <a:srgbClr val="333333"/>
                </a:solidFill>
                <a:latin typeface="+mn-ea"/>
              </a:rPr>
              <a:t>用户</a:t>
            </a:r>
            <a:endParaRPr lang="en-US" altLang="zh-CN" sz="1400" smtClean="0">
              <a:solidFill>
                <a:srgbClr val="333333"/>
              </a:solidFill>
              <a:latin typeface="+mn-ea"/>
            </a:endParaRPr>
          </a:p>
          <a:p>
            <a:pPr marL="285750" indent="-285750">
              <a:lnSpc>
                <a:spcPct val="150000"/>
              </a:lnSpc>
              <a:buFont typeface="Arial" panose="020B0604020202020204" pitchFamily="34" charset="0"/>
              <a:buChar char="•"/>
            </a:pPr>
            <a:r>
              <a:rPr lang="zh-CN" altLang="en-US" sz="1400" smtClean="0">
                <a:solidFill>
                  <a:srgbClr val="333333"/>
                </a:solidFill>
                <a:latin typeface="+mn-ea"/>
              </a:rPr>
              <a:t>在使用配置用户时，前台用户一定是父用户</a:t>
            </a:r>
            <a:endParaRPr lang="en-US" altLang="zh-CN" sz="1400" smtClean="0">
              <a:solidFill>
                <a:srgbClr val="333333"/>
              </a:solidFill>
              <a:latin typeface="+mn-ea"/>
            </a:endParaRPr>
          </a:p>
          <a:p>
            <a:pPr marL="285750" indent="-285750">
              <a:lnSpc>
                <a:spcPct val="150000"/>
              </a:lnSpc>
              <a:buFont typeface="Arial" panose="020B0604020202020204" pitchFamily="34" charset="0"/>
              <a:buChar char="•"/>
            </a:pPr>
            <a:r>
              <a:rPr lang="zh-CN" altLang="en-US" sz="1400" smtClean="0">
                <a:solidFill>
                  <a:srgbClr val="333333"/>
                </a:solidFill>
                <a:latin typeface="+mn-ea"/>
              </a:rPr>
              <a:t>无法</a:t>
            </a:r>
            <a:r>
              <a:rPr lang="zh-CN" altLang="en-US" sz="1400">
                <a:solidFill>
                  <a:srgbClr val="333333"/>
                </a:solidFill>
                <a:latin typeface="+mn-ea"/>
              </a:rPr>
              <a:t>切换到</a:t>
            </a:r>
            <a:r>
              <a:rPr lang="zh-CN" altLang="en-US" sz="1400" smtClean="0">
                <a:solidFill>
                  <a:srgbClr val="333333"/>
                </a:solidFill>
                <a:latin typeface="+mn-ea"/>
              </a:rPr>
              <a:t>配置</a:t>
            </a:r>
            <a:r>
              <a:rPr lang="zh-CN" altLang="en-US" sz="1400">
                <a:solidFill>
                  <a:srgbClr val="333333"/>
                </a:solidFill>
                <a:latin typeface="+mn-ea"/>
              </a:rPr>
              <a:t>文件</a:t>
            </a:r>
            <a:endParaRPr lang="en-US" altLang="zh-CN" sz="1400">
              <a:solidFill>
                <a:srgbClr val="333333"/>
              </a:solidFill>
              <a:latin typeface="+mn-ea"/>
            </a:endParaRPr>
          </a:p>
          <a:p>
            <a:pPr>
              <a:lnSpc>
                <a:spcPct val="150000"/>
              </a:lnSpc>
            </a:pPr>
            <a:endParaRPr lang="en-US" altLang="zh-CN" sz="1600" b="1" smtClean="0">
              <a:solidFill>
                <a:srgbClr val="333333"/>
              </a:solidFill>
              <a:latin typeface="+mn-ea"/>
            </a:endParaRPr>
          </a:p>
          <a:p>
            <a:pPr>
              <a:lnSpc>
                <a:spcPct val="150000"/>
              </a:lnSpc>
            </a:pPr>
            <a:r>
              <a:rPr lang="en-US" altLang="zh-CN" sz="1600" b="1" smtClean="0">
                <a:solidFill>
                  <a:srgbClr val="333333"/>
                </a:solidFill>
                <a:latin typeface="+mn-ea"/>
              </a:rPr>
              <a:t>1.5 </a:t>
            </a:r>
            <a:r>
              <a:rPr lang="zh-CN" altLang="en-US" sz="1600" b="1" smtClean="0">
                <a:solidFill>
                  <a:srgbClr val="333333"/>
                </a:solidFill>
                <a:latin typeface="+mn-ea"/>
              </a:rPr>
              <a:t>前台</a:t>
            </a:r>
            <a:r>
              <a:rPr lang="zh-CN" altLang="en-US" sz="1600" b="1">
                <a:solidFill>
                  <a:srgbClr val="333333"/>
                </a:solidFill>
                <a:latin typeface="+mn-ea"/>
              </a:rPr>
              <a:t>用户与后台</a:t>
            </a:r>
            <a:r>
              <a:rPr lang="zh-CN" altLang="en-US" sz="1600" b="1" smtClean="0">
                <a:solidFill>
                  <a:srgbClr val="333333"/>
                </a:solidFill>
                <a:latin typeface="+mn-ea"/>
              </a:rPr>
              <a:t>用户</a:t>
            </a:r>
            <a:endParaRPr lang="en-US" altLang="zh-CN" sz="1600" b="1" smtClean="0">
              <a:solidFill>
                <a:srgbClr val="333333"/>
              </a:solidFill>
              <a:latin typeface="+mn-ea"/>
            </a:endParaRPr>
          </a:p>
          <a:p>
            <a:pPr>
              <a:lnSpc>
                <a:spcPct val="150000"/>
              </a:lnSpc>
            </a:pPr>
            <a:r>
              <a:rPr lang="zh-CN" altLang="en-US" sz="1400">
                <a:solidFill>
                  <a:srgbClr val="333333"/>
                </a:solidFill>
                <a:latin typeface="+mn-ea"/>
              </a:rPr>
              <a:t>    只有一个用户可以处于前台。这是当前正在与使用设备的人交互的用户，或者</a:t>
            </a:r>
            <a:r>
              <a:rPr lang="zh-CN" altLang="en-US" sz="1400" smtClean="0">
                <a:solidFill>
                  <a:srgbClr val="333333"/>
                </a:solidFill>
                <a:latin typeface="+mn-ea"/>
              </a:rPr>
              <a:t>在使用配置文件的情况下，是此用户的父配置文件。</a:t>
            </a:r>
            <a:r>
              <a:rPr lang="zh-CN" altLang="en-US" sz="1400">
                <a:solidFill>
                  <a:srgbClr val="333333"/>
                </a:solidFill>
                <a:latin typeface="+mn-ea"/>
              </a:rPr>
              <a:t>所有其他正在运行的用户都是后台用户。有些用户可能根本没有运行，既不在前台也不在后台</a:t>
            </a:r>
            <a:r>
              <a:rPr lang="zh-CN" altLang="en-US" sz="1400" smtClean="0">
                <a:solidFill>
                  <a:srgbClr val="333333"/>
                </a:solidFill>
                <a:latin typeface="+mn-ea"/>
              </a:rPr>
              <a:t>。</a:t>
            </a:r>
            <a:endParaRPr lang="en-US" altLang="zh-CN" sz="1400">
              <a:solidFill>
                <a:srgbClr val="333333"/>
              </a:solidFill>
              <a:latin typeface="+mn-ea"/>
            </a:endParaRPr>
          </a:p>
        </p:txBody>
      </p:sp>
    </p:spTree>
    <p:extLst>
      <p:ext uri="{BB962C8B-B14F-4D97-AF65-F5344CB8AC3E}">
        <p14:creationId xmlns:p14="http://schemas.microsoft.com/office/powerpoint/2010/main" val="357653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02</a:t>
            </a:r>
            <a:endParaRPr kumimoji="1" lang="zh-CN" altLang="en-US" sz="1600" b="1" dirty="0"/>
          </a:p>
        </p:txBody>
      </p:sp>
      <p:sp>
        <p:nvSpPr>
          <p:cNvPr id="5" name="矩形 4"/>
          <p:cNvSpPr/>
          <p:nvPr/>
        </p:nvSpPr>
        <p:spPr>
          <a:xfrm>
            <a:off x="375190" y="930978"/>
            <a:ext cx="11395632" cy="5493812"/>
          </a:xfrm>
          <a:prstGeom prst="rect">
            <a:avLst/>
          </a:prstGeom>
        </p:spPr>
        <p:txBody>
          <a:bodyPr wrap="square">
            <a:spAutoFit/>
          </a:bodyPr>
          <a:lstStyle/>
          <a:p>
            <a:pPr>
              <a:lnSpc>
                <a:spcPct val="150000"/>
              </a:lnSpc>
            </a:pPr>
            <a:r>
              <a:rPr lang="zh-CN" altLang="en-US" sz="2000" b="1"/>
              <a:t>二</a:t>
            </a:r>
            <a:r>
              <a:rPr lang="zh-CN" altLang="en-US" sz="2000" b="1" smtClean="0"/>
              <a:t>、 框架概述</a:t>
            </a:r>
            <a:endParaRPr lang="en-US" altLang="zh-CN" sz="2000" b="1" smtClean="0"/>
          </a:p>
          <a:p>
            <a:pPr>
              <a:lnSpc>
                <a:spcPct val="150000"/>
              </a:lnSpc>
            </a:pPr>
            <a:r>
              <a:rPr lang="en-US" altLang="zh-CN" sz="1400" smtClean="0">
                <a:solidFill>
                  <a:srgbClr val="333333"/>
                </a:solidFill>
                <a:latin typeface="+mn-ea"/>
              </a:rPr>
              <a:t>    Android </a:t>
            </a:r>
            <a:r>
              <a:rPr lang="zh-CN" altLang="en-US" sz="1400">
                <a:solidFill>
                  <a:srgbClr val="333333"/>
                </a:solidFill>
                <a:latin typeface="+mn-ea"/>
              </a:rPr>
              <a:t>框架通过 </a:t>
            </a:r>
            <a:r>
              <a:rPr lang="en-US" altLang="zh-CN" sz="1400">
                <a:solidFill>
                  <a:srgbClr val="333333"/>
                </a:solidFill>
                <a:latin typeface="+mn-ea"/>
              </a:rPr>
              <a:t>UserManager </a:t>
            </a:r>
            <a:r>
              <a:rPr lang="zh-CN" altLang="en-US" sz="1400">
                <a:solidFill>
                  <a:srgbClr val="333333"/>
                </a:solidFill>
                <a:latin typeface="+mn-ea"/>
              </a:rPr>
              <a:t>类支持多用户功能。</a:t>
            </a:r>
            <a:r>
              <a:rPr lang="en-US" altLang="zh-CN" sz="1400">
                <a:solidFill>
                  <a:srgbClr val="333333"/>
                </a:solidFill>
                <a:latin typeface="+mn-ea"/>
              </a:rPr>
              <a:t>UserManager </a:t>
            </a:r>
            <a:r>
              <a:rPr lang="zh-CN" altLang="en-US" sz="1400">
                <a:solidFill>
                  <a:srgbClr val="333333"/>
                </a:solidFill>
                <a:latin typeface="+mn-ea"/>
              </a:rPr>
              <a:t>提供了许多用于管理用户的方法，如创建用户、删除用户</a:t>
            </a:r>
            <a:r>
              <a:rPr lang="zh-CN" altLang="en-US" sz="1400" smtClean="0">
                <a:solidFill>
                  <a:srgbClr val="333333"/>
                </a:solidFill>
                <a:latin typeface="+mn-ea"/>
              </a:rPr>
              <a:t>、切换用户 </a:t>
            </a:r>
            <a:r>
              <a:rPr lang="zh-CN" altLang="en-US" sz="1400">
                <a:solidFill>
                  <a:srgbClr val="333333"/>
                </a:solidFill>
                <a:latin typeface="+mn-ea"/>
              </a:rPr>
              <a:t>、</a:t>
            </a:r>
            <a:r>
              <a:rPr lang="zh-CN" altLang="en-US" sz="1400" smtClean="0">
                <a:solidFill>
                  <a:srgbClr val="333333"/>
                </a:solidFill>
                <a:latin typeface="+mn-ea"/>
              </a:rPr>
              <a:t>获取用户列表等。</a:t>
            </a:r>
            <a:endParaRPr lang="en-US" altLang="zh-CN" sz="1400" smtClean="0">
              <a:solidFill>
                <a:srgbClr val="333333"/>
              </a:solidFill>
              <a:latin typeface="+mn-ea"/>
            </a:endParaRPr>
          </a:p>
          <a:p>
            <a:pPr>
              <a:lnSpc>
                <a:spcPct val="150000"/>
              </a:lnSpc>
            </a:pPr>
            <a:r>
              <a:rPr lang="en-US" altLang="zh-CN" sz="1600" b="1">
                <a:solidFill>
                  <a:srgbClr val="333333"/>
                </a:solidFill>
                <a:latin typeface="+mn-ea"/>
              </a:rPr>
              <a:t>2.1 </a:t>
            </a:r>
            <a:r>
              <a:rPr lang="zh-CN" altLang="en-US" sz="1600" b="1" smtClean="0">
                <a:solidFill>
                  <a:srgbClr val="333333"/>
                </a:solidFill>
                <a:latin typeface="+mn-ea"/>
              </a:rPr>
              <a:t>多用户的特点</a:t>
            </a:r>
            <a:endParaRPr lang="en-US" altLang="zh-CN" sz="1600" b="1" smtClean="0">
              <a:solidFill>
                <a:srgbClr val="333333"/>
              </a:solidFill>
              <a:latin typeface="+mn-ea"/>
            </a:endParaRPr>
          </a:p>
          <a:p>
            <a:pPr>
              <a:lnSpc>
                <a:spcPct val="150000"/>
              </a:lnSpc>
            </a:pPr>
            <a:r>
              <a:rPr lang="zh-CN" altLang="en-US" sz="1400" smtClean="0">
                <a:solidFill>
                  <a:srgbClr val="333333"/>
                </a:solidFill>
                <a:latin typeface="+mn-ea"/>
              </a:rPr>
              <a:t>    在</a:t>
            </a:r>
            <a:r>
              <a:rPr lang="zh-CN" altLang="en-US" sz="1400">
                <a:solidFill>
                  <a:srgbClr val="333333"/>
                </a:solidFill>
                <a:latin typeface="+mn-ea"/>
              </a:rPr>
              <a:t>创建每个用户时，都会分配一个整型的</a:t>
            </a:r>
            <a:r>
              <a:rPr lang="en-US" altLang="zh-CN" sz="1400" smtClean="0">
                <a:solidFill>
                  <a:srgbClr val="333333"/>
                </a:solidFill>
                <a:latin typeface="+mn-ea"/>
              </a:rPr>
              <a:t>UseId</a:t>
            </a:r>
            <a:r>
              <a:rPr lang="zh-CN" altLang="en-US" sz="1400" smtClean="0">
                <a:solidFill>
                  <a:srgbClr val="333333"/>
                </a:solidFill>
                <a:latin typeface="+mn-ea"/>
              </a:rPr>
              <a:t>，除了</a:t>
            </a:r>
            <a:r>
              <a:rPr lang="zh-CN" altLang="en-US" sz="1400">
                <a:solidFill>
                  <a:srgbClr val="333333"/>
                </a:solidFill>
                <a:latin typeface="+mn-ea"/>
              </a:rPr>
              <a:t>系统用户</a:t>
            </a:r>
            <a:r>
              <a:rPr lang="en-US" altLang="zh-CN" sz="1400">
                <a:solidFill>
                  <a:srgbClr val="333333"/>
                </a:solidFill>
                <a:latin typeface="+mn-ea"/>
              </a:rPr>
              <a:t>id</a:t>
            </a:r>
            <a:r>
              <a:rPr lang="zh-CN" altLang="en-US" sz="1400">
                <a:solidFill>
                  <a:srgbClr val="333333"/>
                </a:solidFill>
                <a:latin typeface="+mn-ea"/>
              </a:rPr>
              <a:t>已经固定分配为</a:t>
            </a:r>
            <a:r>
              <a:rPr lang="en-US" altLang="zh-CN" sz="1400">
                <a:solidFill>
                  <a:srgbClr val="333333"/>
                </a:solidFill>
                <a:latin typeface="+mn-ea"/>
              </a:rPr>
              <a:t>0</a:t>
            </a:r>
            <a:r>
              <a:rPr lang="zh-CN" altLang="en-US" sz="1400">
                <a:solidFill>
                  <a:srgbClr val="333333"/>
                </a:solidFill>
                <a:latin typeface="+mn-ea"/>
              </a:rPr>
              <a:t>以外，其他的</a:t>
            </a:r>
            <a:r>
              <a:rPr lang="en-US" altLang="zh-CN" sz="1400">
                <a:solidFill>
                  <a:srgbClr val="333333"/>
                </a:solidFill>
                <a:latin typeface="+mn-ea"/>
              </a:rPr>
              <a:t>userId</a:t>
            </a:r>
            <a:r>
              <a:rPr lang="zh-CN" altLang="en-US" sz="1400">
                <a:solidFill>
                  <a:srgbClr val="333333"/>
                </a:solidFill>
                <a:latin typeface="+mn-ea"/>
              </a:rPr>
              <a:t>都是从</a:t>
            </a:r>
            <a:r>
              <a:rPr lang="en-US" altLang="zh-CN" sz="1400">
                <a:solidFill>
                  <a:srgbClr val="333333"/>
                </a:solidFill>
                <a:latin typeface="+mn-ea"/>
              </a:rPr>
              <a:t>10</a:t>
            </a:r>
            <a:r>
              <a:rPr lang="zh-CN" altLang="en-US" sz="1400" smtClean="0">
                <a:solidFill>
                  <a:srgbClr val="333333"/>
                </a:solidFill>
                <a:latin typeface="+mn-ea"/>
              </a:rPr>
              <a:t>开始。</a:t>
            </a:r>
            <a:endParaRPr lang="en-US" altLang="zh-CN" sz="1400" smtClean="0">
              <a:solidFill>
                <a:srgbClr val="333333"/>
              </a:solidFill>
              <a:latin typeface="+mn-ea"/>
            </a:endParaRPr>
          </a:p>
          <a:p>
            <a:pPr>
              <a:lnSpc>
                <a:spcPct val="150000"/>
              </a:lnSpc>
            </a:pPr>
            <a:r>
              <a:rPr lang="en-US" altLang="zh-CN" sz="1400">
                <a:solidFill>
                  <a:srgbClr val="333333"/>
                </a:solidFill>
                <a:latin typeface="+mn-ea"/>
              </a:rPr>
              <a:t> </a:t>
            </a:r>
            <a:r>
              <a:rPr lang="en-US" altLang="zh-CN" sz="1400" smtClean="0">
                <a:solidFill>
                  <a:srgbClr val="333333"/>
                </a:solidFill>
                <a:latin typeface="+mn-ea"/>
              </a:rPr>
              <a:t>   </a:t>
            </a:r>
            <a:r>
              <a:rPr lang="zh-CN" altLang="en-US" sz="1400" smtClean="0">
                <a:solidFill>
                  <a:srgbClr val="333333"/>
                </a:solidFill>
                <a:latin typeface="+mn-ea"/>
              </a:rPr>
              <a:t>在</a:t>
            </a:r>
            <a:r>
              <a:rPr lang="zh-CN" altLang="en-US" sz="1400">
                <a:solidFill>
                  <a:srgbClr val="333333"/>
                </a:solidFill>
                <a:latin typeface="+mn-ea"/>
              </a:rPr>
              <a:t>每个用户创建时，</a:t>
            </a:r>
            <a:r>
              <a:rPr lang="en-US" altLang="zh-CN" sz="1400">
                <a:solidFill>
                  <a:srgbClr val="333333"/>
                </a:solidFill>
                <a:latin typeface="+mn-ea"/>
              </a:rPr>
              <a:t>android</a:t>
            </a:r>
            <a:r>
              <a:rPr lang="zh-CN" altLang="en-US" sz="1400">
                <a:solidFill>
                  <a:srgbClr val="333333"/>
                </a:solidFill>
                <a:latin typeface="+mn-ea"/>
              </a:rPr>
              <a:t>系统会为该用户及用户下的应用准备了独立的内部存储空间。</a:t>
            </a:r>
            <a:endParaRPr lang="en-US" altLang="zh-CN" sz="1400">
              <a:solidFill>
                <a:srgbClr val="333333"/>
              </a:solidFill>
              <a:latin typeface="+mn-ea"/>
            </a:endParaRPr>
          </a:p>
          <a:p>
            <a:pPr>
              <a:lnSpc>
                <a:spcPct val="150000"/>
              </a:lnSpc>
            </a:pPr>
            <a:r>
              <a:rPr lang="zh-CN" altLang="en-US" sz="1400" smtClean="0">
                <a:solidFill>
                  <a:srgbClr val="333333"/>
                </a:solidFill>
                <a:latin typeface="+mn-ea"/>
              </a:rPr>
              <a:t>    不同</a:t>
            </a:r>
            <a:r>
              <a:rPr lang="zh-CN" altLang="en-US" sz="1400">
                <a:solidFill>
                  <a:srgbClr val="333333"/>
                </a:solidFill>
                <a:latin typeface="+mn-ea"/>
              </a:rPr>
              <a:t>用户具有的权限不同</a:t>
            </a:r>
            <a:endParaRPr lang="en-US" altLang="zh-CN" sz="1400">
              <a:solidFill>
                <a:srgbClr val="333333"/>
              </a:solidFill>
              <a:latin typeface="+mn-ea"/>
            </a:endParaRPr>
          </a:p>
          <a:p>
            <a:pPr>
              <a:lnSpc>
                <a:spcPct val="150000"/>
              </a:lnSpc>
            </a:pPr>
            <a:r>
              <a:rPr lang="zh-CN" altLang="en-US" sz="1400" smtClean="0">
                <a:solidFill>
                  <a:srgbClr val="333333"/>
                </a:solidFill>
                <a:latin typeface="+mn-ea"/>
              </a:rPr>
              <a:t>    虽然</a:t>
            </a:r>
            <a:r>
              <a:rPr lang="zh-CN" altLang="en-US" sz="1400">
                <a:solidFill>
                  <a:srgbClr val="333333"/>
                </a:solidFill>
                <a:latin typeface="+mn-ea"/>
              </a:rPr>
              <a:t>每个用户下的同一个应用具有独立的文件存储和权限管理，但它们共用的是同一个安装目录和</a:t>
            </a:r>
            <a:r>
              <a:rPr lang="en-US" altLang="zh-CN" sz="1400">
                <a:solidFill>
                  <a:srgbClr val="333333"/>
                </a:solidFill>
                <a:latin typeface="+mn-ea"/>
              </a:rPr>
              <a:t>apk</a:t>
            </a:r>
            <a:r>
              <a:rPr lang="zh-CN" altLang="en-US" sz="1400">
                <a:solidFill>
                  <a:srgbClr val="333333"/>
                </a:solidFill>
                <a:latin typeface="+mn-ea"/>
              </a:rPr>
              <a:t>运行文件，不同用户下相同</a:t>
            </a:r>
            <a:r>
              <a:rPr lang="en-US" altLang="zh-CN" sz="1400">
                <a:solidFill>
                  <a:srgbClr val="333333"/>
                </a:solidFill>
                <a:latin typeface="+mn-ea"/>
              </a:rPr>
              <a:t>App</a:t>
            </a:r>
            <a:r>
              <a:rPr lang="zh-CN" altLang="en-US" sz="1400">
                <a:solidFill>
                  <a:srgbClr val="333333"/>
                </a:solidFill>
                <a:latin typeface="+mn-ea"/>
              </a:rPr>
              <a:t>能够独立运行是因为系统为他们创造了不同的运行环境和权限。</a:t>
            </a:r>
            <a:endParaRPr lang="en-US" altLang="zh-CN" sz="1400">
              <a:solidFill>
                <a:srgbClr val="333333"/>
              </a:solidFill>
              <a:latin typeface="+mn-ea"/>
            </a:endParaRPr>
          </a:p>
          <a:p>
            <a:pPr>
              <a:lnSpc>
                <a:spcPct val="150000"/>
              </a:lnSpc>
            </a:pPr>
            <a:r>
              <a:rPr lang="zh-CN" altLang="en-US" sz="1400" smtClean="0">
                <a:solidFill>
                  <a:srgbClr val="333333"/>
                </a:solidFill>
                <a:latin typeface="+mn-ea"/>
              </a:rPr>
              <a:t>    在</a:t>
            </a:r>
            <a:r>
              <a:rPr lang="zh-CN" altLang="en-US" sz="1400">
                <a:solidFill>
                  <a:srgbClr val="333333"/>
                </a:solidFill>
                <a:latin typeface="+mn-ea"/>
              </a:rPr>
              <a:t>不同用户下，虽然能够看到不同的桌面，不同的运行环境，一切都感觉是新的，但是我们系统本身并没有发生改变，</a:t>
            </a:r>
            <a:r>
              <a:rPr lang="en-US" altLang="zh-CN" sz="1400">
                <a:solidFill>
                  <a:srgbClr val="333333"/>
                </a:solidFill>
                <a:latin typeface="+mn-ea"/>
              </a:rPr>
              <a:t>kernel</a:t>
            </a:r>
            <a:r>
              <a:rPr lang="zh-CN" altLang="en-US" sz="1400">
                <a:solidFill>
                  <a:srgbClr val="333333"/>
                </a:solidFill>
                <a:latin typeface="+mn-ea"/>
              </a:rPr>
              <a:t>进程、</a:t>
            </a:r>
            <a:r>
              <a:rPr lang="en-US" altLang="zh-CN" sz="1400">
                <a:solidFill>
                  <a:srgbClr val="333333"/>
                </a:solidFill>
                <a:latin typeface="+mn-ea"/>
              </a:rPr>
              <a:t>system_server</a:t>
            </a:r>
            <a:r>
              <a:rPr lang="zh-CN" altLang="en-US" sz="1400">
                <a:solidFill>
                  <a:srgbClr val="333333"/>
                </a:solidFill>
                <a:latin typeface="+mn-ea"/>
              </a:rPr>
              <a:t>进程以及所有</a:t>
            </a:r>
            <a:r>
              <a:rPr lang="en-US" altLang="zh-CN" sz="1400">
                <a:solidFill>
                  <a:srgbClr val="333333"/>
                </a:solidFill>
                <a:latin typeface="+mn-ea"/>
              </a:rPr>
              <a:t>daemon</a:t>
            </a:r>
            <a:r>
              <a:rPr lang="zh-CN" altLang="en-US" sz="1400">
                <a:solidFill>
                  <a:srgbClr val="333333"/>
                </a:solidFill>
                <a:latin typeface="+mn-ea"/>
              </a:rPr>
              <a:t>进程依然是同一个，并不会重</a:t>
            </a:r>
            <a:r>
              <a:rPr lang="zh-CN" altLang="en-US" sz="1400" smtClean="0">
                <a:solidFill>
                  <a:srgbClr val="333333"/>
                </a:solidFill>
                <a:latin typeface="+mn-ea"/>
              </a:rPr>
              <a:t>启。</a:t>
            </a:r>
          </a:p>
          <a:p>
            <a:pPr>
              <a:lnSpc>
                <a:spcPct val="150000"/>
              </a:lnSpc>
            </a:pPr>
            <a:endParaRPr lang="en-US" altLang="zh-CN" sz="1400" smtClean="0">
              <a:solidFill>
                <a:srgbClr val="333333"/>
              </a:solidFill>
              <a:latin typeface="+mn-ea"/>
            </a:endParaRPr>
          </a:p>
          <a:p>
            <a:pPr>
              <a:lnSpc>
                <a:spcPct val="150000"/>
              </a:lnSpc>
            </a:pPr>
            <a:r>
              <a:rPr lang="en-US" altLang="zh-CN" sz="1600" b="1" smtClean="0">
                <a:solidFill>
                  <a:srgbClr val="333333"/>
                </a:solidFill>
                <a:latin typeface="+mn-ea"/>
              </a:rPr>
              <a:t>2.2 </a:t>
            </a:r>
            <a:r>
              <a:rPr lang="zh-CN" altLang="en-US" sz="1600" b="1" smtClean="0">
                <a:solidFill>
                  <a:srgbClr val="333333"/>
                </a:solidFill>
                <a:latin typeface="+mn-ea"/>
              </a:rPr>
              <a:t>多用户的</a:t>
            </a:r>
            <a:r>
              <a:rPr lang="en-US" altLang="zh-CN" sz="1600" b="1" smtClean="0">
                <a:solidFill>
                  <a:srgbClr val="333333"/>
                </a:solidFill>
                <a:latin typeface="+mn-ea"/>
              </a:rPr>
              <a:t>Hal</a:t>
            </a:r>
            <a:r>
              <a:rPr lang="zh-CN" altLang="en-US" sz="1600" b="1" smtClean="0">
                <a:solidFill>
                  <a:srgbClr val="333333"/>
                </a:solidFill>
                <a:latin typeface="+mn-ea"/>
              </a:rPr>
              <a:t>属性</a:t>
            </a:r>
            <a:endParaRPr lang="en-US" altLang="zh-CN" sz="1600" b="1" smtClean="0">
              <a:solidFill>
                <a:srgbClr val="333333"/>
              </a:solidFill>
              <a:latin typeface="+mn-ea"/>
            </a:endParaRPr>
          </a:p>
          <a:p>
            <a:pPr>
              <a:lnSpc>
                <a:spcPct val="150000"/>
              </a:lnSpc>
            </a:pPr>
            <a:r>
              <a:rPr lang="zh-CN" altLang="en-US" sz="1400" smtClean="0">
                <a:solidFill>
                  <a:srgbClr val="333333"/>
                </a:solidFill>
                <a:latin typeface="+mn-ea"/>
              </a:rPr>
              <a:t>    简单来说就是使用</a:t>
            </a:r>
            <a:r>
              <a:rPr lang="en-US" altLang="zh-CN" sz="1400" smtClean="0">
                <a:solidFill>
                  <a:srgbClr val="333333"/>
                </a:solidFill>
                <a:latin typeface="+mn-ea"/>
              </a:rPr>
              <a:t>Hal</a:t>
            </a:r>
            <a:r>
              <a:rPr lang="zh-CN" altLang="en-US" sz="1400" smtClean="0">
                <a:solidFill>
                  <a:srgbClr val="333333"/>
                </a:solidFill>
                <a:latin typeface="+mn-ea"/>
              </a:rPr>
              <a:t>属性让</a:t>
            </a:r>
            <a:r>
              <a:rPr lang="en-US" altLang="zh-CN" sz="1400" smtClean="0">
                <a:solidFill>
                  <a:srgbClr val="333333"/>
                </a:solidFill>
                <a:latin typeface="+mn-ea"/>
              </a:rPr>
              <a:t>Android</a:t>
            </a:r>
            <a:r>
              <a:rPr lang="zh-CN" altLang="en-US" sz="1400" smtClean="0">
                <a:solidFill>
                  <a:srgbClr val="333333"/>
                </a:solidFill>
                <a:latin typeface="+mn-ea"/>
              </a:rPr>
              <a:t>系统的用户</a:t>
            </a:r>
            <a:r>
              <a:rPr lang="en-US" altLang="zh-CN" sz="1400" smtClean="0">
                <a:solidFill>
                  <a:srgbClr val="333333"/>
                </a:solidFill>
                <a:latin typeface="+mn-ea"/>
              </a:rPr>
              <a:t>ID</a:t>
            </a:r>
            <a:r>
              <a:rPr lang="zh-CN" altLang="en-US" sz="1400" smtClean="0">
                <a:solidFill>
                  <a:srgbClr val="333333"/>
                </a:solidFill>
                <a:latin typeface="+mn-ea"/>
              </a:rPr>
              <a:t>和其他</a:t>
            </a:r>
            <a:r>
              <a:rPr lang="en-US" altLang="zh-CN" sz="1400" smtClean="0">
                <a:solidFill>
                  <a:srgbClr val="333333"/>
                </a:solidFill>
                <a:latin typeface="+mn-ea"/>
              </a:rPr>
              <a:t>ECU</a:t>
            </a:r>
            <a:r>
              <a:rPr lang="zh-CN" altLang="en-US" sz="1400" smtClean="0">
                <a:solidFill>
                  <a:srgbClr val="333333"/>
                </a:solidFill>
                <a:latin typeface="+mn-ea"/>
              </a:rPr>
              <a:t>控制单元的用户</a:t>
            </a:r>
            <a:r>
              <a:rPr lang="en-US" altLang="zh-CN" sz="1400" smtClean="0">
                <a:solidFill>
                  <a:srgbClr val="333333"/>
                </a:solidFill>
                <a:latin typeface="+mn-ea"/>
              </a:rPr>
              <a:t>ID</a:t>
            </a:r>
            <a:r>
              <a:rPr lang="zh-CN" altLang="en-US" sz="1400" smtClean="0">
                <a:solidFill>
                  <a:srgbClr val="333333"/>
                </a:solidFill>
                <a:latin typeface="+mn-ea"/>
              </a:rPr>
              <a:t>关联起来，例如，司机可以借助这些新属性将外部配件（例如遥控钥匙）与他们的</a:t>
            </a:r>
            <a:r>
              <a:rPr lang="en-US" altLang="zh-CN" sz="1400" smtClean="0">
                <a:solidFill>
                  <a:srgbClr val="333333"/>
                </a:solidFill>
                <a:latin typeface="+mn-ea"/>
              </a:rPr>
              <a:t>Android</a:t>
            </a:r>
            <a:r>
              <a:rPr lang="zh-CN" altLang="en-US" sz="1400" smtClean="0">
                <a:solidFill>
                  <a:srgbClr val="333333"/>
                </a:solidFill>
                <a:latin typeface="+mn-ea"/>
              </a:rPr>
              <a:t>用户配对关联。许多</a:t>
            </a:r>
            <a:r>
              <a:rPr lang="en-US" altLang="zh-CN" sz="1400" smtClean="0">
                <a:solidFill>
                  <a:srgbClr val="333333"/>
                </a:solidFill>
                <a:latin typeface="+mn-ea"/>
              </a:rPr>
              <a:t>ECU</a:t>
            </a:r>
            <a:r>
              <a:rPr lang="zh-CN" altLang="en-US" sz="1400" smtClean="0">
                <a:solidFill>
                  <a:srgbClr val="333333"/>
                </a:solidFill>
                <a:latin typeface="+mn-ea"/>
              </a:rPr>
              <a:t>会在基于</a:t>
            </a:r>
            <a:r>
              <a:rPr lang="en-US" altLang="zh-CN" sz="1400" smtClean="0">
                <a:solidFill>
                  <a:srgbClr val="333333"/>
                </a:solidFill>
                <a:latin typeface="+mn-ea"/>
              </a:rPr>
              <a:t>Android</a:t>
            </a:r>
            <a:r>
              <a:rPr lang="zh-CN" altLang="en-US" sz="1400" smtClean="0">
                <a:solidFill>
                  <a:srgbClr val="333333"/>
                </a:solidFill>
                <a:latin typeface="+mn-ea"/>
              </a:rPr>
              <a:t>的信息娱乐系统开启之前启动，当司机接近车辆时，</a:t>
            </a:r>
            <a:r>
              <a:rPr lang="en-US" altLang="zh-CN" sz="1400" smtClean="0">
                <a:solidFill>
                  <a:srgbClr val="333333"/>
                </a:solidFill>
                <a:latin typeface="+mn-ea"/>
              </a:rPr>
              <a:t>ECU</a:t>
            </a:r>
            <a:r>
              <a:rPr lang="zh-CN" altLang="en-US" sz="1400" smtClean="0">
                <a:solidFill>
                  <a:srgbClr val="333333"/>
                </a:solidFill>
                <a:latin typeface="+mn-ea"/>
              </a:rPr>
              <a:t>会被唤醒并检测到遥控钥匙。此</a:t>
            </a:r>
            <a:r>
              <a:rPr lang="en-US" altLang="zh-CN" sz="1400" smtClean="0">
                <a:solidFill>
                  <a:srgbClr val="333333"/>
                </a:solidFill>
                <a:latin typeface="+mn-ea"/>
              </a:rPr>
              <a:t>ECU</a:t>
            </a:r>
            <a:r>
              <a:rPr lang="zh-CN" altLang="en-US" sz="1400" smtClean="0">
                <a:solidFill>
                  <a:srgbClr val="333333"/>
                </a:solidFill>
                <a:latin typeface="+mn-ea"/>
              </a:rPr>
              <a:t>会向 </a:t>
            </a:r>
            <a:r>
              <a:rPr lang="en-US" altLang="zh-CN" sz="1400" smtClean="0">
                <a:solidFill>
                  <a:srgbClr val="333333"/>
                </a:solidFill>
                <a:latin typeface="+mn-ea"/>
              </a:rPr>
              <a:t>HAL</a:t>
            </a:r>
            <a:r>
              <a:rPr lang="zh-CN" altLang="en-US" sz="1400" smtClean="0">
                <a:solidFill>
                  <a:srgbClr val="333333"/>
                </a:solidFill>
                <a:latin typeface="+mn-ea"/>
              </a:rPr>
              <a:t>发出指示，告知信息娱乐系统应启动哪个 </a:t>
            </a:r>
            <a:r>
              <a:rPr lang="en-US" altLang="zh-CN" sz="1400" smtClean="0">
                <a:solidFill>
                  <a:srgbClr val="333333"/>
                </a:solidFill>
                <a:latin typeface="+mn-ea"/>
              </a:rPr>
              <a:t>Android</a:t>
            </a:r>
            <a:r>
              <a:rPr lang="zh-CN" altLang="en-US" sz="1400" smtClean="0">
                <a:solidFill>
                  <a:srgbClr val="333333"/>
                </a:solidFill>
                <a:latin typeface="+mn-ea"/>
              </a:rPr>
              <a:t>用户，从而缩短司机等待加载其 </a:t>
            </a:r>
            <a:r>
              <a:rPr lang="en-US" altLang="zh-CN" sz="1400" smtClean="0">
                <a:solidFill>
                  <a:srgbClr val="333333"/>
                </a:solidFill>
                <a:latin typeface="+mn-ea"/>
              </a:rPr>
              <a:t>Android</a:t>
            </a:r>
            <a:r>
              <a:rPr lang="zh-CN" altLang="en-US" sz="1400" smtClean="0">
                <a:solidFill>
                  <a:srgbClr val="333333"/>
                </a:solidFill>
                <a:latin typeface="+mn-ea"/>
              </a:rPr>
              <a:t>用户的时间。</a:t>
            </a:r>
            <a:endParaRPr lang="en-US" altLang="zh-CN" sz="1400">
              <a:solidFill>
                <a:srgbClr val="333333"/>
              </a:solidFill>
              <a:latin typeface="+mn-ea"/>
            </a:endParaRPr>
          </a:p>
        </p:txBody>
      </p:sp>
    </p:spTree>
    <p:extLst>
      <p:ext uri="{BB962C8B-B14F-4D97-AF65-F5344CB8AC3E}">
        <p14:creationId xmlns:p14="http://schemas.microsoft.com/office/powerpoint/2010/main" val="341933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02</a:t>
            </a:r>
            <a:endParaRPr kumimoji="1" lang="zh-CN" altLang="en-US" sz="1600" b="1" dirty="0"/>
          </a:p>
        </p:txBody>
      </p:sp>
      <p:sp>
        <p:nvSpPr>
          <p:cNvPr id="5" name="矩形 4"/>
          <p:cNvSpPr/>
          <p:nvPr/>
        </p:nvSpPr>
        <p:spPr>
          <a:xfrm>
            <a:off x="375190" y="930978"/>
            <a:ext cx="11395632" cy="1431161"/>
          </a:xfrm>
          <a:prstGeom prst="rect">
            <a:avLst/>
          </a:prstGeom>
        </p:spPr>
        <p:txBody>
          <a:bodyPr wrap="square">
            <a:spAutoFit/>
          </a:bodyPr>
          <a:lstStyle/>
          <a:p>
            <a:pPr>
              <a:lnSpc>
                <a:spcPct val="150000"/>
              </a:lnSpc>
            </a:pPr>
            <a:r>
              <a:rPr lang="en-US" altLang="zh-CN" sz="1600" b="1" smtClean="0">
                <a:solidFill>
                  <a:srgbClr val="333333"/>
                </a:solidFill>
                <a:latin typeface="+mn-ea"/>
              </a:rPr>
              <a:t>2.3 uid</a:t>
            </a:r>
            <a:r>
              <a:rPr lang="zh-CN" altLang="en-US" sz="1600" b="1" smtClean="0">
                <a:solidFill>
                  <a:srgbClr val="333333"/>
                </a:solidFill>
                <a:latin typeface="+mn-ea"/>
              </a:rPr>
              <a:t>、</a:t>
            </a:r>
            <a:r>
              <a:rPr lang="en-US" altLang="zh-CN" sz="1600" b="1" smtClean="0">
                <a:solidFill>
                  <a:srgbClr val="333333"/>
                </a:solidFill>
                <a:latin typeface="+mn-ea"/>
              </a:rPr>
              <a:t>userId</a:t>
            </a:r>
            <a:r>
              <a:rPr lang="zh-CN" altLang="en-US" sz="1600" b="1" smtClean="0">
                <a:solidFill>
                  <a:srgbClr val="333333"/>
                </a:solidFill>
                <a:latin typeface="+mn-ea"/>
              </a:rPr>
              <a:t>、</a:t>
            </a:r>
            <a:r>
              <a:rPr lang="en-US" altLang="zh-CN" sz="1600" b="1" smtClean="0">
                <a:solidFill>
                  <a:srgbClr val="333333"/>
                </a:solidFill>
                <a:latin typeface="+mn-ea"/>
              </a:rPr>
              <a:t>appId</a:t>
            </a:r>
          </a:p>
          <a:p>
            <a:pPr>
              <a:lnSpc>
                <a:spcPct val="150000"/>
              </a:lnSpc>
            </a:pPr>
            <a:r>
              <a:rPr lang="en-US" altLang="zh-CN" sz="1400" smtClean="0">
                <a:solidFill>
                  <a:srgbClr val="333333"/>
                </a:solidFill>
                <a:latin typeface="+mn-ea"/>
              </a:rPr>
              <a:t>    </a:t>
            </a:r>
            <a:r>
              <a:rPr lang="en-US" altLang="zh-CN" sz="1400" b="1" smtClean="0">
                <a:solidFill>
                  <a:srgbClr val="FF0000"/>
                </a:solidFill>
                <a:latin typeface="+mn-ea"/>
              </a:rPr>
              <a:t>appId</a:t>
            </a:r>
            <a:r>
              <a:rPr lang="zh-CN" altLang="en-US" sz="1400" b="1" smtClean="0">
                <a:solidFill>
                  <a:srgbClr val="FF0000"/>
                </a:solidFill>
                <a:latin typeface="+mn-ea"/>
              </a:rPr>
              <a:t>：</a:t>
            </a:r>
            <a:r>
              <a:rPr lang="zh-CN" altLang="en-US" sz="1400" smtClean="0">
                <a:solidFill>
                  <a:srgbClr val="333333"/>
                </a:solidFill>
                <a:latin typeface="+mn-ea"/>
              </a:rPr>
              <a:t>是指跟用户无关的应用程序</a:t>
            </a:r>
            <a:r>
              <a:rPr lang="en-US" altLang="zh-CN" sz="1400" smtClean="0">
                <a:solidFill>
                  <a:srgbClr val="333333"/>
                </a:solidFill>
                <a:latin typeface="+mn-ea"/>
              </a:rPr>
              <a:t>id</a:t>
            </a:r>
            <a:r>
              <a:rPr lang="zh-CN" altLang="en-US" sz="1400" smtClean="0">
                <a:solidFill>
                  <a:srgbClr val="333333"/>
                </a:solidFill>
                <a:latin typeface="+mn-ea"/>
              </a:rPr>
              <a:t>，跟</a:t>
            </a:r>
            <a:r>
              <a:rPr lang="en-US" altLang="zh-CN" sz="1400" smtClean="0">
                <a:solidFill>
                  <a:srgbClr val="333333"/>
                </a:solidFill>
                <a:latin typeface="+mn-ea"/>
              </a:rPr>
              <a:t>app</a:t>
            </a:r>
            <a:r>
              <a:rPr lang="zh-CN" altLang="en-US" sz="1400" smtClean="0">
                <a:solidFill>
                  <a:srgbClr val="333333"/>
                </a:solidFill>
                <a:latin typeface="+mn-ea"/>
              </a:rPr>
              <a:t>相关，包名相同的</a:t>
            </a:r>
            <a:r>
              <a:rPr lang="en-US" altLang="zh-CN" sz="1400" smtClean="0">
                <a:solidFill>
                  <a:srgbClr val="333333"/>
                </a:solidFill>
                <a:latin typeface="+mn-ea"/>
              </a:rPr>
              <a:t>appId</a:t>
            </a:r>
            <a:r>
              <a:rPr lang="zh-CN" altLang="en-US" sz="1400" smtClean="0">
                <a:solidFill>
                  <a:srgbClr val="333333"/>
                </a:solidFill>
                <a:latin typeface="+mn-ea"/>
              </a:rPr>
              <a:t>都一样。</a:t>
            </a:r>
            <a:r>
              <a:rPr lang="en-US" altLang="zh-CN" sz="1400" smtClean="0">
                <a:solidFill>
                  <a:srgbClr val="333333"/>
                </a:solidFill>
                <a:latin typeface="+mn-ea"/>
              </a:rPr>
              <a:t>appId</a:t>
            </a:r>
            <a:r>
              <a:rPr lang="zh-CN" altLang="en-US" sz="1400" smtClean="0">
                <a:solidFill>
                  <a:srgbClr val="333333"/>
                </a:solidFill>
                <a:latin typeface="+mn-ea"/>
              </a:rPr>
              <a:t>是在</a:t>
            </a:r>
            <a:r>
              <a:rPr lang="en-US" altLang="zh-CN" sz="1400" smtClean="0">
                <a:solidFill>
                  <a:srgbClr val="333333"/>
                </a:solidFill>
                <a:latin typeface="+mn-ea"/>
              </a:rPr>
              <a:t>app</a:t>
            </a:r>
            <a:r>
              <a:rPr lang="zh-CN" altLang="en-US" sz="1400" smtClean="0">
                <a:solidFill>
                  <a:srgbClr val="333333"/>
                </a:solidFill>
                <a:latin typeface="+mn-ea"/>
              </a:rPr>
              <a:t>安装的时候分配，除了指定</a:t>
            </a:r>
            <a:r>
              <a:rPr lang="en-US" altLang="zh-CN" sz="1400" smtClean="0">
                <a:solidFill>
                  <a:srgbClr val="333333"/>
                </a:solidFill>
                <a:latin typeface="+mn-ea"/>
              </a:rPr>
              <a:t>appId</a:t>
            </a:r>
            <a:r>
              <a:rPr lang="zh-CN" altLang="en-US" sz="1400" smtClean="0">
                <a:solidFill>
                  <a:srgbClr val="333333"/>
                </a:solidFill>
                <a:latin typeface="+mn-ea"/>
              </a:rPr>
              <a:t>以外的取值范围是 </a:t>
            </a:r>
            <a:r>
              <a:rPr lang="en-US" altLang="zh-CN" sz="1400" smtClean="0">
                <a:solidFill>
                  <a:srgbClr val="333333"/>
                </a:solidFill>
                <a:latin typeface="+mn-ea"/>
              </a:rPr>
              <a:t>10000-19999</a:t>
            </a:r>
            <a:r>
              <a:rPr lang="zh-CN" altLang="en-US" sz="1400" smtClean="0">
                <a:solidFill>
                  <a:srgbClr val="333333"/>
                </a:solidFill>
                <a:latin typeface="+mn-ea"/>
              </a:rPr>
              <a:t>。</a:t>
            </a:r>
            <a:endParaRPr lang="en-US" altLang="zh-CN" sz="1400" smtClean="0">
              <a:solidFill>
                <a:srgbClr val="333333"/>
              </a:solidFill>
              <a:latin typeface="+mn-ea"/>
            </a:endParaRPr>
          </a:p>
          <a:p>
            <a:pPr>
              <a:lnSpc>
                <a:spcPct val="150000"/>
              </a:lnSpc>
            </a:pPr>
            <a:r>
              <a:rPr lang="en-US" altLang="zh-CN" sz="1400" smtClean="0">
                <a:solidFill>
                  <a:srgbClr val="333333"/>
                </a:solidFill>
                <a:latin typeface="+mn-ea"/>
              </a:rPr>
              <a:t>    </a:t>
            </a:r>
            <a:r>
              <a:rPr lang="zh-CN" altLang="en-US" sz="1400" smtClean="0">
                <a:solidFill>
                  <a:srgbClr val="333333"/>
                </a:solidFill>
                <a:latin typeface="+mn-ea"/>
              </a:rPr>
              <a:t>如果</a:t>
            </a:r>
            <a:r>
              <a:rPr lang="en-US" altLang="zh-CN" sz="1400" smtClean="0">
                <a:solidFill>
                  <a:srgbClr val="333333"/>
                </a:solidFill>
                <a:latin typeface="+mn-ea"/>
              </a:rPr>
              <a:t>AndroidManifest.xml</a:t>
            </a:r>
            <a:r>
              <a:rPr lang="zh-CN" altLang="en-US" sz="1400" smtClean="0">
                <a:solidFill>
                  <a:srgbClr val="333333"/>
                </a:solidFill>
                <a:latin typeface="+mn-ea"/>
              </a:rPr>
              <a:t>没有设置</a:t>
            </a:r>
            <a:r>
              <a:rPr lang="en-US" altLang="zh-CN" sz="1400" smtClean="0">
                <a:solidFill>
                  <a:srgbClr val="333333"/>
                </a:solidFill>
                <a:latin typeface="+mn-ea"/>
              </a:rPr>
              <a:t>sharedUserId</a:t>
            </a:r>
            <a:r>
              <a:rPr lang="zh-CN" altLang="en-US" sz="1400" smtClean="0">
                <a:solidFill>
                  <a:srgbClr val="333333"/>
                </a:solidFill>
                <a:latin typeface="+mn-ea"/>
              </a:rPr>
              <a:t>属性，源码中</a:t>
            </a:r>
            <a:r>
              <a:rPr lang="en-US" altLang="zh-CN" sz="1400" smtClean="0">
                <a:solidFill>
                  <a:srgbClr val="333333"/>
                </a:solidFill>
                <a:latin typeface="+mn-ea"/>
              </a:rPr>
              <a:t>appId</a:t>
            </a:r>
            <a:r>
              <a:rPr lang="zh-CN" altLang="en-US" sz="1400" smtClean="0">
                <a:solidFill>
                  <a:srgbClr val="333333"/>
                </a:solidFill>
                <a:latin typeface="+mn-ea"/>
              </a:rPr>
              <a:t>赋值如下</a:t>
            </a:r>
            <a:endParaRPr lang="en-US" altLang="zh-CN" sz="1400">
              <a:solidFill>
                <a:srgbClr val="333333"/>
              </a:solidFill>
              <a:latin typeface="+mn-ea"/>
            </a:endParaRPr>
          </a:p>
        </p:txBody>
      </p:sp>
      <p:pic>
        <p:nvPicPr>
          <p:cNvPr id="4" name="图片 3"/>
          <p:cNvPicPr>
            <a:picLocks noChangeAspect="1"/>
          </p:cNvPicPr>
          <p:nvPr/>
        </p:nvPicPr>
        <p:blipFill>
          <a:blip r:embed="rId3"/>
          <a:stretch>
            <a:fillRect/>
          </a:stretch>
        </p:blipFill>
        <p:spPr>
          <a:xfrm>
            <a:off x="631184" y="2362139"/>
            <a:ext cx="7199405" cy="3682264"/>
          </a:xfrm>
          <a:prstGeom prst="rect">
            <a:avLst/>
          </a:prstGeom>
        </p:spPr>
      </p:pic>
    </p:spTree>
    <p:extLst>
      <p:ext uri="{BB962C8B-B14F-4D97-AF65-F5344CB8AC3E}">
        <p14:creationId xmlns:p14="http://schemas.microsoft.com/office/powerpoint/2010/main" val="136505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02</a:t>
            </a:r>
            <a:endParaRPr kumimoji="1" lang="zh-CN" altLang="en-US" sz="1600" b="1" dirty="0"/>
          </a:p>
        </p:txBody>
      </p:sp>
      <p:sp>
        <p:nvSpPr>
          <p:cNvPr id="5" name="矩形 4"/>
          <p:cNvSpPr/>
          <p:nvPr/>
        </p:nvSpPr>
        <p:spPr>
          <a:xfrm>
            <a:off x="375190" y="930978"/>
            <a:ext cx="11395632" cy="403957"/>
          </a:xfrm>
          <a:prstGeom prst="rect">
            <a:avLst/>
          </a:prstGeom>
        </p:spPr>
        <p:txBody>
          <a:bodyPr wrap="square">
            <a:spAutoFit/>
          </a:bodyPr>
          <a:lstStyle/>
          <a:p>
            <a:pPr>
              <a:lnSpc>
                <a:spcPct val="150000"/>
              </a:lnSpc>
            </a:pPr>
            <a:r>
              <a:rPr lang="en-US" altLang="zh-CN" sz="1600" smtClean="0">
                <a:solidFill>
                  <a:srgbClr val="333333"/>
                </a:solidFill>
                <a:latin typeface="+mn-ea"/>
              </a:rPr>
              <a:t>    </a:t>
            </a:r>
            <a:r>
              <a:rPr lang="zh-CN" altLang="en-US" sz="1400" smtClean="0">
                <a:solidFill>
                  <a:srgbClr val="333333"/>
                </a:solidFill>
                <a:latin typeface="+mn-ea"/>
              </a:rPr>
              <a:t>如果</a:t>
            </a:r>
            <a:r>
              <a:rPr lang="en-US" altLang="zh-CN" sz="1400" smtClean="0">
                <a:solidFill>
                  <a:srgbClr val="333333"/>
                </a:solidFill>
                <a:latin typeface="+mn-ea"/>
              </a:rPr>
              <a:t>AndroidManifest.xml</a:t>
            </a:r>
            <a:r>
              <a:rPr lang="zh-CN" altLang="en-US" sz="1400" smtClean="0">
                <a:solidFill>
                  <a:srgbClr val="333333"/>
                </a:solidFill>
                <a:latin typeface="+mn-ea"/>
              </a:rPr>
              <a:t>设置了</a:t>
            </a:r>
            <a:r>
              <a:rPr lang="en-US" altLang="zh-CN" sz="1400" smtClean="0">
                <a:solidFill>
                  <a:srgbClr val="333333"/>
                </a:solidFill>
                <a:latin typeface="+mn-ea"/>
              </a:rPr>
              <a:t>sharedUserId</a:t>
            </a:r>
            <a:r>
              <a:rPr lang="zh-CN" altLang="en-US" sz="1400" smtClean="0">
                <a:solidFill>
                  <a:srgbClr val="333333"/>
                </a:solidFill>
                <a:latin typeface="+mn-ea"/>
              </a:rPr>
              <a:t>属性</a:t>
            </a:r>
            <a:r>
              <a:rPr lang="zh-CN" altLang="en-US" sz="1400">
                <a:solidFill>
                  <a:srgbClr val="333333"/>
                </a:solidFill>
                <a:latin typeface="+mn-ea"/>
              </a:rPr>
              <a:t>，源码中</a:t>
            </a:r>
            <a:r>
              <a:rPr lang="en-US" altLang="zh-CN" sz="1400">
                <a:solidFill>
                  <a:srgbClr val="333333"/>
                </a:solidFill>
                <a:latin typeface="+mn-ea"/>
              </a:rPr>
              <a:t>appId</a:t>
            </a:r>
            <a:r>
              <a:rPr lang="zh-CN" altLang="en-US" sz="1400">
                <a:solidFill>
                  <a:srgbClr val="333333"/>
                </a:solidFill>
                <a:latin typeface="+mn-ea"/>
              </a:rPr>
              <a:t>赋值如下</a:t>
            </a:r>
            <a:endParaRPr lang="en-US" altLang="zh-CN" sz="1400">
              <a:solidFill>
                <a:srgbClr val="333333"/>
              </a:solidFill>
              <a:latin typeface="+mn-ea"/>
            </a:endParaRPr>
          </a:p>
        </p:txBody>
      </p:sp>
      <p:pic>
        <p:nvPicPr>
          <p:cNvPr id="4" name="图片 3"/>
          <p:cNvPicPr>
            <a:picLocks noChangeAspect="1"/>
          </p:cNvPicPr>
          <p:nvPr/>
        </p:nvPicPr>
        <p:blipFill>
          <a:blip r:embed="rId3"/>
          <a:stretch>
            <a:fillRect/>
          </a:stretch>
        </p:blipFill>
        <p:spPr>
          <a:xfrm>
            <a:off x="750609" y="1417583"/>
            <a:ext cx="9896616" cy="3561742"/>
          </a:xfrm>
          <a:prstGeom prst="rect">
            <a:avLst/>
          </a:prstGeom>
        </p:spPr>
      </p:pic>
    </p:spTree>
    <p:extLst>
      <p:ext uri="{BB962C8B-B14F-4D97-AF65-F5344CB8AC3E}">
        <p14:creationId xmlns:p14="http://schemas.microsoft.com/office/powerpoint/2010/main" val="320476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02</a:t>
            </a:r>
            <a:endParaRPr kumimoji="1" lang="zh-CN" altLang="en-US" sz="1600" b="1" dirty="0"/>
          </a:p>
        </p:txBody>
      </p:sp>
      <p:sp>
        <p:nvSpPr>
          <p:cNvPr id="5" name="矩形 4"/>
          <p:cNvSpPr/>
          <p:nvPr/>
        </p:nvSpPr>
        <p:spPr>
          <a:xfrm>
            <a:off x="375190" y="930978"/>
            <a:ext cx="11395632" cy="1061829"/>
          </a:xfrm>
          <a:prstGeom prst="rect">
            <a:avLst/>
          </a:prstGeom>
        </p:spPr>
        <p:txBody>
          <a:bodyPr wrap="square">
            <a:spAutoFit/>
          </a:bodyPr>
          <a:lstStyle/>
          <a:p>
            <a:pPr>
              <a:lnSpc>
                <a:spcPct val="150000"/>
              </a:lnSpc>
            </a:pPr>
            <a:r>
              <a:rPr lang="en-US" altLang="zh-CN" sz="1400" smtClean="0">
                <a:solidFill>
                  <a:srgbClr val="333333"/>
                </a:solidFill>
                <a:latin typeface="+mn-ea"/>
              </a:rPr>
              <a:t>    </a:t>
            </a:r>
            <a:r>
              <a:rPr lang="en-US" altLang="zh-CN" sz="1400" b="1" smtClean="0">
                <a:solidFill>
                  <a:srgbClr val="FF0000"/>
                </a:solidFill>
                <a:latin typeface="+mn-ea"/>
              </a:rPr>
              <a:t>userId</a:t>
            </a:r>
            <a:r>
              <a:rPr lang="zh-CN" altLang="en-US" sz="1400" b="1" smtClean="0">
                <a:solidFill>
                  <a:srgbClr val="FF0000"/>
                </a:solidFill>
                <a:latin typeface="+mn-ea"/>
              </a:rPr>
              <a:t>：</a:t>
            </a:r>
            <a:r>
              <a:rPr lang="en-US" altLang="zh-CN" sz="1400">
                <a:solidFill>
                  <a:srgbClr val="333333"/>
                </a:solidFill>
                <a:latin typeface="+mn-ea"/>
              </a:rPr>
              <a:t>Android</a:t>
            </a:r>
            <a:r>
              <a:rPr lang="zh-CN" altLang="en-US" sz="1400">
                <a:solidFill>
                  <a:srgbClr val="333333"/>
                </a:solidFill>
                <a:latin typeface="+mn-ea"/>
              </a:rPr>
              <a:t>这里的</a:t>
            </a:r>
            <a:r>
              <a:rPr lang="en-US" altLang="zh-CN" sz="1400">
                <a:solidFill>
                  <a:srgbClr val="333333"/>
                </a:solidFill>
                <a:latin typeface="+mn-ea"/>
              </a:rPr>
              <a:t>userId</a:t>
            </a:r>
            <a:r>
              <a:rPr lang="zh-CN" altLang="en-US" sz="1400">
                <a:solidFill>
                  <a:srgbClr val="333333"/>
                </a:solidFill>
                <a:latin typeface="+mn-ea"/>
              </a:rPr>
              <a:t>跟</a:t>
            </a:r>
            <a:r>
              <a:rPr lang="en-US" altLang="zh-CN" sz="1400">
                <a:solidFill>
                  <a:srgbClr val="333333"/>
                </a:solidFill>
                <a:latin typeface="+mn-ea"/>
              </a:rPr>
              <a:t>Linux</a:t>
            </a:r>
            <a:r>
              <a:rPr lang="zh-CN" altLang="en-US" sz="1400">
                <a:solidFill>
                  <a:srgbClr val="333333"/>
                </a:solidFill>
                <a:latin typeface="+mn-ea"/>
              </a:rPr>
              <a:t>的</a:t>
            </a:r>
            <a:r>
              <a:rPr lang="en-US" altLang="zh-CN" sz="1400">
                <a:solidFill>
                  <a:srgbClr val="333333"/>
                </a:solidFill>
                <a:latin typeface="+mn-ea"/>
              </a:rPr>
              <a:t>userId</a:t>
            </a:r>
            <a:r>
              <a:rPr lang="zh-CN" altLang="en-US" sz="1400">
                <a:solidFill>
                  <a:srgbClr val="333333"/>
                </a:solidFill>
                <a:latin typeface="+mn-ea"/>
              </a:rPr>
              <a:t>完全不是同一个概念</a:t>
            </a:r>
            <a:r>
              <a:rPr lang="zh-CN" altLang="en-US" sz="1400" smtClean="0">
                <a:solidFill>
                  <a:srgbClr val="333333"/>
                </a:solidFill>
                <a:latin typeface="+mn-ea"/>
              </a:rPr>
              <a:t>。</a:t>
            </a:r>
            <a:r>
              <a:rPr lang="en-US" altLang="zh-CN" sz="1400" smtClean="0">
                <a:solidFill>
                  <a:srgbClr val="333333"/>
                </a:solidFill>
                <a:latin typeface="+mn-ea"/>
              </a:rPr>
              <a:t>Android</a:t>
            </a:r>
            <a:r>
              <a:rPr lang="zh-CN" altLang="en-US" sz="1400" smtClean="0">
                <a:solidFill>
                  <a:srgbClr val="333333"/>
                </a:solidFill>
                <a:latin typeface="+mn-ea"/>
              </a:rPr>
              <a:t>里面表示用户的标识符，就是有</a:t>
            </a:r>
            <a:r>
              <a:rPr lang="zh-CN" altLang="en-US" sz="1400">
                <a:solidFill>
                  <a:srgbClr val="333333"/>
                </a:solidFill>
                <a:latin typeface="+mn-ea"/>
              </a:rPr>
              <a:t>多少个实际的用户，即手机里的主机、访客等多用户</a:t>
            </a:r>
            <a:r>
              <a:rPr lang="zh-CN" altLang="en-US" sz="1400" smtClean="0">
                <a:solidFill>
                  <a:srgbClr val="333333"/>
                </a:solidFill>
                <a:latin typeface="+mn-ea"/>
              </a:rPr>
              <a:t>。系统运行的</a:t>
            </a:r>
            <a:r>
              <a:rPr lang="en-US" altLang="zh-CN" sz="1400" smtClean="0">
                <a:solidFill>
                  <a:srgbClr val="333333"/>
                </a:solidFill>
                <a:latin typeface="+mn-ea"/>
              </a:rPr>
              <a:t>userId</a:t>
            </a:r>
            <a:r>
              <a:rPr lang="zh-CN" altLang="en-US" sz="1400" smtClean="0">
                <a:solidFill>
                  <a:srgbClr val="333333"/>
                </a:solidFill>
                <a:latin typeface="+mn-ea"/>
              </a:rPr>
              <a:t>为</a:t>
            </a:r>
            <a:r>
              <a:rPr lang="en-US" altLang="zh-CN" sz="1400" smtClean="0">
                <a:solidFill>
                  <a:srgbClr val="333333"/>
                </a:solidFill>
                <a:latin typeface="+mn-ea"/>
              </a:rPr>
              <a:t>0</a:t>
            </a:r>
            <a:r>
              <a:rPr lang="zh-CN" altLang="en-US" sz="1400">
                <a:solidFill>
                  <a:srgbClr val="333333"/>
                </a:solidFill>
                <a:latin typeface="+mn-ea"/>
              </a:rPr>
              <a:t>，</a:t>
            </a:r>
            <a:r>
              <a:rPr lang="zh-CN" altLang="en-US" sz="1400" smtClean="0">
                <a:solidFill>
                  <a:srgbClr val="333333"/>
                </a:solidFill>
                <a:latin typeface="+mn-ea"/>
              </a:rPr>
              <a:t>以后新建的用户</a:t>
            </a:r>
            <a:r>
              <a:rPr lang="en-US" altLang="zh-CN" sz="1400" smtClean="0">
                <a:solidFill>
                  <a:srgbClr val="333333"/>
                </a:solidFill>
                <a:latin typeface="+mn-ea"/>
              </a:rPr>
              <a:t>userId</a:t>
            </a:r>
            <a:r>
              <a:rPr lang="zh-CN" altLang="en-US" sz="1400" smtClean="0">
                <a:solidFill>
                  <a:srgbClr val="333333"/>
                </a:solidFill>
                <a:latin typeface="+mn-ea"/>
              </a:rPr>
              <a:t>从</a:t>
            </a:r>
            <a:r>
              <a:rPr lang="en-US" altLang="zh-CN" sz="1400" smtClean="0">
                <a:solidFill>
                  <a:srgbClr val="333333"/>
                </a:solidFill>
                <a:latin typeface="+mn-ea"/>
              </a:rPr>
              <a:t>10</a:t>
            </a:r>
            <a:r>
              <a:rPr lang="zh-CN" altLang="en-US" sz="1400" smtClean="0">
                <a:solidFill>
                  <a:srgbClr val="333333"/>
                </a:solidFill>
                <a:latin typeface="+mn-ea"/>
              </a:rPr>
              <a:t>开始递增。</a:t>
            </a:r>
            <a:endParaRPr lang="en-US" altLang="zh-CN" sz="1400" smtClean="0">
              <a:solidFill>
                <a:srgbClr val="333333"/>
              </a:solidFill>
              <a:latin typeface="+mn-ea"/>
            </a:endParaRPr>
          </a:p>
          <a:p>
            <a:pPr>
              <a:lnSpc>
                <a:spcPct val="150000"/>
              </a:lnSpc>
            </a:pPr>
            <a:r>
              <a:rPr lang="en-US" altLang="zh-CN" sz="1400">
                <a:solidFill>
                  <a:srgbClr val="333333"/>
                </a:solidFill>
                <a:latin typeface="+mn-ea"/>
              </a:rPr>
              <a:t> </a:t>
            </a:r>
            <a:r>
              <a:rPr lang="en-US" altLang="zh-CN" sz="1400" smtClean="0">
                <a:solidFill>
                  <a:srgbClr val="333333"/>
                </a:solidFill>
                <a:latin typeface="+mn-ea"/>
              </a:rPr>
              <a:t>   </a:t>
            </a:r>
            <a:r>
              <a:rPr lang="zh-CN" altLang="en-US" sz="1400" smtClean="0">
                <a:solidFill>
                  <a:srgbClr val="333333"/>
                </a:solidFill>
                <a:latin typeface="+mn-ea"/>
              </a:rPr>
              <a:t>新建用户获取</a:t>
            </a:r>
            <a:r>
              <a:rPr lang="en-US" altLang="zh-CN" sz="1400" smtClean="0">
                <a:solidFill>
                  <a:srgbClr val="333333"/>
                </a:solidFill>
                <a:latin typeface="+mn-ea"/>
              </a:rPr>
              <a:t>userId</a:t>
            </a:r>
            <a:r>
              <a:rPr lang="zh-CN" altLang="en-US" sz="1400" smtClean="0">
                <a:solidFill>
                  <a:srgbClr val="333333"/>
                </a:solidFill>
                <a:latin typeface="+mn-ea"/>
              </a:rPr>
              <a:t>逻辑如下：</a:t>
            </a:r>
            <a:endParaRPr lang="en-US" altLang="zh-CN" sz="1400" smtClean="0">
              <a:solidFill>
                <a:srgbClr val="333333"/>
              </a:solidFill>
              <a:latin typeface="+mn-ea"/>
            </a:endParaRPr>
          </a:p>
        </p:txBody>
      </p:sp>
      <p:pic>
        <p:nvPicPr>
          <p:cNvPr id="3" name="图片 2"/>
          <p:cNvPicPr>
            <a:picLocks noChangeAspect="1"/>
          </p:cNvPicPr>
          <p:nvPr/>
        </p:nvPicPr>
        <p:blipFill>
          <a:blip r:embed="rId3"/>
          <a:stretch>
            <a:fillRect/>
          </a:stretch>
        </p:blipFill>
        <p:spPr>
          <a:xfrm>
            <a:off x="632884" y="1992807"/>
            <a:ext cx="6460025" cy="2230058"/>
          </a:xfrm>
          <a:prstGeom prst="rect">
            <a:avLst/>
          </a:prstGeom>
        </p:spPr>
      </p:pic>
    </p:spTree>
    <p:extLst>
      <p:ext uri="{BB962C8B-B14F-4D97-AF65-F5344CB8AC3E}">
        <p14:creationId xmlns:p14="http://schemas.microsoft.com/office/powerpoint/2010/main" val="251705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02</a:t>
            </a:r>
            <a:endParaRPr kumimoji="1" lang="zh-CN" altLang="en-US" sz="1600" b="1" dirty="0"/>
          </a:p>
        </p:txBody>
      </p:sp>
      <p:sp>
        <p:nvSpPr>
          <p:cNvPr id="5" name="矩形 4"/>
          <p:cNvSpPr/>
          <p:nvPr/>
        </p:nvSpPr>
        <p:spPr>
          <a:xfrm>
            <a:off x="375190" y="930978"/>
            <a:ext cx="11395632" cy="1061829"/>
          </a:xfrm>
          <a:prstGeom prst="rect">
            <a:avLst/>
          </a:prstGeom>
        </p:spPr>
        <p:txBody>
          <a:bodyPr wrap="square">
            <a:spAutoFit/>
          </a:bodyPr>
          <a:lstStyle/>
          <a:p>
            <a:pPr>
              <a:lnSpc>
                <a:spcPct val="150000"/>
              </a:lnSpc>
            </a:pPr>
            <a:r>
              <a:rPr lang="en-US" altLang="zh-CN" sz="1400" smtClean="0">
                <a:solidFill>
                  <a:srgbClr val="333333"/>
                </a:solidFill>
                <a:latin typeface="+mn-ea"/>
              </a:rPr>
              <a:t>    </a:t>
            </a:r>
            <a:r>
              <a:rPr lang="en-US" altLang="zh-CN" sz="1400" b="1" smtClean="0">
                <a:solidFill>
                  <a:srgbClr val="FF0000"/>
                </a:solidFill>
                <a:latin typeface="+mn-ea"/>
              </a:rPr>
              <a:t>uid</a:t>
            </a:r>
            <a:r>
              <a:rPr lang="zh-CN" altLang="en-US" sz="1400" b="1" smtClean="0">
                <a:solidFill>
                  <a:srgbClr val="FF0000"/>
                </a:solidFill>
                <a:latin typeface="+mn-ea"/>
              </a:rPr>
              <a:t>：</a:t>
            </a:r>
            <a:r>
              <a:rPr lang="zh-CN" altLang="en-US" sz="1400">
                <a:solidFill>
                  <a:srgbClr val="333333"/>
                </a:solidFill>
                <a:latin typeface="+mn-ea"/>
              </a:rPr>
              <a:t>是指跟用户紧密相关的应用程序</a:t>
            </a:r>
            <a:r>
              <a:rPr lang="en-US" altLang="zh-CN" sz="1400">
                <a:solidFill>
                  <a:srgbClr val="333333"/>
                </a:solidFill>
                <a:latin typeface="+mn-ea"/>
              </a:rPr>
              <a:t>id</a:t>
            </a:r>
            <a:r>
              <a:rPr lang="zh-CN" altLang="en-US" sz="1400">
                <a:solidFill>
                  <a:srgbClr val="333333"/>
                </a:solidFill>
                <a:latin typeface="+mn-ea"/>
              </a:rPr>
              <a:t>，是一个基于特定用户的</a:t>
            </a:r>
            <a:r>
              <a:rPr lang="en-US" altLang="zh-CN" sz="1400">
                <a:solidFill>
                  <a:srgbClr val="333333"/>
                </a:solidFill>
                <a:latin typeface="+mn-ea"/>
              </a:rPr>
              <a:t>Android</a:t>
            </a:r>
            <a:r>
              <a:rPr lang="zh-CN" altLang="en-US" sz="1400">
                <a:solidFill>
                  <a:srgbClr val="333333"/>
                </a:solidFill>
                <a:latin typeface="+mn-ea"/>
              </a:rPr>
              <a:t>应用身份标识。</a:t>
            </a:r>
            <a:r>
              <a:rPr lang="en-US" altLang="zh-CN" sz="1400">
                <a:solidFill>
                  <a:srgbClr val="333333"/>
                </a:solidFill>
                <a:latin typeface="+mn-ea"/>
              </a:rPr>
              <a:t>userId *</a:t>
            </a:r>
            <a:r>
              <a:rPr lang="en-US" altLang="zh-CN" sz="1400" smtClean="0">
                <a:solidFill>
                  <a:srgbClr val="333333"/>
                </a:solidFill>
                <a:latin typeface="+mn-ea"/>
              </a:rPr>
              <a:t>100000 </a:t>
            </a:r>
            <a:r>
              <a:rPr lang="en-US" altLang="zh-CN" sz="1400">
                <a:solidFill>
                  <a:srgbClr val="333333"/>
                </a:solidFill>
                <a:latin typeface="+mn-ea"/>
              </a:rPr>
              <a:t>+ appId </a:t>
            </a:r>
            <a:r>
              <a:rPr lang="zh-CN" altLang="en-US" sz="1400">
                <a:solidFill>
                  <a:srgbClr val="333333"/>
                </a:solidFill>
                <a:latin typeface="+mn-ea"/>
              </a:rPr>
              <a:t>等于</a:t>
            </a:r>
            <a:r>
              <a:rPr lang="en-US" altLang="zh-CN" sz="1400">
                <a:solidFill>
                  <a:srgbClr val="333333"/>
                </a:solidFill>
                <a:latin typeface="+mn-ea"/>
              </a:rPr>
              <a:t>uid</a:t>
            </a:r>
            <a:r>
              <a:rPr lang="zh-CN" altLang="en-US" sz="1400">
                <a:solidFill>
                  <a:srgbClr val="333333"/>
                </a:solidFill>
                <a:latin typeface="+mn-ea"/>
              </a:rPr>
              <a:t>，</a:t>
            </a:r>
            <a:r>
              <a:rPr lang="zh-CN" altLang="en-US" sz="1400" smtClean="0">
                <a:solidFill>
                  <a:srgbClr val="333333"/>
                </a:solidFill>
                <a:latin typeface="+mn-ea"/>
              </a:rPr>
              <a:t>也就是</a:t>
            </a:r>
            <a:r>
              <a:rPr lang="en-US" altLang="zh-CN" sz="1400" smtClean="0">
                <a:solidFill>
                  <a:srgbClr val="333333"/>
                </a:solidFill>
                <a:latin typeface="+mn-ea"/>
              </a:rPr>
              <a:t>Linux</a:t>
            </a:r>
            <a:r>
              <a:rPr lang="zh-CN" altLang="en-US" sz="1400" smtClean="0">
                <a:solidFill>
                  <a:srgbClr val="333333"/>
                </a:solidFill>
                <a:latin typeface="+mn-ea"/>
              </a:rPr>
              <a:t>下的</a:t>
            </a:r>
            <a:r>
              <a:rPr lang="en-US" altLang="zh-CN" sz="1400" smtClean="0">
                <a:solidFill>
                  <a:srgbClr val="333333"/>
                </a:solidFill>
                <a:latin typeface="+mn-ea"/>
              </a:rPr>
              <a:t>userId</a:t>
            </a:r>
            <a:r>
              <a:rPr lang="zh-CN" altLang="en-US" sz="1400">
                <a:solidFill>
                  <a:srgbClr val="333333"/>
                </a:solidFill>
                <a:latin typeface="+mn-ea"/>
              </a:rPr>
              <a:t>，在</a:t>
            </a:r>
            <a:r>
              <a:rPr lang="en-US" altLang="zh-CN" sz="1400" smtClean="0">
                <a:solidFill>
                  <a:srgbClr val="333333"/>
                </a:solidFill>
                <a:latin typeface="+mn-ea"/>
              </a:rPr>
              <a:t>android</a:t>
            </a:r>
            <a:r>
              <a:rPr lang="zh-CN" altLang="en-US" sz="1400" smtClean="0">
                <a:solidFill>
                  <a:srgbClr val="333333"/>
                </a:solidFill>
                <a:latin typeface="+mn-ea"/>
              </a:rPr>
              <a:t>中</a:t>
            </a:r>
            <a:r>
              <a:rPr lang="zh-CN" altLang="en-US" sz="1400">
                <a:solidFill>
                  <a:srgbClr val="333333"/>
                </a:solidFill>
                <a:latin typeface="+mn-ea"/>
              </a:rPr>
              <a:t>我们通常记做</a:t>
            </a:r>
            <a:r>
              <a:rPr lang="en-US" altLang="zh-CN" sz="1400">
                <a:solidFill>
                  <a:srgbClr val="333333"/>
                </a:solidFill>
                <a:latin typeface="+mn-ea"/>
              </a:rPr>
              <a:t>uid</a:t>
            </a:r>
            <a:r>
              <a:rPr lang="zh-CN" altLang="en-US" sz="1400" smtClean="0">
                <a:solidFill>
                  <a:srgbClr val="333333"/>
                </a:solidFill>
                <a:latin typeface="+mn-ea"/>
              </a:rPr>
              <a:t>。</a:t>
            </a:r>
            <a:endParaRPr lang="en-US" altLang="zh-CN" sz="1400" smtClean="0">
              <a:solidFill>
                <a:srgbClr val="333333"/>
              </a:solidFill>
              <a:latin typeface="+mn-ea"/>
            </a:endParaRPr>
          </a:p>
          <a:p>
            <a:pPr>
              <a:lnSpc>
                <a:spcPct val="150000"/>
              </a:lnSpc>
            </a:pPr>
            <a:r>
              <a:rPr lang="en-US" altLang="zh-CN" sz="1400" smtClean="0">
                <a:solidFill>
                  <a:srgbClr val="333333"/>
                </a:solidFill>
                <a:latin typeface="+mn-ea"/>
              </a:rPr>
              <a:t>    </a:t>
            </a:r>
            <a:r>
              <a:rPr lang="zh-CN" altLang="en-US" sz="1400" smtClean="0">
                <a:solidFill>
                  <a:srgbClr val="333333"/>
                </a:solidFill>
                <a:latin typeface="+mn-ea"/>
              </a:rPr>
              <a:t>源码中计算逻辑如下</a:t>
            </a:r>
            <a:endParaRPr lang="en-US" altLang="zh-CN" sz="1400">
              <a:solidFill>
                <a:srgbClr val="333333"/>
              </a:solidFill>
              <a:latin typeface="+mn-ea"/>
            </a:endParaRPr>
          </a:p>
        </p:txBody>
      </p:sp>
      <p:pic>
        <p:nvPicPr>
          <p:cNvPr id="2" name="图片 1"/>
          <p:cNvPicPr>
            <a:picLocks noChangeAspect="1"/>
          </p:cNvPicPr>
          <p:nvPr/>
        </p:nvPicPr>
        <p:blipFill>
          <a:blip r:embed="rId3"/>
          <a:stretch>
            <a:fillRect/>
          </a:stretch>
        </p:blipFill>
        <p:spPr>
          <a:xfrm>
            <a:off x="632707" y="1992807"/>
            <a:ext cx="5648552" cy="2554255"/>
          </a:xfrm>
          <a:prstGeom prst="rect">
            <a:avLst/>
          </a:prstGeom>
        </p:spPr>
      </p:pic>
    </p:spTree>
    <p:extLst>
      <p:ext uri="{BB962C8B-B14F-4D97-AF65-F5344CB8AC3E}">
        <p14:creationId xmlns:p14="http://schemas.microsoft.com/office/powerpoint/2010/main" val="386963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02</a:t>
            </a:r>
            <a:endParaRPr kumimoji="1" lang="zh-CN" altLang="en-US" sz="1600" b="1" dirty="0"/>
          </a:p>
        </p:txBody>
      </p:sp>
      <p:sp>
        <p:nvSpPr>
          <p:cNvPr id="5" name="矩形 4"/>
          <p:cNvSpPr/>
          <p:nvPr/>
        </p:nvSpPr>
        <p:spPr>
          <a:xfrm>
            <a:off x="375190" y="930978"/>
            <a:ext cx="11395632" cy="3693319"/>
          </a:xfrm>
          <a:prstGeom prst="rect">
            <a:avLst/>
          </a:prstGeom>
        </p:spPr>
        <p:txBody>
          <a:bodyPr wrap="square">
            <a:spAutoFit/>
          </a:bodyPr>
          <a:lstStyle/>
          <a:p>
            <a:pPr>
              <a:lnSpc>
                <a:spcPct val="150000"/>
              </a:lnSpc>
            </a:pPr>
            <a:r>
              <a:rPr lang="en-US" altLang="zh-CN" sz="1600" b="1" smtClean="0">
                <a:solidFill>
                  <a:srgbClr val="333333"/>
                </a:solidFill>
                <a:latin typeface="+mn-ea"/>
              </a:rPr>
              <a:t>2.3 </a:t>
            </a:r>
            <a:r>
              <a:rPr lang="zh-CN" altLang="en-US" sz="1600" b="1" smtClean="0">
                <a:solidFill>
                  <a:srgbClr val="333333"/>
                </a:solidFill>
                <a:latin typeface="+mn-ea"/>
              </a:rPr>
              <a:t>新建用户流程</a:t>
            </a:r>
            <a:endParaRPr lang="en-US" altLang="zh-CN" sz="1600" b="1" smtClean="0">
              <a:solidFill>
                <a:srgbClr val="333333"/>
              </a:solidFill>
              <a:latin typeface="+mn-ea"/>
            </a:endParaRPr>
          </a:p>
          <a:p>
            <a:pPr>
              <a:lnSpc>
                <a:spcPct val="150000"/>
              </a:lnSpc>
            </a:pPr>
            <a:r>
              <a:rPr lang="en-US" altLang="zh-CN" sz="1400" smtClean="0">
                <a:solidFill>
                  <a:srgbClr val="333333"/>
                </a:solidFill>
                <a:latin typeface="+mn-ea"/>
              </a:rPr>
              <a:t>    1</a:t>
            </a:r>
            <a:r>
              <a:rPr lang="zh-CN" altLang="en-US" sz="1400">
                <a:solidFill>
                  <a:srgbClr val="333333"/>
                </a:solidFill>
                <a:latin typeface="+mn-ea"/>
              </a:rPr>
              <a:t>、获取新</a:t>
            </a:r>
            <a:r>
              <a:rPr lang="zh-CN" altLang="en-US" sz="1400" smtClean="0">
                <a:solidFill>
                  <a:srgbClr val="333333"/>
                </a:solidFill>
                <a:latin typeface="+mn-ea"/>
              </a:rPr>
              <a:t>的</a:t>
            </a:r>
            <a:r>
              <a:rPr lang="en-US" altLang="zh-CN" sz="1400" smtClean="0">
                <a:solidFill>
                  <a:srgbClr val="333333"/>
                </a:solidFill>
                <a:latin typeface="+mn-ea"/>
              </a:rPr>
              <a:t>userId</a:t>
            </a:r>
            <a:r>
              <a:rPr lang="zh-CN" altLang="en-US" sz="1400" smtClean="0">
                <a:solidFill>
                  <a:srgbClr val="333333"/>
                </a:solidFill>
                <a:latin typeface="+mn-ea"/>
              </a:rPr>
              <a:t>，创建用户文件夹 </a:t>
            </a:r>
            <a:r>
              <a:rPr lang="en-US" altLang="zh-CN" sz="1400" smtClean="0">
                <a:solidFill>
                  <a:srgbClr val="333333"/>
                </a:solidFill>
                <a:latin typeface="+mn-ea"/>
              </a:rPr>
              <a:t>/</a:t>
            </a:r>
            <a:r>
              <a:rPr lang="en-US" altLang="zh-CN" sz="1400">
                <a:solidFill>
                  <a:srgbClr val="333333"/>
                </a:solidFill>
                <a:latin typeface="+mn-ea"/>
              </a:rPr>
              <a:t>data/system/users/{userId</a:t>
            </a:r>
            <a:r>
              <a:rPr lang="en-US" altLang="zh-CN" sz="1400" smtClean="0">
                <a:solidFill>
                  <a:srgbClr val="333333"/>
                </a:solidFill>
                <a:latin typeface="+mn-ea"/>
              </a:rPr>
              <a:t>}</a:t>
            </a:r>
          </a:p>
          <a:p>
            <a:pPr>
              <a:lnSpc>
                <a:spcPct val="150000"/>
              </a:lnSpc>
            </a:pPr>
            <a:r>
              <a:rPr lang="en-US" altLang="zh-CN" sz="1400">
                <a:solidFill>
                  <a:srgbClr val="333333"/>
                </a:solidFill>
                <a:latin typeface="+mn-ea"/>
              </a:rPr>
              <a:t> </a:t>
            </a:r>
            <a:r>
              <a:rPr lang="en-US" altLang="zh-CN" sz="1400" smtClean="0">
                <a:solidFill>
                  <a:srgbClr val="333333"/>
                </a:solidFill>
                <a:latin typeface="+mn-ea"/>
              </a:rPr>
              <a:t>   </a:t>
            </a:r>
            <a:r>
              <a:rPr lang="en-US" altLang="zh-CN" sz="1400">
                <a:solidFill>
                  <a:srgbClr val="333333"/>
                </a:solidFill>
                <a:latin typeface="+mn-ea"/>
              </a:rPr>
              <a:t>2</a:t>
            </a:r>
            <a:r>
              <a:rPr lang="zh-CN" altLang="en-US" sz="1400">
                <a:solidFill>
                  <a:srgbClr val="333333"/>
                </a:solidFill>
                <a:latin typeface="+mn-ea"/>
              </a:rPr>
              <a:t>、保存用户数据到本地文件，文件路径 </a:t>
            </a:r>
            <a:r>
              <a:rPr lang="en-US" altLang="zh-CN" sz="1400">
                <a:solidFill>
                  <a:srgbClr val="333333"/>
                </a:solidFill>
                <a:latin typeface="+mn-ea"/>
              </a:rPr>
              <a:t>/data/system/users/{userId}.xml</a:t>
            </a:r>
          </a:p>
          <a:p>
            <a:pPr>
              <a:lnSpc>
                <a:spcPct val="150000"/>
              </a:lnSpc>
            </a:pPr>
            <a:r>
              <a:rPr lang="en-US" altLang="zh-CN" sz="1400">
                <a:solidFill>
                  <a:srgbClr val="333333"/>
                </a:solidFill>
                <a:latin typeface="+mn-ea"/>
              </a:rPr>
              <a:t>    3</a:t>
            </a:r>
            <a:r>
              <a:rPr lang="zh-CN" altLang="en-US" sz="1400">
                <a:solidFill>
                  <a:srgbClr val="333333"/>
                </a:solidFill>
                <a:latin typeface="+mn-ea"/>
              </a:rPr>
              <a:t>、保存用户列表到本地文件，文件路径 </a:t>
            </a:r>
            <a:r>
              <a:rPr lang="en-US" altLang="zh-CN" sz="1400">
                <a:solidFill>
                  <a:srgbClr val="333333"/>
                </a:solidFill>
                <a:latin typeface="+mn-ea"/>
              </a:rPr>
              <a:t>/data/system/users/userlist.xml</a:t>
            </a:r>
          </a:p>
          <a:p>
            <a:pPr>
              <a:lnSpc>
                <a:spcPct val="150000"/>
              </a:lnSpc>
            </a:pPr>
            <a:r>
              <a:rPr lang="en-US" altLang="zh-CN" sz="1400">
                <a:solidFill>
                  <a:srgbClr val="333333"/>
                </a:solidFill>
                <a:latin typeface="+mn-ea"/>
              </a:rPr>
              <a:t>    4</a:t>
            </a:r>
            <a:r>
              <a:rPr lang="zh-CN" altLang="en-US" sz="1400">
                <a:solidFill>
                  <a:srgbClr val="333333"/>
                </a:solidFill>
                <a:latin typeface="+mn-ea"/>
              </a:rPr>
              <a:t>、准备文件系统，通过</a:t>
            </a:r>
            <a:r>
              <a:rPr lang="en-US" altLang="zh-CN" sz="1400">
                <a:solidFill>
                  <a:srgbClr val="333333"/>
                </a:solidFill>
                <a:latin typeface="+mn-ea"/>
              </a:rPr>
              <a:t>vold</a:t>
            </a:r>
            <a:r>
              <a:rPr lang="zh-CN" altLang="en-US" sz="1400">
                <a:solidFill>
                  <a:srgbClr val="333333"/>
                </a:solidFill>
                <a:latin typeface="+mn-ea"/>
              </a:rPr>
              <a:t>（</a:t>
            </a:r>
            <a:r>
              <a:rPr lang="en-US" altLang="zh-CN" sz="1400">
                <a:solidFill>
                  <a:srgbClr val="333333"/>
                </a:solidFill>
                <a:latin typeface="+mn-ea"/>
              </a:rPr>
              <a:t>Android</a:t>
            </a:r>
            <a:r>
              <a:rPr lang="zh-CN" altLang="en-US" sz="1400">
                <a:solidFill>
                  <a:srgbClr val="333333"/>
                </a:solidFill>
                <a:latin typeface="+mn-ea"/>
              </a:rPr>
              <a:t>存储守护进程）为新用户进行文件系统加密</a:t>
            </a:r>
            <a:endParaRPr lang="en-US" altLang="zh-CN" sz="1400">
              <a:solidFill>
                <a:srgbClr val="333333"/>
              </a:solidFill>
              <a:latin typeface="+mn-ea"/>
            </a:endParaRPr>
          </a:p>
          <a:p>
            <a:pPr>
              <a:lnSpc>
                <a:spcPct val="150000"/>
              </a:lnSpc>
            </a:pPr>
            <a:r>
              <a:rPr lang="en-US" altLang="zh-CN" sz="1400">
                <a:solidFill>
                  <a:srgbClr val="333333"/>
                </a:solidFill>
                <a:latin typeface="+mn-ea"/>
              </a:rPr>
              <a:t>	4.1 </a:t>
            </a:r>
            <a:r>
              <a:rPr lang="zh-CN" altLang="en-US" sz="1400">
                <a:solidFill>
                  <a:srgbClr val="333333"/>
                </a:solidFill>
                <a:latin typeface="+mn-ea"/>
              </a:rPr>
              <a:t>调用 </a:t>
            </a:r>
            <a:r>
              <a:rPr lang="en-US" altLang="zh-CN" sz="1400">
                <a:solidFill>
                  <a:srgbClr val="333333"/>
                </a:solidFill>
                <a:latin typeface="+mn-ea"/>
              </a:rPr>
              <a:t>StorageManagerService </a:t>
            </a:r>
            <a:r>
              <a:rPr lang="zh-CN" altLang="en-US" sz="1400">
                <a:solidFill>
                  <a:srgbClr val="333333"/>
                </a:solidFill>
                <a:latin typeface="+mn-ea"/>
              </a:rPr>
              <a:t>的 </a:t>
            </a:r>
            <a:r>
              <a:rPr lang="en-US" altLang="zh-CN" sz="1400">
                <a:solidFill>
                  <a:srgbClr val="333333"/>
                </a:solidFill>
                <a:latin typeface="+mn-ea"/>
              </a:rPr>
              <a:t>prepareUserStorage </a:t>
            </a:r>
            <a:r>
              <a:rPr lang="zh-CN" altLang="en-US" sz="1400">
                <a:solidFill>
                  <a:srgbClr val="333333"/>
                </a:solidFill>
                <a:latin typeface="+mn-ea"/>
              </a:rPr>
              <a:t>方法，创建和用户相关的</a:t>
            </a:r>
            <a:r>
              <a:rPr lang="en-US" altLang="zh-CN" sz="1400">
                <a:solidFill>
                  <a:srgbClr val="333333"/>
                </a:solidFill>
                <a:latin typeface="+mn-ea"/>
              </a:rPr>
              <a:t>ce</a:t>
            </a:r>
            <a:r>
              <a:rPr lang="zh-CN" altLang="en-US" sz="1400">
                <a:solidFill>
                  <a:srgbClr val="333333"/>
                </a:solidFill>
                <a:latin typeface="+mn-ea"/>
              </a:rPr>
              <a:t>、</a:t>
            </a:r>
            <a:r>
              <a:rPr lang="en-US" altLang="zh-CN" sz="1400">
                <a:solidFill>
                  <a:srgbClr val="333333"/>
                </a:solidFill>
                <a:latin typeface="+mn-ea"/>
              </a:rPr>
              <a:t>de</a:t>
            </a:r>
            <a:r>
              <a:rPr lang="zh-CN" altLang="en-US" sz="1400" smtClean="0">
                <a:solidFill>
                  <a:srgbClr val="333333"/>
                </a:solidFill>
                <a:latin typeface="+mn-ea"/>
              </a:rPr>
              <a:t>目录</a:t>
            </a:r>
            <a:endParaRPr lang="en-US" altLang="zh-CN" sz="1400" smtClean="0">
              <a:solidFill>
                <a:srgbClr val="333333"/>
              </a:solidFill>
              <a:latin typeface="+mn-ea"/>
            </a:endParaRPr>
          </a:p>
          <a:p>
            <a:pPr>
              <a:lnSpc>
                <a:spcPct val="150000"/>
              </a:lnSpc>
            </a:pPr>
            <a:r>
              <a:rPr lang="en-US" altLang="zh-CN" sz="1400" smtClean="0">
                <a:solidFill>
                  <a:srgbClr val="333333"/>
                </a:solidFill>
                <a:latin typeface="+mn-ea"/>
              </a:rPr>
              <a:t>	4.2 </a:t>
            </a:r>
            <a:r>
              <a:rPr lang="zh-CN" altLang="en-US" sz="1400">
                <a:solidFill>
                  <a:srgbClr val="333333"/>
                </a:solidFill>
                <a:latin typeface="+mn-ea"/>
              </a:rPr>
              <a:t>根据</a:t>
            </a:r>
            <a:r>
              <a:rPr lang="en-US" altLang="zh-CN" sz="1400">
                <a:solidFill>
                  <a:srgbClr val="333333"/>
                </a:solidFill>
                <a:latin typeface="+mn-ea"/>
              </a:rPr>
              <a:t>userSerial</a:t>
            </a:r>
            <a:r>
              <a:rPr lang="zh-CN" altLang="en-US" sz="1400">
                <a:solidFill>
                  <a:srgbClr val="333333"/>
                </a:solidFill>
                <a:latin typeface="+mn-ea"/>
              </a:rPr>
              <a:t>设置目录的额外属性</a:t>
            </a:r>
            <a:endParaRPr lang="en-US" altLang="zh-CN" sz="1400">
              <a:solidFill>
                <a:srgbClr val="333333"/>
              </a:solidFill>
              <a:latin typeface="+mn-ea"/>
            </a:endParaRPr>
          </a:p>
          <a:p>
            <a:pPr>
              <a:lnSpc>
                <a:spcPct val="150000"/>
              </a:lnSpc>
            </a:pPr>
            <a:r>
              <a:rPr lang="en-US" altLang="zh-CN" sz="1400">
                <a:solidFill>
                  <a:srgbClr val="333333"/>
                </a:solidFill>
                <a:latin typeface="+mn-ea"/>
              </a:rPr>
              <a:t>	4.3 </a:t>
            </a:r>
            <a:r>
              <a:rPr lang="zh-CN" altLang="en-US" sz="1400">
                <a:solidFill>
                  <a:srgbClr val="333333"/>
                </a:solidFill>
                <a:latin typeface="+mn-ea"/>
              </a:rPr>
              <a:t>创建了</a:t>
            </a:r>
            <a:r>
              <a:rPr lang="en-US" altLang="zh-CN" sz="1400">
                <a:solidFill>
                  <a:srgbClr val="333333"/>
                </a:solidFill>
                <a:latin typeface="+mn-ea"/>
              </a:rPr>
              <a:t>data/misc/user/{userid}</a:t>
            </a:r>
            <a:r>
              <a:rPr lang="zh-CN" altLang="en-US" sz="1400">
                <a:solidFill>
                  <a:srgbClr val="333333"/>
                </a:solidFill>
                <a:latin typeface="+mn-ea"/>
              </a:rPr>
              <a:t>目录并设置了新的权限</a:t>
            </a:r>
            <a:endParaRPr lang="en-US" altLang="zh-CN" sz="1400">
              <a:solidFill>
                <a:srgbClr val="333333"/>
              </a:solidFill>
              <a:latin typeface="+mn-ea"/>
            </a:endParaRPr>
          </a:p>
          <a:p>
            <a:pPr>
              <a:lnSpc>
                <a:spcPct val="150000"/>
              </a:lnSpc>
            </a:pPr>
            <a:r>
              <a:rPr lang="en-US" altLang="zh-CN" sz="1400">
                <a:solidFill>
                  <a:srgbClr val="333333"/>
                </a:solidFill>
                <a:latin typeface="+mn-ea"/>
              </a:rPr>
              <a:t>    5</a:t>
            </a:r>
            <a:r>
              <a:rPr lang="zh-CN" altLang="en-US" sz="1400">
                <a:solidFill>
                  <a:srgbClr val="333333"/>
                </a:solidFill>
                <a:latin typeface="+mn-ea"/>
              </a:rPr>
              <a:t>、为已安装应用准备数据目录并记录其组件和默认权限配置</a:t>
            </a:r>
            <a:endParaRPr lang="en-US" altLang="zh-CN" sz="1400">
              <a:solidFill>
                <a:srgbClr val="333333"/>
              </a:solidFill>
              <a:latin typeface="+mn-ea"/>
            </a:endParaRPr>
          </a:p>
          <a:p>
            <a:pPr>
              <a:lnSpc>
                <a:spcPct val="150000"/>
              </a:lnSpc>
            </a:pPr>
            <a:endParaRPr lang="en-US" altLang="zh-CN" sz="1400" smtClean="0">
              <a:solidFill>
                <a:srgbClr val="333333"/>
              </a:solidFill>
              <a:latin typeface="+mn-ea"/>
            </a:endParaRPr>
          </a:p>
          <a:p>
            <a:pPr>
              <a:lnSpc>
                <a:spcPct val="150000"/>
              </a:lnSpc>
            </a:pPr>
            <a:r>
              <a:rPr lang="en-US" altLang="zh-CN" sz="1400">
                <a:solidFill>
                  <a:srgbClr val="333333"/>
                </a:solidFill>
                <a:latin typeface="+mn-ea"/>
              </a:rPr>
              <a:t>		</a:t>
            </a:r>
            <a:r>
              <a:rPr lang="en-US" altLang="zh-CN" sz="1400" smtClean="0">
                <a:solidFill>
                  <a:srgbClr val="333333"/>
                </a:solidFill>
                <a:latin typeface="+mn-ea"/>
              </a:rPr>
              <a:t>	</a:t>
            </a:r>
            <a:endParaRPr lang="en-US" altLang="zh-CN" sz="1400">
              <a:solidFill>
                <a:srgbClr val="333333"/>
              </a:solidFill>
              <a:latin typeface="+mn-ea"/>
            </a:endParaRPr>
          </a:p>
        </p:txBody>
      </p:sp>
    </p:spTree>
    <p:extLst>
      <p:ext uri="{BB962C8B-B14F-4D97-AF65-F5344CB8AC3E}">
        <p14:creationId xmlns:p14="http://schemas.microsoft.com/office/powerpoint/2010/main" val="56756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02</a:t>
            </a:r>
            <a:endParaRPr kumimoji="1" lang="zh-CN" altLang="en-US" sz="1600" b="1" dirty="0"/>
          </a:p>
        </p:txBody>
      </p:sp>
      <p:sp>
        <p:nvSpPr>
          <p:cNvPr id="5" name="矩形 4"/>
          <p:cNvSpPr/>
          <p:nvPr/>
        </p:nvSpPr>
        <p:spPr>
          <a:xfrm>
            <a:off x="375190" y="930978"/>
            <a:ext cx="11395632" cy="738664"/>
          </a:xfrm>
          <a:prstGeom prst="rect">
            <a:avLst/>
          </a:prstGeom>
        </p:spPr>
        <p:txBody>
          <a:bodyPr wrap="square">
            <a:spAutoFit/>
          </a:bodyPr>
          <a:lstStyle/>
          <a:p>
            <a:pPr>
              <a:lnSpc>
                <a:spcPct val="150000"/>
              </a:lnSpc>
            </a:pPr>
            <a:endParaRPr lang="en-US" altLang="zh-CN" sz="1400">
              <a:solidFill>
                <a:srgbClr val="333333"/>
              </a:solidFill>
              <a:latin typeface="+mn-ea"/>
            </a:endParaRPr>
          </a:p>
          <a:p>
            <a:pPr>
              <a:lnSpc>
                <a:spcPct val="150000"/>
              </a:lnSpc>
            </a:pPr>
            <a:endParaRPr lang="en-US" altLang="zh-CN" sz="1400">
              <a:solidFill>
                <a:srgbClr val="333333"/>
              </a:solidFill>
              <a:latin typeface="+mn-ea"/>
            </a:endParaRPr>
          </a:p>
        </p:txBody>
      </p:sp>
      <p:sp>
        <p:nvSpPr>
          <p:cNvPr id="6" name="矩形 5"/>
          <p:cNvSpPr/>
          <p:nvPr/>
        </p:nvSpPr>
        <p:spPr>
          <a:xfrm>
            <a:off x="375190" y="930978"/>
            <a:ext cx="11395632" cy="415498"/>
          </a:xfrm>
          <a:prstGeom prst="rect">
            <a:avLst/>
          </a:prstGeom>
        </p:spPr>
        <p:txBody>
          <a:bodyPr wrap="square">
            <a:spAutoFit/>
          </a:bodyPr>
          <a:lstStyle/>
          <a:p>
            <a:pPr>
              <a:lnSpc>
                <a:spcPct val="150000"/>
              </a:lnSpc>
            </a:pPr>
            <a:r>
              <a:rPr lang="zh-CN" altLang="en-US" sz="1400">
                <a:solidFill>
                  <a:srgbClr val="333333"/>
                </a:solidFill>
                <a:latin typeface="+mn-ea"/>
              </a:rPr>
              <a:t>新建用户</a:t>
            </a:r>
            <a:r>
              <a:rPr lang="zh-CN" altLang="en-US" sz="1400" smtClean="0">
                <a:solidFill>
                  <a:srgbClr val="333333"/>
                </a:solidFill>
                <a:latin typeface="+mn-ea"/>
              </a:rPr>
              <a:t>流程图</a:t>
            </a:r>
            <a:r>
              <a:rPr lang="en-US" altLang="zh-CN" sz="1400">
                <a:solidFill>
                  <a:srgbClr val="333333"/>
                </a:solidFill>
                <a:latin typeface="+mn-ea"/>
              </a:rPr>
              <a:t>	</a:t>
            </a:r>
            <a:r>
              <a:rPr lang="en-US" altLang="zh-CN" sz="1400" smtClean="0">
                <a:solidFill>
                  <a:srgbClr val="333333"/>
                </a:solidFill>
                <a:latin typeface="+mn-ea"/>
              </a:rPr>
              <a:t>	</a:t>
            </a:r>
            <a:endParaRPr lang="en-US" altLang="zh-CN" sz="1400">
              <a:solidFill>
                <a:srgbClr val="333333"/>
              </a:solidFill>
              <a:latin typeface="+mn-ea"/>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586" y="1488295"/>
            <a:ext cx="4603084" cy="5057919"/>
          </a:xfrm>
          <a:prstGeom prst="rect">
            <a:avLst/>
          </a:prstGeom>
        </p:spPr>
      </p:pic>
    </p:spTree>
    <p:extLst>
      <p:ext uri="{BB962C8B-B14F-4D97-AF65-F5344CB8AC3E}">
        <p14:creationId xmlns:p14="http://schemas.microsoft.com/office/powerpoint/2010/main" val="265523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3508653"/>
          </a:xfrm>
          <a:prstGeom prst="rect">
            <a:avLst/>
          </a:prstGeom>
        </p:spPr>
        <p:txBody>
          <a:bodyPr wrap="square">
            <a:spAutoFit/>
          </a:bodyPr>
          <a:lstStyle/>
          <a:p>
            <a:pPr>
              <a:lnSpc>
                <a:spcPct val="150000"/>
              </a:lnSpc>
            </a:pPr>
            <a:r>
              <a:rPr lang="zh-CN" altLang="en-US" sz="2000" b="1"/>
              <a:t>三</a:t>
            </a:r>
            <a:r>
              <a:rPr lang="zh-CN" altLang="en-US" sz="2000" b="1" smtClean="0"/>
              <a:t>、 实践经验</a:t>
            </a:r>
            <a:endParaRPr lang="en-US" altLang="zh-CN" sz="2000" b="1"/>
          </a:p>
          <a:p>
            <a:pPr>
              <a:lnSpc>
                <a:spcPct val="150000"/>
              </a:lnSpc>
            </a:pPr>
            <a:r>
              <a:rPr lang="en-US" altLang="zh-CN" sz="1600" b="1" smtClean="0">
                <a:solidFill>
                  <a:srgbClr val="333333"/>
                </a:solidFill>
                <a:latin typeface="+mn-ea"/>
              </a:rPr>
              <a:t>3.1 </a:t>
            </a:r>
            <a:r>
              <a:rPr lang="zh-CN" altLang="en-US" sz="1600" b="1" smtClean="0">
                <a:solidFill>
                  <a:srgbClr val="333333"/>
                </a:solidFill>
                <a:latin typeface="+mn-ea"/>
              </a:rPr>
              <a:t>开启</a:t>
            </a:r>
            <a:r>
              <a:rPr lang="zh-CN" altLang="en-US" sz="1600" b="1">
                <a:solidFill>
                  <a:srgbClr val="333333"/>
                </a:solidFill>
                <a:latin typeface="+mn-ea"/>
              </a:rPr>
              <a:t>多用户</a:t>
            </a:r>
            <a:r>
              <a:rPr lang="zh-CN" altLang="en-US" sz="1600" b="1" smtClean="0">
                <a:solidFill>
                  <a:srgbClr val="333333"/>
                </a:solidFill>
                <a:latin typeface="+mn-ea"/>
              </a:rPr>
              <a:t>模式</a:t>
            </a:r>
            <a:endParaRPr lang="en-US" altLang="zh-CN" sz="1600" b="1" smtClean="0">
              <a:solidFill>
                <a:srgbClr val="333333"/>
              </a:solidFill>
              <a:latin typeface="+mn-ea"/>
            </a:endParaRPr>
          </a:p>
          <a:p>
            <a:pPr>
              <a:lnSpc>
                <a:spcPct val="150000"/>
              </a:lnSpc>
            </a:pPr>
            <a:endParaRPr lang="en-US" altLang="zh-CN" sz="1600" b="1">
              <a:solidFill>
                <a:srgbClr val="333333"/>
              </a:solidFill>
              <a:latin typeface="+mn-ea"/>
            </a:endParaRPr>
          </a:p>
          <a:p>
            <a:pPr>
              <a:lnSpc>
                <a:spcPct val="150000"/>
              </a:lnSpc>
            </a:pPr>
            <a:endParaRPr lang="en-US" altLang="zh-CN" sz="1600" b="1" smtClean="0">
              <a:solidFill>
                <a:srgbClr val="333333"/>
              </a:solidFill>
              <a:latin typeface="+mn-ea"/>
            </a:endParaRPr>
          </a:p>
          <a:p>
            <a:pPr>
              <a:lnSpc>
                <a:spcPct val="150000"/>
              </a:lnSpc>
            </a:pPr>
            <a:endParaRPr lang="en-US" altLang="zh-CN" sz="1600" b="1">
              <a:solidFill>
                <a:srgbClr val="333333"/>
              </a:solidFill>
              <a:latin typeface="+mn-ea"/>
            </a:endParaRPr>
          </a:p>
          <a:p>
            <a:pPr>
              <a:lnSpc>
                <a:spcPct val="150000"/>
              </a:lnSpc>
            </a:pPr>
            <a:endParaRPr lang="en-US" altLang="zh-CN" sz="1600" b="1" smtClean="0">
              <a:solidFill>
                <a:srgbClr val="333333"/>
              </a:solidFill>
              <a:latin typeface="+mn-ea"/>
            </a:endParaRPr>
          </a:p>
          <a:p>
            <a:pPr>
              <a:lnSpc>
                <a:spcPct val="150000"/>
              </a:lnSpc>
            </a:pPr>
            <a:endParaRPr lang="en-US" altLang="zh-CN" sz="1600" b="1">
              <a:solidFill>
                <a:srgbClr val="333333"/>
              </a:solidFill>
              <a:latin typeface="+mn-ea"/>
            </a:endParaRPr>
          </a:p>
          <a:p>
            <a:pPr>
              <a:lnSpc>
                <a:spcPct val="150000"/>
              </a:lnSpc>
            </a:pPr>
            <a:endParaRPr lang="en-US" altLang="zh-CN" sz="1600" b="1" smtClean="0">
              <a:solidFill>
                <a:srgbClr val="333333"/>
              </a:solidFill>
              <a:latin typeface="+mn-ea"/>
            </a:endParaRPr>
          </a:p>
          <a:p>
            <a:pPr>
              <a:lnSpc>
                <a:spcPct val="150000"/>
              </a:lnSpc>
            </a:pPr>
            <a:endParaRPr lang="en-US" altLang="zh-CN" sz="1600" b="1">
              <a:solidFill>
                <a:srgbClr val="333333"/>
              </a:solidFill>
              <a:latin typeface="+mn-ea"/>
            </a:endParaRPr>
          </a:p>
        </p:txBody>
      </p:sp>
      <p:pic>
        <p:nvPicPr>
          <p:cNvPr id="4" name="图片 3"/>
          <p:cNvPicPr>
            <a:picLocks noChangeAspect="1"/>
          </p:cNvPicPr>
          <p:nvPr/>
        </p:nvPicPr>
        <p:blipFill>
          <a:blip r:embed="rId3"/>
          <a:stretch>
            <a:fillRect/>
          </a:stretch>
        </p:blipFill>
        <p:spPr>
          <a:xfrm>
            <a:off x="572318" y="1928899"/>
            <a:ext cx="9402955" cy="2507455"/>
          </a:xfrm>
          <a:prstGeom prst="rect">
            <a:avLst/>
          </a:prstGeom>
        </p:spPr>
      </p:pic>
    </p:spTree>
    <p:extLst>
      <p:ext uri="{BB962C8B-B14F-4D97-AF65-F5344CB8AC3E}">
        <p14:creationId xmlns:p14="http://schemas.microsoft.com/office/powerpoint/2010/main" val="291839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784830"/>
          </a:xfrm>
          <a:prstGeom prst="rect">
            <a:avLst/>
          </a:prstGeom>
        </p:spPr>
        <p:txBody>
          <a:bodyPr wrap="square">
            <a:spAutoFit/>
          </a:bodyPr>
          <a:lstStyle/>
          <a:p>
            <a:pPr>
              <a:lnSpc>
                <a:spcPct val="150000"/>
              </a:lnSpc>
            </a:pPr>
            <a:r>
              <a:rPr lang="en-US" altLang="zh-CN" sz="1600" b="1" smtClean="0">
                <a:solidFill>
                  <a:srgbClr val="333333"/>
                </a:solidFill>
                <a:latin typeface="+mn-ea"/>
              </a:rPr>
              <a:t>3.2 </a:t>
            </a:r>
            <a:r>
              <a:rPr lang="zh-CN" altLang="en-US" sz="1600" b="1" smtClean="0">
                <a:solidFill>
                  <a:srgbClr val="333333"/>
                </a:solidFill>
                <a:latin typeface="+mn-ea"/>
              </a:rPr>
              <a:t>启用</a:t>
            </a:r>
            <a:r>
              <a:rPr lang="zh-CN" altLang="en-US" sz="1600" b="1">
                <a:solidFill>
                  <a:srgbClr val="333333"/>
                </a:solidFill>
                <a:latin typeface="+mn-ea"/>
              </a:rPr>
              <a:t>无头系统</a:t>
            </a:r>
            <a:r>
              <a:rPr lang="zh-CN" altLang="en-US" sz="1600" b="1" smtClean="0">
                <a:solidFill>
                  <a:srgbClr val="333333"/>
                </a:solidFill>
                <a:latin typeface="+mn-ea"/>
              </a:rPr>
              <a:t>用户</a:t>
            </a:r>
            <a:endParaRPr lang="en-US" altLang="zh-CN" sz="1600" b="1" smtClean="0">
              <a:solidFill>
                <a:srgbClr val="333333"/>
              </a:solidFill>
              <a:latin typeface="+mn-ea"/>
            </a:endParaRPr>
          </a:p>
          <a:p>
            <a:pPr>
              <a:lnSpc>
                <a:spcPct val="150000"/>
              </a:lnSpc>
            </a:pPr>
            <a:r>
              <a:rPr lang="zh-CN" altLang="en-US" sz="1400" smtClean="0">
                <a:solidFill>
                  <a:srgbClr val="333333"/>
                </a:solidFill>
                <a:latin typeface="+mn-ea"/>
              </a:rPr>
              <a:t>    无</a:t>
            </a:r>
            <a:r>
              <a:rPr lang="zh-CN" altLang="en-US" sz="1400">
                <a:solidFill>
                  <a:srgbClr val="333333"/>
                </a:solidFill>
                <a:latin typeface="+mn-ea"/>
              </a:rPr>
              <a:t>头系统</a:t>
            </a:r>
            <a:r>
              <a:rPr lang="zh-CN" altLang="en-US" sz="1400" smtClean="0">
                <a:solidFill>
                  <a:srgbClr val="333333"/>
                </a:solidFill>
                <a:latin typeface="+mn-ea"/>
              </a:rPr>
              <a:t>用户是</a:t>
            </a:r>
            <a:r>
              <a:rPr lang="en-US" altLang="zh-CN" sz="1400" smtClean="0">
                <a:solidFill>
                  <a:srgbClr val="333333"/>
                </a:solidFill>
                <a:latin typeface="+mn-ea"/>
              </a:rPr>
              <a:t>Automotive</a:t>
            </a:r>
            <a:r>
              <a:rPr lang="zh-CN" altLang="en-US" sz="1400" smtClean="0">
                <a:solidFill>
                  <a:srgbClr val="333333"/>
                </a:solidFill>
                <a:latin typeface="+mn-ea"/>
              </a:rPr>
              <a:t>版本中特有的，所以要启动无头系统用户，必须先声明</a:t>
            </a:r>
            <a:r>
              <a:rPr lang="en-US" altLang="zh-CN" sz="1400" smtClean="0">
                <a:solidFill>
                  <a:srgbClr val="333333"/>
                </a:solidFill>
                <a:latin typeface="+mn-ea"/>
              </a:rPr>
              <a:t>Android</a:t>
            </a:r>
            <a:r>
              <a:rPr lang="zh-CN" altLang="en-US" sz="1400" smtClean="0">
                <a:solidFill>
                  <a:srgbClr val="333333"/>
                </a:solidFill>
                <a:latin typeface="+mn-ea"/>
              </a:rPr>
              <a:t>系统版本为</a:t>
            </a:r>
            <a:r>
              <a:rPr lang="en-US" altLang="zh-CN" sz="1400" smtClean="0">
                <a:solidFill>
                  <a:srgbClr val="333333"/>
                </a:solidFill>
                <a:latin typeface="+mn-ea"/>
              </a:rPr>
              <a:t>Automotive</a:t>
            </a:r>
            <a:r>
              <a:rPr lang="zh-CN" altLang="en-US" sz="1400" smtClean="0">
                <a:solidFill>
                  <a:srgbClr val="333333"/>
                </a:solidFill>
                <a:latin typeface="+mn-ea"/>
              </a:rPr>
              <a:t>版本。</a:t>
            </a:r>
            <a:endParaRPr lang="en-US" altLang="zh-CN" sz="1400">
              <a:solidFill>
                <a:srgbClr val="333333"/>
              </a:solidFill>
              <a:latin typeface="+mn-ea"/>
            </a:endParaRPr>
          </a:p>
        </p:txBody>
      </p:sp>
      <p:pic>
        <p:nvPicPr>
          <p:cNvPr id="6" name="图片 5"/>
          <p:cNvPicPr>
            <a:picLocks noChangeAspect="1"/>
          </p:cNvPicPr>
          <p:nvPr/>
        </p:nvPicPr>
        <p:blipFill>
          <a:blip r:embed="rId3"/>
          <a:stretch>
            <a:fillRect/>
          </a:stretch>
        </p:blipFill>
        <p:spPr>
          <a:xfrm>
            <a:off x="710321" y="1692639"/>
            <a:ext cx="7322574" cy="1667684"/>
          </a:xfrm>
          <a:prstGeom prst="rect">
            <a:avLst/>
          </a:prstGeom>
        </p:spPr>
      </p:pic>
      <p:pic>
        <p:nvPicPr>
          <p:cNvPr id="8" name="图片 7"/>
          <p:cNvPicPr>
            <a:picLocks noChangeAspect="1"/>
          </p:cNvPicPr>
          <p:nvPr/>
        </p:nvPicPr>
        <p:blipFill>
          <a:blip r:embed="rId4"/>
          <a:stretch>
            <a:fillRect/>
          </a:stretch>
        </p:blipFill>
        <p:spPr>
          <a:xfrm>
            <a:off x="701044" y="3882605"/>
            <a:ext cx="5176130" cy="1341051"/>
          </a:xfrm>
          <a:prstGeom prst="rect">
            <a:avLst/>
          </a:prstGeom>
        </p:spPr>
      </p:pic>
      <p:pic>
        <p:nvPicPr>
          <p:cNvPr id="9" name="图片 8"/>
          <p:cNvPicPr>
            <a:picLocks noChangeAspect="1"/>
          </p:cNvPicPr>
          <p:nvPr/>
        </p:nvPicPr>
        <p:blipFill>
          <a:blip r:embed="rId5"/>
          <a:stretch>
            <a:fillRect/>
          </a:stretch>
        </p:blipFill>
        <p:spPr>
          <a:xfrm>
            <a:off x="748911" y="5231077"/>
            <a:ext cx="4566164" cy="1210395"/>
          </a:xfrm>
          <a:prstGeom prst="rect">
            <a:avLst/>
          </a:prstGeom>
        </p:spPr>
      </p:pic>
      <p:sp>
        <p:nvSpPr>
          <p:cNvPr id="12" name="矩形 11"/>
          <p:cNvSpPr/>
          <p:nvPr/>
        </p:nvSpPr>
        <p:spPr>
          <a:xfrm>
            <a:off x="701043" y="3459686"/>
            <a:ext cx="11395632" cy="415498"/>
          </a:xfrm>
          <a:prstGeom prst="rect">
            <a:avLst/>
          </a:prstGeom>
        </p:spPr>
        <p:txBody>
          <a:bodyPr wrap="square">
            <a:spAutoFit/>
          </a:bodyPr>
          <a:lstStyle/>
          <a:p>
            <a:pPr>
              <a:lnSpc>
                <a:spcPct val="150000"/>
              </a:lnSpc>
            </a:pPr>
            <a:r>
              <a:rPr lang="zh-CN" altLang="en-US" sz="1400" smtClean="0">
                <a:solidFill>
                  <a:srgbClr val="333333"/>
                </a:solidFill>
                <a:latin typeface="+mn-ea"/>
              </a:rPr>
              <a:t>此外还需要</a:t>
            </a:r>
            <a:r>
              <a:rPr lang="zh-CN" altLang="en-US" sz="1400">
                <a:solidFill>
                  <a:srgbClr val="333333"/>
                </a:solidFill>
                <a:latin typeface="+mn-ea"/>
              </a:rPr>
              <a:t>设置</a:t>
            </a:r>
            <a:r>
              <a:rPr lang="en-US" altLang="zh-CN" sz="1400">
                <a:solidFill>
                  <a:srgbClr val="333333"/>
                </a:solidFill>
                <a:latin typeface="+mn-ea"/>
              </a:rPr>
              <a:t>ro.fw.mu.headless_system_user </a:t>
            </a:r>
            <a:r>
              <a:rPr lang="zh-CN" altLang="en-US" sz="1400">
                <a:solidFill>
                  <a:srgbClr val="333333"/>
                </a:solidFill>
                <a:latin typeface="+mn-ea"/>
              </a:rPr>
              <a:t>属性为</a:t>
            </a:r>
            <a:r>
              <a:rPr lang="en-US" altLang="zh-CN" sz="1400">
                <a:solidFill>
                  <a:srgbClr val="333333"/>
                </a:solidFill>
                <a:latin typeface="+mn-ea"/>
              </a:rPr>
              <a:t>true,</a:t>
            </a:r>
            <a:r>
              <a:rPr lang="zh-CN" altLang="en-US" sz="1400">
                <a:solidFill>
                  <a:srgbClr val="333333"/>
                </a:solidFill>
                <a:latin typeface="+mn-ea"/>
              </a:rPr>
              <a:t>并开启多用户</a:t>
            </a:r>
            <a:r>
              <a:rPr lang="zh-CN" altLang="en-US" sz="1400" smtClean="0">
                <a:solidFill>
                  <a:srgbClr val="333333"/>
                </a:solidFill>
                <a:latin typeface="+mn-ea"/>
              </a:rPr>
              <a:t>模式</a:t>
            </a:r>
            <a:r>
              <a:rPr lang="zh-CN" altLang="en-US" sz="1400">
                <a:solidFill>
                  <a:srgbClr val="333333"/>
                </a:solidFill>
                <a:latin typeface="+mn-ea"/>
              </a:rPr>
              <a:t>。</a:t>
            </a:r>
            <a:endParaRPr lang="en-US" altLang="zh-CN" sz="1400">
              <a:solidFill>
                <a:srgbClr val="333333"/>
              </a:solidFill>
              <a:latin typeface="+mn-ea"/>
            </a:endParaRPr>
          </a:p>
        </p:txBody>
      </p:sp>
    </p:spTree>
    <p:extLst>
      <p:ext uri="{BB962C8B-B14F-4D97-AF65-F5344CB8AC3E}">
        <p14:creationId xmlns:p14="http://schemas.microsoft.com/office/powerpoint/2010/main" val="286012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1154162"/>
          </a:xfrm>
          <a:prstGeom prst="rect">
            <a:avLst/>
          </a:prstGeom>
        </p:spPr>
        <p:txBody>
          <a:bodyPr wrap="square">
            <a:spAutoFit/>
          </a:bodyPr>
          <a:lstStyle/>
          <a:p>
            <a:pPr>
              <a:lnSpc>
                <a:spcPct val="150000"/>
              </a:lnSpc>
            </a:pPr>
            <a:r>
              <a:rPr lang="en-US" altLang="zh-CN" sz="1600" b="1" smtClean="0">
                <a:solidFill>
                  <a:srgbClr val="333333"/>
                </a:solidFill>
                <a:latin typeface="+mn-ea"/>
              </a:rPr>
              <a:t>3.3 </a:t>
            </a:r>
            <a:r>
              <a:rPr lang="zh-CN" altLang="en-US" sz="1600" b="1" smtClean="0">
                <a:solidFill>
                  <a:srgbClr val="333333"/>
                </a:solidFill>
                <a:latin typeface="+mn-ea"/>
              </a:rPr>
              <a:t>配置</a:t>
            </a:r>
            <a:r>
              <a:rPr lang="zh-CN" altLang="en-US" sz="1600" b="1">
                <a:solidFill>
                  <a:srgbClr val="333333"/>
                </a:solidFill>
                <a:latin typeface="+mn-ea"/>
              </a:rPr>
              <a:t>应用运行在指定的</a:t>
            </a:r>
            <a:r>
              <a:rPr lang="zh-CN" altLang="en-US" sz="1600" b="1" smtClean="0">
                <a:solidFill>
                  <a:srgbClr val="333333"/>
                </a:solidFill>
                <a:latin typeface="+mn-ea"/>
              </a:rPr>
              <a:t>用户</a:t>
            </a:r>
            <a:endParaRPr lang="en-US" altLang="zh-CN" sz="1600" b="1">
              <a:solidFill>
                <a:srgbClr val="333333"/>
              </a:solidFill>
              <a:latin typeface="+mn-ea"/>
            </a:endParaRPr>
          </a:p>
          <a:p>
            <a:pPr>
              <a:lnSpc>
                <a:spcPct val="150000"/>
              </a:lnSpc>
            </a:pPr>
            <a:r>
              <a:rPr lang="zh-CN" altLang="en-US" sz="1400" smtClean="0">
                <a:solidFill>
                  <a:srgbClr val="333333"/>
                </a:solidFill>
                <a:latin typeface="+mn-ea"/>
              </a:rPr>
              <a:t>    修改如下文件</a:t>
            </a:r>
            <a:endParaRPr lang="en-US" altLang="zh-CN" sz="1400">
              <a:solidFill>
                <a:srgbClr val="333333"/>
              </a:solidFill>
              <a:latin typeface="+mn-ea"/>
            </a:endParaRPr>
          </a:p>
          <a:p>
            <a:pPr>
              <a:lnSpc>
                <a:spcPct val="150000"/>
              </a:lnSpc>
            </a:pPr>
            <a:endParaRPr lang="en-US" altLang="zh-CN" sz="1600" b="1">
              <a:solidFill>
                <a:srgbClr val="333333"/>
              </a:solidFill>
              <a:latin typeface="+mn-ea"/>
            </a:endParaRPr>
          </a:p>
        </p:txBody>
      </p:sp>
      <p:sp>
        <p:nvSpPr>
          <p:cNvPr id="3" name="Rectangle 1"/>
          <p:cNvSpPr>
            <a:spLocks noChangeArrowheads="1"/>
          </p:cNvSpPr>
          <p:nvPr/>
        </p:nvSpPr>
        <p:spPr bwMode="auto">
          <a:xfrm>
            <a:off x="375190" y="4741663"/>
            <a:ext cx="7646592"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50000"/>
              </a:lnSpc>
              <a:spcBef>
                <a:spcPct val="0"/>
              </a:spcBef>
              <a:spcAft>
                <a:spcPct val="0"/>
              </a:spcAft>
              <a:buClrTx/>
              <a:buSzTx/>
              <a:buFontTx/>
              <a:buNone/>
              <a:tabLst/>
            </a:pPr>
            <a:r>
              <a:rPr lang="en-US" altLang="zh-CN" sz="1400" smtClean="0">
                <a:solidFill>
                  <a:srgbClr val="333333"/>
                </a:solidFill>
                <a:latin typeface="+mn-ea"/>
              </a:rPr>
              <a:t>    </a:t>
            </a:r>
            <a:r>
              <a:rPr lang="zh-CN" altLang="zh-CN" sz="1400" smtClean="0">
                <a:solidFill>
                  <a:srgbClr val="333333"/>
                </a:solidFill>
                <a:latin typeface="+mn-ea"/>
              </a:rPr>
              <a:t>user</a:t>
            </a:r>
            <a:r>
              <a:rPr lang="zh-CN" altLang="zh-CN" sz="1400">
                <a:solidFill>
                  <a:srgbClr val="333333"/>
                </a:solidFill>
                <a:latin typeface="+mn-ea"/>
              </a:rPr>
              <a:t>-type="SYSTEM" 表示运行在 User0用户下</a:t>
            </a:r>
          </a:p>
          <a:p>
            <a:pPr marR="0" lvl="0" indent="0" fontAlgn="base">
              <a:lnSpc>
                <a:spcPct val="150000"/>
              </a:lnSpc>
              <a:spcBef>
                <a:spcPct val="0"/>
              </a:spcBef>
              <a:spcAft>
                <a:spcPct val="0"/>
              </a:spcAft>
              <a:buClrTx/>
              <a:buSzTx/>
              <a:buFontTx/>
              <a:buNone/>
              <a:tabLst/>
            </a:pPr>
            <a:r>
              <a:rPr lang="en-US" altLang="zh-CN" sz="1400" smtClean="0">
                <a:solidFill>
                  <a:srgbClr val="333333"/>
                </a:solidFill>
                <a:latin typeface="+mn-ea"/>
              </a:rPr>
              <a:t>    </a:t>
            </a:r>
            <a:r>
              <a:rPr lang="zh-CN" altLang="zh-CN" sz="1400" smtClean="0">
                <a:solidFill>
                  <a:srgbClr val="333333"/>
                </a:solidFill>
                <a:latin typeface="+mn-ea"/>
              </a:rPr>
              <a:t>user</a:t>
            </a:r>
            <a:r>
              <a:rPr lang="zh-CN" altLang="zh-CN" sz="1400">
                <a:solidFill>
                  <a:srgbClr val="333333"/>
                </a:solidFill>
                <a:latin typeface="+mn-ea"/>
              </a:rPr>
              <a:t>-type</a:t>
            </a:r>
            <a:r>
              <a:rPr lang="zh-CN" altLang="zh-CN" sz="1400" smtClean="0">
                <a:solidFill>
                  <a:srgbClr val="333333"/>
                </a:solidFill>
                <a:latin typeface="+mn-ea"/>
              </a:rPr>
              <a:t>=“FULL” </a:t>
            </a:r>
            <a:r>
              <a:rPr lang="zh-CN" altLang="zh-CN" sz="1400">
                <a:solidFill>
                  <a:srgbClr val="333333"/>
                </a:solidFill>
                <a:latin typeface="+mn-ea"/>
              </a:rPr>
              <a:t>表示运行</a:t>
            </a:r>
            <a:r>
              <a:rPr lang="zh-CN" altLang="zh-CN" sz="1400" smtClean="0">
                <a:solidFill>
                  <a:srgbClr val="333333"/>
                </a:solidFill>
                <a:latin typeface="+mn-ea"/>
              </a:rPr>
              <a:t>在</a:t>
            </a:r>
            <a:r>
              <a:rPr lang="zh-CN" altLang="en-US" sz="1400" smtClean="0">
                <a:solidFill>
                  <a:srgbClr val="333333"/>
                </a:solidFill>
                <a:latin typeface="+mn-ea"/>
              </a:rPr>
              <a:t>常规</a:t>
            </a:r>
            <a:r>
              <a:rPr lang="zh-CN" altLang="zh-CN" sz="1400" smtClean="0">
                <a:solidFill>
                  <a:srgbClr val="333333"/>
                </a:solidFill>
                <a:latin typeface="+mn-ea"/>
              </a:rPr>
              <a:t>用户下</a:t>
            </a:r>
            <a:r>
              <a:rPr lang="zh-CN" altLang="en-US" sz="1400" smtClean="0">
                <a:solidFill>
                  <a:srgbClr val="333333"/>
                </a:solidFill>
                <a:latin typeface="+mn-ea"/>
              </a:rPr>
              <a:t>，不包含配置文件用户</a:t>
            </a:r>
            <a:endParaRPr lang="zh-CN" altLang="zh-CN" sz="1400">
              <a:solidFill>
                <a:srgbClr val="333333"/>
              </a:solidFill>
              <a:latin typeface="+mn-ea"/>
            </a:endParaRPr>
          </a:p>
          <a:p>
            <a:pPr marR="0" lvl="0" indent="0" fontAlgn="base">
              <a:lnSpc>
                <a:spcPct val="150000"/>
              </a:lnSpc>
              <a:spcBef>
                <a:spcPct val="0"/>
              </a:spcBef>
              <a:spcAft>
                <a:spcPct val="0"/>
              </a:spcAft>
              <a:buClrTx/>
              <a:buSzTx/>
              <a:buFontTx/>
              <a:buNone/>
              <a:tabLst/>
            </a:pPr>
            <a:r>
              <a:rPr lang="en-US" altLang="zh-CN" sz="1400" smtClean="0">
                <a:solidFill>
                  <a:srgbClr val="333333"/>
                </a:solidFill>
                <a:latin typeface="+mn-ea"/>
              </a:rPr>
              <a:t>    </a:t>
            </a:r>
            <a:r>
              <a:rPr lang="zh-CN" altLang="zh-CN" sz="1400" smtClean="0">
                <a:solidFill>
                  <a:srgbClr val="333333"/>
                </a:solidFill>
                <a:latin typeface="+mn-ea"/>
              </a:rPr>
              <a:t>user</a:t>
            </a:r>
            <a:r>
              <a:rPr lang="zh-CN" altLang="zh-CN" sz="1400">
                <a:solidFill>
                  <a:srgbClr val="333333"/>
                </a:solidFill>
                <a:latin typeface="+mn-ea"/>
              </a:rPr>
              <a:t>-type</a:t>
            </a:r>
            <a:r>
              <a:rPr lang="zh-CN" altLang="zh-CN" sz="1400" smtClean="0">
                <a:solidFill>
                  <a:srgbClr val="333333"/>
                </a:solidFill>
                <a:latin typeface="+mn-ea"/>
              </a:rPr>
              <a:t>=“PROFILE” </a:t>
            </a:r>
            <a:r>
              <a:rPr lang="zh-CN" altLang="zh-CN" sz="1400">
                <a:solidFill>
                  <a:srgbClr val="333333"/>
                </a:solidFill>
                <a:latin typeface="+mn-ea"/>
              </a:rPr>
              <a:t>表示运行在</a:t>
            </a:r>
            <a:r>
              <a:rPr lang="zh-CN" altLang="zh-CN" sz="1400" smtClean="0">
                <a:solidFill>
                  <a:srgbClr val="333333"/>
                </a:solidFill>
                <a:latin typeface="+mn-ea"/>
              </a:rPr>
              <a:t>配置</a:t>
            </a:r>
            <a:r>
              <a:rPr lang="zh-CN" altLang="en-US" sz="1400" smtClean="0">
                <a:solidFill>
                  <a:srgbClr val="333333"/>
                </a:solidFill>
                <a:latin typeface="+mn-ea"/>
              </a:rPr>
              <a:t>文件</a:t>
            </a:r>
            <a:r>
              <a:rPr lang="zh-CN" altLang="zh-CN" sz="1400" smtClean="0">
                <a:solidFill>
                  <a:srgbClr val="333333"/>
                </a:solidFill>
                <a:latin typeface="+mn-ea"/>
              </a:rPr>
              <a:t>用户</a:t>
            </a:r>
            <a:r>
              <a:rPr lang="zh-CN" altLang="zh-CN" sz="1400">
                <a:solidFill>
                  <a:srgbClr val="333333"/>
                </a:solidFill>
                <a:latin typeface="+mn-ea"/>
              </a:rPr>
              <a:t>下</a:t>
            </a:r>
          </a:p>
        </p:txBody>
      </p:sp>
      <p:pic>
        <p:nvPicPr>
          <p:cNvPr id="4" name="图片 3"/>
          <p:cNvPicPr>
            <a:picLocks noChangeAspect="1"/>
          </p:cNvPicPr>
          <p:nvPr/>
        </p:nvPicPr>
        <p:blipFill>
          <a:blip r:embed="rId3"/>
          <a:stretch>
            <a:fillRect/>
          </a:stretch>
        </p:blipFill>
        <p:spPr>
          <a:xfrm>
            <a:off x="636741" y="1797810"/>
            <a:ext cx="6157930" cy="2740940"/>
          </a:xfrm>
          <a:prstGeom prst="rect">
            <a:avLst/>
          </a:prstGeom>
        </p:spPr>
      </p:pic>
    </p:spTree>
    <p:extLst>
      <p:ext uri="{BB962C8B-B14F-4D97-AF65-F5344CB8AC3E}">
        <p14:creationId xmlns:p14="http://schemas.microsoft.com/office/powerpoint/2010/main" val="321832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4108817"/>
          </a:xfrm>
          <a:prstGeom prst="rect">
            <a:avLst/>
          </a:prstGeom>
        </p:spPr>
        <p:txBody>
          <a:bodyPr wrap="square">
            <a:spAutoFit/>
          </a:bodyPr>
          <a:lstStyle/>
          <a:p>
            <a:pPr>
              <a:lnSpc>
                <a:spcPct val="150000"/>
              </a:lnSpc>
            </a:pPr>
            <a:r>
              <a:rPr lang="en-US" altLang="zh-CN" sz="1600" b="1" smtClean="0">
                <a:solidFill>
                  <a:srgbClr val="333333"/>
                </a:solidFill>
                <a:latin typeface="+mn-ea"/>
              </a:rPr>
              <a:t>3.4 </a:t>
            </a:r>
            <a:r>
              <a:rPr lang="zh-CN" altLang="en-US" sz="1600" b="1">
                <a:solidFill>
                  <a:srgbClr val="333333"/>
                </a:solidFill>
                <a:latin typeface="+mn-ea"/>
              </a:rPr>
              <a:t>多用户下进程间的</a:t>
            </a:r>
            <a:r>
              <a:rPr lang="zh-CN" altLang="en-US" sz="1600" b="1" smtClean="0">
                <a:solidFill>
                  <a:srgbClr val="333333"/>
                </a:solidFill>
                <a:latin typeface="+mn-ea"/>
              </a:rPr>
              <a:t>通信</a:t>
            </a:r>
            <a:endParaRPr lang="en-US" altLang="zh-CN" sz="1600" b="1" smtClean="0">
              <a:solidFill>
                <a:srgbClr val="333333"/>
              </a:solidFill>
              <a:latin typeface="+mn-ea"/>
            </a:endParaRPr>
          </a:p>
          <a:p>
            <a:pPr>
              <a:lnSpc>
                <a:spcPct val="150000"/>
              </a:lnSpc>
            </a:pPr>
            <a:r>
              <a:rPr lang="zh-CN" altLang="en-US" sz="1400" smtClean="0">
                <a:solidFill>
                  <a:srgbClr val="333333"/>
                </a:solidFill>
                <a:latin typeface="+mn-ea"/>
              </a:rPr>
              <a:t>    从</a:t>
            </a:r>
            <a:r>
              <a:rPr lang="zh-CN" altLang="en-US" sz="1400">
                <a:solidFill>
                  <a:srgbClr val="333333"/>
                </a:solidFill>
                <a:latin typeface="+mn-ea"/>
              </a:rPr>
              <a:t>传入的 </a:t>
            </a:r>
            <a:r>
              <a:rPr lang="en-US" altLang="zh-CN" sz="1400">
                <a:solidFill>
                  <a:srgbClr val="333333"/>
                </a:solidFill>
                <a:latin typeface="+mn-ea"/>
              </a:rPr>
              <a:t>Binder </a:t>
            </a:r>
            <a:r>
              <a:rPr lang="zh-CN" altLang="en-US" sz="1400">
                <a:solidFill>
                  <a:srgbClr val="333333"/>
                </a:solidFill>
                <a:latin typeface="+mn-ea"/>
              </a:rPr>
              <a:t>调用中提取用户句柄：</a:t>
            </a:r>
          </a:p>
          <a:p>
            <a:pPr marL="1200150" lvl="2" indent="-285750">
              <a:lnSpc>
                <a:spcPct val="150000"/>
              </a:lnSpc>
              <a:buFont typeface="Arial" panose="020B0604020202020204" pitchFamily="34" charset="0"/>
              <a:buChar char="•"/>
            </a:pPr>
            <a:r>
              <a:rPr lang="en-US" altLang="zh-CN" sz="1400" smtClean="0">
                <a:solidFill>
                  <a:srgbClr val="333333"/>
                </a:solidFill>
                <a:latin typeface="+mn-ea"/>
              </a:rPr>
              <a:t>int </a:t>
            </a:r>
            <a:r>
              <a:rPr lang="en-US" altLang="zh-CN" sz="1400">
                <a:solidFill>
                  <a:srgbClr val="333333"/>
                </a:solidFill>
                <a:latin typeface="+mn-ea"/>
              </a:rPr>
              <a:t>userHandle = UserHandle.getCallingUserId() </a:t>
            </a:r>
          </a:p>
          <a:p>
            <a:pPr>
              <a:lnSpc>
                <a:spcPct val="150000"/>
              </a:lnSpc>
            </a:pPr>
            <a:r>
              <a:rPr lang="zh-CN" altLang="en-US" sz="1400" smtClean="0">
                <a:solidFill>
                  <a:srgbClr val="333333"/>
                </a:solidFill>
                <a:latin typeface="+mn-ea"/>
              </a:rPr>
              <a:t>    使用</a:t>
            </a:r>
            <a:r>
              <a:rPr lang="zh-CN" altLang="en-US" sz="1400">
                <a:solidFill>
                  <a:srgbClr val="333333"/>
                </a:solidFill>
                <a:latin typeface="+mn-ea"/>
              </a:rPr>
              <a:t>受保护的新 </a:t>
            </a:r>
            <a:r>
              <a:rPr lang="en-US" altLang="zh-CN" sz="1400">
                <a:solidFill>
                  <a:srgbClr val="333333"/>
                </a:solidFill>
                <a:latin typeface="+mn-ea"/>
              </a:rPr>
              <a:t>API </a:t>
            </a:r>
            <a:r>
              <a:rPr lang="zh-CN" altLang="en-US" sz="1400">
                <a:solidFill>
                  <a:srgbClr val="333333"/>
                </a:solidFill>
                <a:latin typeface="+mn-ea"/>
              </a:rPr>
              <a:t>为特定用户启动服务、</a:t>
            </a:r>
            <a:r>
              <a:rPr lang="en-US" altLang="zh-CN" sz="1400">
                <a:solidFill>
                  <a:srgbClr val="333333"/>
                </a:solidFill>
                <a:latin typeface="+mn-ea"/>
              </a:rPr>
              <a:t>Activity </a:t>
            </a:r>
            <a:r>
              <a:rPr lang="zh-CN" altLang="en-US" sz="1400">
                <a:solidFill>
                  <a:srgbClr val="333333"/>
                </a:solidFill>
                <a:latin typeface="+mn-ea"/>
              </a:rPr>
              <a:t>和广播：</a:t>
            </a:r>
          </a:p>
          <a:p>
            <a:pPr marL="1200150" lvl="2" indent="-285750">
              <a:lnSpc>
                <a:spcPct val="150000"/>
              </a:lnSpc>
              <a:buFont typeface="Arial" panose="020B0604020202020204" pitchFamily="34" charset="0"/>
              <a:buChar char="•"/>
            </a:pPr>
            <a:r>
              <a:rPr lang="en-US" altLang="zh-CN" sz="1400">
                <a:solidFill>
                  <a:srgbClr val="333333"/>
                </a:solidFill>
                <a:latin typeface="+mn-ea"/>
              </a:rPr>
              <a:t>Context.startActivityAsUser(Intent, UserHandle)</a:t>
            </a:r>
          </a:p>
          <a:p>
            <a:pPr marL="1200150" lvl="2" indent="-285750">
              <a:lnSpc>
                <a:spcPct val="150000"/>
              </a:lnSpc>
              <a:buFont typeface="Arial" panose="020B0604020202020204" pitchFamily="34" charset="0"/>
              <a:buChar char="•"/>
            </a:pPr>
            <a:r>
              <a:rPr lang="en-US" altLang="zh-CN" sz="1400">
                <a:solidFill>
                  <a:srgbClr val="333333"/>
                </a:solidFill>
                <a:latin typeface="+mn-ea"/>
              </a:rPr>
              <a:t>Context.bindServiceAsUser(Intent, …, UserHandle)</a:t>
            </a:r>
          </a:p>
          <a:p>
            <a:pPr marL="1200150" lvl="2" indent="-285750">
              <a:lnSpc>
                <a:spcPct val="150000"/>
              </a:lnSpc>
              <a:buFont typeface="Arial" panose="020B0604020202020204" pitchFamily="34" charset="0"/>
              <a:buChar char="•"/>
            </a:pPr>
            <a:r>
              <a:rPr lang="en-US" altLang="zh-CN" sz="1400">
                <a:solidFill>
                  <a:srgbClr val="333333"/>
                </a:solidFill>
                <a:latin typeface="+mn-ea"/>
              </a:rPr>
              <a:t>Context.sendBroadcastAsUser(Intent, … , UserHandle)</a:t>
            </a:r>
          </a:p>
          <a:p>
            <a:pPr marL="1200150" lvl="2" indent="-285750">
              <a:lnSpc>
                <a:spcPct val="150000"/>
              </a:lnSpc>
              <a:buFont typeface="Arial" panose="020B0604020202020204" pitchFamily="34" charset="0"/>
              <a:buChar char="•"/>
            </a:pPr>
            <a:r>
              <a:rPr lang="en-US" altLang="zh-CN" sz="1400" smtClean="0">
                <a:solidFill>
                  <a:srgbClr val="333333"/>
                </a:solidFill>
                <a:latin typeface="+mn-ea"/>
              </a:rPr>
              <a:t>Context.startServiceAsUser(Intent</a:t>
            </a:r>
            <a:r>
              <a:rPr lang="en-US" altLang="zh-CN" sz="1400">
                <a:solidFill>
                  <a:srgbClr val="333333"/>
                </a:solidFill>
                <a:latin typeface="+mn-ea"/>
              </a:rPr>
              <a:t>, …, UserHandle)</a:t>
            </a:r>
          </a:p>
          <a:p>
            <a:pPr>
              <a:lnSpc>
                <a:spcPct val="150000"/>
              </a:lnSpc>
            </a:pPr>
            <a:r>
              <a:rPr lang="en-US" altLang="zh-CN" sz="1400" smtClean="0">
                <a:solidFill>
                  <a:srgbClr val="333333"/>
                </a:solidFill>
                <a:latin typeface="+mn-ea"/>
              </a:rPr>
              <a:t>    UserHandle </a:t>
            </a:r>
            <a:r>
              <a:rPr lang="zh-CN" altLang="en-US" sz="1400">
                <a:solidFill>
                  <a:srgbClr val="333333"/>
                </a:solidFill>
                <a:latin typeface="+mn-ea"/>
              </a:rPr>
              <a:t>可以是显式用户，也可以是以下特殊句柄之一：</a:t>
            </a:r>
            <a:r>
              <a:rPr lang="en-US" altLang="zh-CN" sz="1400">
                <a:solidFill>
                  <a:srgbClr val="333333"/>
                </a:solidFill>
                <a:latin typeface="+mn-ea"/>
              </a:rPr>
              <a:t>UserHandle.CURRENT </a:t>
            </a:r>
            <a:r>
              <a:rPr lang="zh-CN" altLang="en-US" sz="1400">
                <a:solidFill>
                  <a:srgbClr val="333333"/>
                </a:solidFill>
                <a:latin typeface="+mn-ea"/>
              </a:rPr>
              <a:t>或 </a:t>
            </a:r>
            <a:r>
              <a:rPr lang="en-US" altLang="zh-CN" sz="1400">
                <a:solidFill>
                  <a:srgbClr val="333333"/>
                </a:solidFill>
                <a:latin typeface="+mn-ea"/>
              </a:rPr>
              <a:t>UserHandle.ALL</a:t>
            </a:r>
            <a:r>
              <a:rPr lang="zh-CN" altLang="en-US" sz="1400">
                <a:solidFill>
                  <a:srgbClr val="333333"/>
                </a:solidFill>
                <a:latin typeface="+mn-ea"/>
              </a:rPr>
              <a:t>。</a:t>
            </a:r>
            <a:r>
              <a:rPr lang="en-US" altLang="zh-CN" sz="1400">
                <a:solidFill>
                  <a:srgbClr val="333333"/>
                </a:solidFill>
                <a:latin typeface="+mn-ea"/>
              </a:rPr>
              <a:t>CURRENT </a:t>
            </a:r>
            <a:r>
              <a:rPr lang="zh-CN" altLang="en-US" sz="1400">
                <a:solidFill>
                  <a:srgbClr val="333333"/>
                </a:solidFill>
                <a:latin typeface="+mn-ea"/>
              </a:rPr>
              <a:t>表示当前位于前台的用户。如果您想向所有用户发送广播，可以使用 </a:t>
            </a:r>
            <a:r>
              <a:rPr lang="en-US" altLang="zh-CN" sz="1400">
                <a:solidFill>
                  <a:srgbClr val="333333"/>
                </a:solidFill>
                <a:latin typeface="+mn-ea"/>
              </a:rPr>
              <a:t>ALL</a:t>
            </a:r>
            <a:r>
              <a:rPr lang="zh-CN" altLang="en-US" sz="1400">
                <a:solidFill>
                  <a:srgbClr val="333333"/>
                </a:solidFill>
                <a:latin typeface="+mn-ea"/>
              </a:rPr>
              <a:t>。</a:t>
            </a:r>
          </a:p>
          <a:p>
            <a:pPr>
              <a:lnSpc>
                <a:spcPct val="150000"/>
              </a:lnSpc>
            </a:pPr>
            <a:endParaRPr lang="en-US" altLang="zh-CN" sz="1600" b="1" smtClean="0">
              <a:solidFill>
                <a:srgbClr val="333333"/>
              </a:solidFill>
              <a:latin typeface="+mn-ea"/>
            </a:endParaRPr>
          </a:p>
          <a:p>
            <a:pPr>
              <a:lnSpc>
                <a:spcPct val="150000"/>
              </a:lnSpc>
            </a:pPr>
            <a:endParaRPr lang="en-US" altLang="zh-CN" sz="1600" b="1">
              <a:solidFill>
                <a:srgbClr val="333333"/>
              </a:solidFill>
              <a:latin typeface="+mn-ea"/>
            </a:endParaRPr>
          </a:p>
        </p:txBody>
      </p:sp>
    </p:spTree>
    <p:extLst>
      <p:ext uri="{BB962C8B-B14F-4D97-AF65-F5344CB8AC3E}">
        <p14:creationId xmlns:p14="http://schemas.microsoft.com/office/powerpoint/2010/main" val="193405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1800493"/>
          </a:xfrm>
          <a:prstGeom prst="rect">
            <a:avLst/>
          </a:prstGeom>
        </p:spPr>
        <p:txBody>
          <a:bodyPr wrap="square">
            <a:spAutoFit/>
          </a:bodyPr>
          <a:lstStyle/>
          <a:p>
            <a:pPr>
              <a:lnSpc>
                <a:spcPct val="150000"/>
              </a:lnSpc>
            </a:pPr>
            <a:r>
              <a:rPr lang="en-US" altLang="zh-CN" sz="1600" b="1" smtClean="0">
                <a:solidFill>
                  <a:srgbClr val="333333"/>
                </a:solidFill>
                <a:latin typeface="+mn-ea"/>
              </a:rPr>
              <a:t>3.5 </a:t>
            </a:r>
            <a:r>
              <a:rPr lang="zh-CN" altLang="en-US" sz="1600" b="1" smtClean="0">
                <a:solidFill>
                  <a:srgbClr val="333333"/>
                </a:solidFill>
                <a:latin typeface="+mn-ea"/>
              </a:rPr>
              <a:t>多屏多用户的应用</a:t>
            </a:r>
            <a:endParaRPr lang="en-US" altLang="zh-CN" sz="1400" smtClean="0">
              <a:solidFill>
                <a:srgbClr val="333333"/>
              </a:solidFill>
              <a:latin typeface="+mn-ea"/>
            </a:endParaRPr>
          </a:p>
          <a:p>
            <a:pPr>
              <a:lnSpc>
                <a:spcPct val="150000"/>
              </a:lnSpc>
            </a:pPr>
            <a:r>
              <a:rPr lang="zh-CN" altLang="en-US" sz="1400" smtClean="0">
                <a:solidFill>
                  <a:srgbClr val="333333"/>
                </a:solidFill>
                <a:latin typeface="+mn-ea"/>
              </a:rPr>
              <a:t>    多</a:t>
            </a:r>
            <a:r>
              <a:rPr lang="zh-CN" altLang="en-US" sz="1400">
                <a:solidFill>
                  <a:srgbClr val="333333"/>
                </a:solidFill>
                <a:latin typeface="+mn-ea"/>
              </a:rPr>
              <a:t>屏多用户总体实现分为两个部分</a:t>
            </a:r>
            <a:r>
              <a:rPr lang="en-US" altLang="zh-CN" sz="1400">
                <a:solidFill>
                  <a:srgbClr val="333333"/>
                </a:solidFill>
                <a:latin typeface="+mn-ea"/>
              </a:rPr>
              <a:t>CarServcie</a:t>
            </a:r>
            <a:r>
              <a:rPr lang="zh-CN" altLang="en-US" sz="1400">
                <a:solidFill>
                  <a:srgbClr val="333333"/>
                </a:solidFill>
                <a:latin typeface="+mn-ea"/>
              </a:rPr>
              <a:t>和</a:t>
            </a:r>
            <a:r>
              <a:rPr lang="en-US" altLang="zh-CN" sz="1400">
                <a:solidFill>
                  <a:srgbClr val="333333"/>
                </a:solidFill>
                <a:latin typeface="+mn-ea"/>
              </a:rPr>
              <a:t>Framework</a:t>
            </a:r>
            <a:r>
              <a:rPr lang="zh-CN" altLang="en-US" sz="1400">
                <a:solidFill>
                  <a:srgbClr val="333333"/>
                </a:solidFill>
                <a:latin typeface="+mn-ea"/>
              </a:rPr>
              <a:t>，</a:t>
            </a:r>
            <a:r>
              <a:rPr lang="en-US" altLang="zh-CN" sz="1400">
                <a:solidFill>
                  <a:srgbClr val="333333"/>
                </a:solidFill>
                <a:latin typeface="+mn-ea"/>
              </a:rPr>
              <a:t>CarService</a:t>
            </a:r>
            <a:r>
              <a:rPr lang="zh-CN" altLang="en-US" sz="1400">
                <a:solidFill>
                  <a:srgbClr val="333333"/>
                </a:solidFill>
                <a:latin typeface="+mn-ea"/>
              </a:rPr>
              <a:t>处理屏幕和用户的绑定关系，</a:t>
            </a:r>
            <a:r>
              <a:rPr lang="en-US" altLang="zh-CN" sz="1400">
                <a:solidFill>
                  <a:srgbClr val="333333"/>
                </a:solidFill>
                <a:latin typeface="+mn-ea"/>
              </a:rPr>
              <a:t>Framework</a:t>
            </a:r>
            <a:r>
              <a:rPr lang="zh-CN" altLang="en-US" sz="1400">
                <a:solidFill>
                  <a:srgbClr val="333333"/>
                </a:solidFill>
                <a:latin typeface="+mn-ea"/>
              </a:rPr>
              <a:t>根据绑定关系把不用用户下的</a:t>
            </a:r>
            <a:r>
              <a:rPr lang="en-US" altLang="zh-CN" sz="1400">
                <a:solidFill>
                  <a:srgbClr val="333333"/>
                </a:solidFill>
                <a:latin typeface="+mn-ea"/>
              </a:rPr>
              <a:t>app</a:t>
            </a:r>
            <a:r>
              <a:rPr lang="zh-CN" altLang="en-US" sz="1400">
                <a:solidFill>
                  <a:srgbClr val="333333"/>
                </a:solidFill>
                <a:latin typeface="+mn-ea"/>
              </a:rPr>
              <a:t>显示在对应的屏幕上</a:t>
            </a:r>
            <a:r>
              <a:rPr lang="zh-CN" altLang="en-US" sz="1400" smtClean="0">
                <a:solidFill>
                  <a:srgbClr val="333333"/>
                </a:solidFill>
                <a:latin typeface="+mn-ea"/>
              </a:rPr>
              <a:t>。</a:t>
            </a:r>
            <a:endParaRPr lang="en-US" altLang="zh-CN" sz="1400" smtClean="0">
              <a:solidFill>
                <a:srgbClr val="333333"/>
              </a:solidFill>
              <a:latin typeface="+mn-ea"/>
            </a:endParaRPr>
          </a:p>
          <a:p>
            <a:pPr>
              <a:lnSpc>
                <a:spcPct val="150000"/>
              </a:lnSpc>
            </a:pPr>
            <a:endParaRPr lang="en-US" altLang="zh-CN" sz="1400" smtClean="0">
              <a:solidFill>
                <a:srgbClr val="333333"/>
              </a:solidFill>
              <a:latin typeface="+mn-ea"/>
            </a:endParaRPr>
          </a:p>
          <a:p>
            <a:pPr>
              <a:lnSpc>
                <a:spcPct val="150000"/>
              </a:lnSpc>
            </a:pPr>
            <a:r>
              <a:rPr lang="en-US" altLang="zh-CN" sz="1600" b="1" smtClean="0">
                <a:solidFill>
                  <a:srgbClr val="333333"/>
                </a:solidFill>
                <a:latin typeface="+mn-ea"/>
              </a:rPr>
              <a:t>3.5.1 </a:t>
            </a:r>
            <a:r>
              <a:rPr lang="zh-CN" altLang="en-US" sz="1600" b="1" smtClean="0">
                <a:solidFill>
                  <a:srgbClr val="333333"/>
                </a:solidFill>
                <a:latin typeface="+mn-ea"/>
              </a:rPr>
              <a:t>多</a:t>
            </a:r>
            <a:r>
              <a:rPr lang="zh-CN" altLang="en-US" sz="1600" b="1">
                <a:solidFill>
                  <a:srgbClr val="333333"/>
                </a:solidFill>
                <a:latin typeface="+mn-ea"/>
              </a:rPr>
              <a:t>屏</a:t>
            </a:r>
            <a:r>
              <a:rPr lang="zh-CN" altLang="en-US" sz="1600" b="1" smtClean="0">
                <a:solidFill>
                  <a:srgbClr val="333333"/>
                </a:solidFill>
                <a:latin typeface="+mn-ea"/>
              </a:rPr>
              <a:t>多用户实现时序图</a:t>
            </a:r>
            <a:endParaRPr lang="en-US" altLang="zh-CN" sz="1600" b="1" smtClean="0">
              <a:solidFill>
                <a:srgbClr val="333333"/>
              </a:solidFill>
              <a:latin typeface="+mn-ea"/>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586" y="2731471"/>
            <a:ext cx="2967643" cy="3814209"/>
          </a:xfrm>
          <a:prstGeom prst="rect">
            <a:avLst/>
          </a:prstGeom>
        </p:spPr>
      </p:pic>
    </p:spTree>
    <p:extLst>
      <p:ext uri="{BB962C8B-B14F-4D97-AF65-F5344CB8AC3E}">
        <p14:creationId xmlns:p14="http://schemas.microsoft.com/office/powerpoint/2010/main" val="215489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1107996"/>
          </a:xfrm>
          <a:prstGeom prst="rect">
            <a:avLst/>
          </a:prstGeom>
        </p:spPr>
        <p:txBody>
          <a:bodyPr wrap="square">
            <a:spAutoFit/>
          </a:bodyPr>
          <a:lstStyle/>
          <a:p>
            <a:pPr>
              <a:lnSpc>
                <a:spcPct val="150000"/>
              </a:lnSpc>
            </a:pPr>
            <a:r>
              <a:rPr lang="en-US" altLang="zh-CN" sz="1600" b="1" smtClean="0">
                <a:solidFill>
                  <a:srgbClr val="333333"/>
                </a:solidFill>
                <a:latin typeface="+mn-ea"/>
              </a:rPr>
              <a:t>3.5.2 </a:t>
            </a:r>
            <a:r>
              <a:rPr lang="zh-CN" altLang="en-US" sz="1600" b="1" smtClean="0">
                <a:solidFill>
                  <a:srgbClr val="333333"/>
                </a:solidFill>
                <a:latin typeface="+mn-ea"/>
              </a:rPr>
              <a:t>多</a:t>
            </a:r>
            <a:r>
              <a:rPr lang="zh-CN" altLang="en-US" sz="1600" b="1">
                <a:solidFill>
                  <a:srgbClr val="333333"/>
                </a:solidFill>
                <a:latin typeface="+mn-ea"/>
              </a:rPr>
              <a:t>屏多用户源码</a:t>
            </a:r>
            <a:r>
              <a:rPr lang="zh-CN" altLang="en-US" sz="1600" b="1" smtClean="0">
                <a:solidFill>
                  <a:srgbClr val="333333"/>
                </a:solidFill>
                <a:latin typeface="+mn-ea"/>
              </a:rPr>
              <a:t>实现</a:t>
            </a:r>
            <a:r>
              <a:rPr lang="en-US" altLang="zh-CN" sz="1600" b="1" smtClean="0">
                <a:solidFill>
                  <a:srgbClr val="333333"/>
                </a:solidFill>
                <a:latin typeface="+mn-ea"/>
              </a:rPr>
              <a:t>CarService</a:t>
            </a:r>
            <a:r>
              <a:rPr lang="zh-CN" altLang="en-US" sz="1600" b="1" smtClean="0">
                <a:solidFill>
                  <a:srgbClr val="333333"/>
                </a:solidFill>
                <a:latin typeface="+mn-ea"/>
              </a:rPr>
              <a:t>部分</a:t>
            </a:r>
            <a:endParaRPr lang="en-US" altLang="zh-CN" sz="1600" b="1">
              <a:solidFill>
                <a:srgbClr val="333333"/>
              </a:solidFill>
              <a:latin typeface="+mn-ea"/>
            </a:endParaRPr>
          </a:p>
          <a:p>
            <a:pPr>
              <a:lnSpc>
                <a:spcPct val="150000"/>
              </a:lnSpc>
            </a:pPr>
            <a:r>
              <a:rPr lang="en-US" altLang="zh-CN" sz="1400">
                <a:solidFill>
                  <a:srgbClr val="333333"/>
                </a:solidFill>
                <a:latin typeface="+mn-ea"/>
              </a:rPr>
              <a:t>    </a:t>
            </a:r>
            <a:r>
              <a:rPr lang="zh-CN" altLang="en-US" sz="1400" smtClean="0">
                <a:solidFill>
                  <a:srgbClr val="333333"/>
                </a:solidFill>
                <a:latin typeface="+mn-ea"/>
              </a:rPr>
              <a:t>乘客</a:t>
            </a:r>
            <a:r>
              <a:rPr lang="zh-CN" altLang="en-US" sz="1400">
                <a:solidFill>
                  <a:srgbClr val="333333"/>
                </a:solidFill>
                <a:latin typeface="+mn-ea"/>
              </a:rPr>
              <a:t>类型</a:t>
            </a:r>
            <a:r>
              <a:rPr lang="zh-CN" altLang="en-US" sz="1400" smtClean="0">
                <a:solidFill>
                  <a:srgbClr val="333333"/>
                </a:solidFill>
                <a:latin typeface="+mn-ea"/>
              </a:rPr>
              <a:t>和显示器类型</a:t>
            </a: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p:txBody>
      </p:sp>
      <p:pic>
        <p:nvPicPr>
          <p:cNvPr id="3" name="图片 2"/>
          <p:cNvPicPr>
            <a:picLocks noChangeAspect="1"/>
          </p:cNvPicPr>
          <p:nvPr/>
        </p:nvPicPr>
        <p:blipFill>
          <a:blip r:embed="rId3"/>
          <a:stretch>
            <a:fillRect/>
          </a:stretch>
        </p:blipFill>
        <p:spPr>
          <a:xfrm>
            <a:off x="643240" y="1653540"/>
            <a:ext cx="6907545" cy="4975860"/>
          </a:xfrm>
          <a:prstGeom prst="rect">
            <a:avLst/>
          </a:prstGeom>
        </p:spPr>
      </p:pic>
    </p:spTree>
    <p:extLst>
      <p:ext uri="{BB962C8B-B14F-4D97-AF65-F5344CB8AC3E}">
        <p14:creationId xmlns:p14="http://schemas.microsoft.com/office/powerpoint/2010/main" val="362696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415498"/>
          </a:xfrm>
          <a:prstGeom prst="rect">
            <a:avLst/>
          </a:prstGeom>
        </p:spPr>
        <p:txBody>
          <a:bodyPr wrap="square">
            <a:spAutoFit/>
          </a:bodyPr>
          <a:lstStyle/>
          <a:p>
            <a:pPr>
              <a:lnSpc>
                <a:spcPct val="150000"/>
              </a:lnSpc>
            </a:pPr>
            <a:r>
              <a:rPr lang="zh-CN" altLang="en-US" sz="1400" smtClean="0">
                <a:solidFill>
                  <a:srgbClr val="333333"/>
                </a:solidFill>
                <a:latin typeface="+mn-ea"/>
              </a:rPr>
              <a:t>    </a:t>
            </a:r>
            <a:r>
              <a:rPr lang="en-US" altLang="zh-CN" sz="1400">
                <a:solidFill>
                  <a:srgbClr val="333333"/>
                </a:solidFill>
                <a:latin typeface="+mn-ea"/>
              </a:rPr>
              <a:t>config.xml</a:t>
            </a:r>
            <a:r>
              <a:rPr lang="zh-CN" altLang="en-US" sz="1400" smtClean="0">
                <a:solidFill>
                  <a:srgbClr val="333333"/>
                </a:solidFill>
                <a:latin typeface="+mn-ea"/>
              </a:rPr>
              <a:t>对于乘客区域的</a:t>
            </a:r>
            <a:r>
              <a:rPr lang="zh-CN" altLang="en-US" sz="1400">
                <a:solidFill>
                  <a:srgbClr val="333333"/>
                </a:solidFill>
                <a:latin typeface="+mn-ea"/>
              </a:rPr>
              <a:t>配置</a:t>
            </a:r>
            <a:endParaRPr lang="en-US" altLang="zh-CN" sz="1400">
              <a:solidFill>
                <a:srgbClr val="333333"/>
              </a:solidFill>
              <a:latin typeface="+mn-ea"/>
            </a:endParaRPr>
          </a:p>
        </p:txBody>
      </p:sp>
      <p:pic>
        <p:nvPicPr>
          <p:cNvPr id="2" name="图片 1"/>
          <p:cNvPicPr>
            <a:picLocks noChangeAspect="1"/>
          </p:cNvPicPr>
          <p:nvPr/>
        </p:nvPicPr>
        <p:blipFill>
          <a:blip r:embed="rId3"/>
          <a:stretch>
            <a:fillRect/>
          </a:stretch>
        </p:blipFill>
        <p:spPr>
          <a:xfrm>
            <a:off x="649332" y="1450914"/>
            <a:ext cx="9797829" cy="3960672"/>
          </a:xfrm>
          <a:prstGeom prst="rect">
            <a:avLst/>
          </a:prstGeom>
        </p:spPr>
      </p:pic>
    </p:spTree>
    <p:extLst>
      <p:ext uri="{BB962C8B-B14F-4D97-AF65-F5344CB8AC3E}">
        <p14:creationId xmlns:p14="http://schemas.microsoft.com/office/powerpoint/2010/main" val="46719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415498"/>
          </a:xfrm>
          <a:prstGeom prst="rect">
            <a:avLst/>
          </a:prstGeom>
        </p:spPr>
        <p:txBody>
          <a:bodyPr wrap="square">
            <a:spAutoFit/>
          </a:bodyPr>
          <a:lstStyle/>
          <a:p>
            <a:pPr>
              <a:lnSpc>
                <a:spcPct val="150000"/>
              </a:lnSpc>
            </a:pPr>
            <a:r>
              <a:rPr lang="zh-CN" altLang="en-US" sz="1400" smtClean="0">
                <a:solidFill>
                  <a:srgbClr val="333333"/>
                </a:solidFill>
                <a:latin typeface="+mn-ea"/>
              </a:rPr>
              <a:t>    </a:t>
            </a:r>
            <a:r>
              <a:rPr lang="en-US" altLang="zh-CN" sz="1400" smtClean="0">
                <a:solidFill>
                  <a:srgbClr val="333333"/>
                </a:solidFill>
                <a:latin typeface="+mn-ea"/>
              </a:rPr>
              <a:t>config.xml</a:t>
            </a:r>
            <a:r>
              <a:rPr lang="zh-CN" altLang="en-US" sz="1400" smtClean="0">
                <a:solidFill>
                  <a:srgbClr val="333333"/>
                </a:solidFill>
                <a:latin typeface="+mn-ea"/>
              </a:rPr>
              <a:t>对于显示器的</a:t>
            </a:r>
            <a:r>
              <a:rPr lang="zh-CN" altLang="en-US" sz="1400">
                <a:solidFill>
                  <a:srgbClr val="333333"/>
                </a:solidFill>
                <a:latin typeface="+mn-ea"/>
              </a:rPr>
              <a:t>配置</a:t>
            </a:r>
            <a:endParaRPr lang="en-US" altLang="zh-CN" sz="1400">
              <a:solidFill>
                <a:srgbClr val="333333"/>
              </a:solidFill>
              <a:latin typeface="+mn-ea"/>
            </a:endParaRPr>
          </a:p>
        </p:txBody>
      </p:sp>
      <p:pic>
        <p:nvPicPr>
          <p:cNvPr id="3" name="图片 2"/>
          <p:cNvPicPr>
            <a:picLocks noChangeAspect="1"/>
          </p:cNvPicPr>
          <p:nvPr/>
        </p:nvPicPr>
        <p:blipFill>
          <a:blip r:embed="rId3"/>
          <a:stretch>
            <a:fillRect/>
          </a:stretch>
        </p:blipFill>
        <p:spPr>
          <a:xfrm>
            <a:off x="728578" y="1509103"/>
            <a:ext cx="9423742" cy="3439737"/>
          </a:xfrm>
          <a:prstGeom prst="rect">
            <a:avLst/>
          </a:prstGeom>
        </p:spPr>
      </p:pic>
    </p:spTree>
    <p:extLst>
      <p:ext uri="{BB962C8B-B14F-4D97-AF65-F5344CB8AC3E}">
        <p14:creationId xmlns:p14="http://schemas.microsoft.com/office/powerpoint/2010/main" val="36405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738664"/>
          </a:xfrm>
          <a:prstGeom prst="rect">
            <a:avLst/>
          </a:prstGeom>
        </p:spPr>
        <p:txBody>
          <a:bodyPr wrap="square">
            <a:spAutoFit/>
          </a:bodyPr>
          <a:lstStyle/>
          <a:p>
            <a:pPr>
              <a:lnSpc>
                <a:spcPct val="150000"/>
              </a:lnSpc>
            </a:pPr>
            <a:r>
              <a:rPr lang="zh-CN" altLang="en-US" sz="1400" smtClean="0">
                <a:solidFill>
                  <a:srgbClr val="333333"/>
                </a:solidFill>
                <a:latin typeface="+mn-ea"/>
              </a:rPr>
              <a:t>    </a:t>
            </a:r>
            <a:r>
              <a:rPr lang="en-US" altLang="zh-CN" sz="1400" smtClean="0">
                <a:solidFill>
                  <a:srgbClr val="333333"/>
                </a:solidFill>
                <a:latin typeface="+mn-ea"/>
              </a:rPr>
              <a:t>config.xml</a:t>
            </a:r>
            <a:r>
              <a:rPr lang="zh-CN" altLang="en-US" sz="1400" smtClean="0">
                <a:solidFill>
                  <a:srgbClr val="333333"/>
                </a:solidFill>
                <a:latin typeface="+mn-ea"/>
              </a:rPr>
              <a:t>配置文件的解析</a:t>
            </a: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p:txBody>
      </p:sp>
      <p:pic>
        <p:nvPicPr>
          <p:cNvPr id="4" name="图片 3"/>
          <p:cNvPicPr>
            <a:picLocks noChangeAspect="1"/>
          </p:cNvPicPr>
          <p:nvPr/>
        </p:nvPicPr>
        <p:blipFill>
          <a:blip r:embed="rId3"/>
          <a:stretch>
            <a:fillRect/>
          </a:stretch>
        </p:blipFill>
        <p:spPr>
          <a:xfrm>
            <a:off x="762248" y="1501140"/>
            <a:ext cx="9161126" cy="3482340"/>
          </a:xfrm>
          <a:prstGeom prst="rect">
            <a:avLst/>
          </a:prstGeom>
        </p:spPr>
      </p:pic>
    </p:spTree>
    <p:extLst>
      <p:ext uri="{BB962C8B-B14F-4D97-AF65-F5344CB8AC3E}">
        <p14:creationId xmlns:p14="http://schemas.microsoft.com/office/powerpoint/2010/main" val="53770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1107996"/>
          </a:xfrm>
          <a:prstGeom prst="rect">
            <a:avLst/>
          </a:prstGeom>
        </p:spPr>
        <p:txBody>
          <a:bodyPr wrap="square">
            <a:spAutoFit/>
          </a:bodyPr>
          <a:lstStyle/>
          <a:p>
            <a:pPr>
              <a:lnSpc>
                <a:spcPct val="150000"/>
              </a:lnSpc>
            </a:pPr>
            <a:r>
              <a:rPr lang="en-US" altLang="zh-CN" sz="1600" b="1" smtClean="0">
                <a:solidFill>
                  <a:srgbClr val="333333"/>
                </a:solidFill>
                <a:latin typeface="+mn-ea"/>
              </a:rPr>
              <a:t>3.5.3 </a:t>
            </a:r>
            <a:r>
              <a:rPr lang="zh-CN" altLang="en-US" sz="1600" b="1">
                <a:solidFill>
                  <a:srgbClr val="333333"/>
                </a:solidFill>
                <a:latin typeface="+mn-ea"/>
              </a:rPr>
              <a:t>多</a:t>
            </a:r>
            <a:r>
              <a:rPr lang="zh-CN" altLang="en-US" sz="1600" b="1" smtClean="0">
                <a:solidFill>
                  <a:srgbClr val="333333"/>
                </a:solidFill>
                <a:latin typeface="+mn-ea"/>
              </a:rPr>
              <a:t>屏</a:t>
            </a:r>
            <a:r>
              <a:rPr lang="zh-CN" altLang="en-US" sz="1600" b="1">
                <a:solidFill>
                  <a:srgbClr val="333333"/>
                </a:solidFill>
                <a:latin typeface="+mn-ea"/>
              </a:rPr>
              <a:t>多用户</a:t>
            </a:r>
            <a:r>
              <a:rPr lang="zh-CN" altLang="en-US" sz="1600" b="1" smtClean="0">
                <a:solidFill>
                  <a:srgbClr val="333333"/>
                </a:solidFill>
                <a:latin typeface="+mn-ea"/>
              </a:rPr>
              <a:t>源码实现</a:t>
            </a:r>
            <a:r>
              <a:rPr lang="en-US" altLang="zh-CN" sz="1600" b="1" smtClean="0">
                <a:solidFill>
                  <a:srgbClr val="333333"/>
                </a:solidFill>
                <a:latin typeface="+mn-ea"/>
              </a:rPr>
              <a:t>Framework</a:t>
            </a:r>
            <a:r>
              <a:rPr lang="zh-CN" altLang="en-US" sz="1600" b="1" smtClean="0">
                <a:solidFill>
                  <a:srgbClr val="333333"/>
                </a:solidFill>
                <a:latin typeface="+mn-ea"/>
              </a:rPr>
              <a:t>部分</a:t>
            </a:r>
            <a:endParaRPr lang="en-US" altLang="zh-CN" sz="1600" b="1" smtClean="0">
              <a:solidFill>
                <a:srgbClr val="333333"/>
              </a:solidFill>
              <a:latin typeface="+mn-ea"/>
            </a:endParaRPr>
          </a:p>
          <a:p>
            <a:pPr>
              <a:lnSpc>
                <a:spcPct val="150000"/>
              </a:lnSpc>
            </a:pPr>
            <a:r>
              <a:rPr lang="zh-CN" altLang="en-US" sz="1400" smtClean="0">
                <a:solidFill>
                  <a:srgbClr val="333333"/>
                </a:solidFill>
                <a:latin typeface="+mn-ea"/>
              </a:rPr>
              <a:t>    在</a:t>
            </a:r>
            <a:r>
              <a:rPr lang="en-US" altLang="zh-CN" sz="1400">
                <a:solidFill>
                  <a:srgbClr val="333333"/>
                </a:solidFill>
                <a:latin typeface="+mn-ea"/>
              </a:rPr>
              <a:t>Android source</a:t>
            </a:r>
            <a:r>
              <a:rPr lang="zh-CN" altLang="en-US" sz="1400">
                <a:solidFill>
                  <a:srgbClr val="333333"/>
                </a:solidFill>
                <a:latin typeface="+mn-ea"/>
              </a:rPr>
              <a:t>开发者文档里对多屏幕的支持有这样一个常见问题</a:t>
            </a:r>
            <a:endParaRPr lang="en-US" altLang="zh-CN" sz="1400">
              <a:solidFill>
                <a:srgbClr val="333333"/>
              </a:solidFill>
              <a:latin typeface="+mn-ea"/>
            </a:endParaRPr>
          </a:p>
          <a:p>
            <a:pPr>
              <a:lnSpc>
                <a:spcPct val="150000"/>
              </a:lnSpc>
            </a:pPr>
            <a:endParaRPr lang="en-US" altLang="zh-CN" sz="1400">
              <a:solidFill>
                <a:srgbClr val="333333"/>
              </a:solidFill>
              <a:latin typeface="+mn-ea"/>
            </a:endParaRPr>
          </a:p>
        </p:txBody>
      </p:sp>
      <p:pic>
        <p:nvPicPr>
          <p:cNvPr id="1026" name="Picture 2" descr="https://secure2.wostatic.cn/static/mawGyErdi7Rp1jAWr6wt6k/image.png?auth_key=1690775036-fA1W1xpScMUWaJhqBBwm3e-0-8aa644eb52bd013e1e88f033112163df&amp;image_process=resize,w_1312&amp;file_size=2172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586" y="1804346"/>
            <a:ext cx="8911105" cy="4815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284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738664"/>
          </a:xfrm>
          <a:prstGeom prst="rect">
            <a:avLst/>
          </a:prstGeom>
        </p:spPr>
        <p:txBody>
          <a:bodyPr wrap="square">
            <a:spAutoFit/>
          </a:bodyPr>
          <a:lstStyle/>
          <a:p>
            <a:pPr>
              <a:lnSpc>
                <a:spcPct val="150000"/>
              </a:lnSpc>
            </a:pPr>
            <a:r>
              <a:rPr lang="zh-CN" altLang="en-US" sz="1400" smtClean="0">
                <a:solidFill>
                  <a:srgbClr val="333333"/>
                </a:solidFill>
                <a:latin typeface="+mn-ea"/>
              </a:rPr>
              <a:t>    </a:t>
            </a:r>
            <a:r>
              <a:rPr lang="en-US" altLang="zh-CN" sz="1400" smtClean="0">
                <a:solidFill>
                  <a:srgbClr val="333333"/>
                </a:solidFill>
                <a:latin typeface="+mn-ea"/>
              </a:rPr>
              <a:t>CarServiceHelperService</a:t>
            </a:r>
            <a:r>
              <a:rPr lang="zh-CN" altLang="en-US" sz="1400">
                <a:solidFill>
                  <a:srgbClr val="333333"/>
                </a:solidFill>
                <a:latin typeface="+mn-ea"/>
              </a:rPr>
              <a:t>构造方法中创建了</a:t>
            </a:r>
            <a:r>
              <a:rPr lang="en-US" altLang="zh-CN" sz="1400">
                <a:solidFill>
                  <a:srgbClr val="333333"/>
                </a:solidFill>
                <a:latin typeface="+mn-ea"/>
              </a:rPr>
              <a:t>CarLaunchParamsModifier</a:t>
            </a:r>
            <a:r>
              <a:rPr lang="zh-CN" altLang="en-US" sz="1400">
                <a:solidFill>
                  <a:srgbClr val="333333"/>
                </a:solidFill>
                <a:latin typeface="+mn-ea"/>
              </a:rPr>
              <a:t>类的对象。而</a:t>
            </a:r>
            <a:r>
              <a:rPr lang="en-US" altLang="zh-CN" sz="1400">
                <a:solidFill>
                  <a:srgbClr val="333333"/>
                </a:solidFill>
                <a:latin typeface="+mn-ea"/>
              </a:rPr>
              <a:t>CarLaunchParamsModifier</a:t>
            </a:r>
            <a:r>
              <a:rPr lang="zh-CN" altLang="en-US" sz="1400">
                <a:solidFill>
                  <a:srgbClr val="333333"/>
                </a:solidFill>
                <a:latin typeface="+mn-ea"/>
              </a:rPr>
              <a:t>刚好实现了</a:t>
            </a:r>
            <a:r>
              <a:rPr lang="en-US" altLang="zh-CN" sz="1400">
                <a:solidFill>
                  <a:srgbClr val="333333"/>
                </a:solidFill>
                <a:latin typeface="+mn-ea"/>
              </a:rPr>
              <a:t>LaunchParamsController</a:t>
            </a:r>
            <a:r>
              <a:rPr lang="zh-CN" altLang="en-US" sz="1400">
                <a:solidFill>
                  <a:srgbClr val="333333"/>
                </a:solidFill>
                <a:latin typeface="+mn-ea"/>
              </a:rPr>
              <a:t>内部类的接口</a:t>
            </a:r>
            <a:endParaRPr lang="en-US" altLang="zh-CN" sz="1400">
              <a:solidFill>
                <a:srgbClr val="333333"/>
              </a:solidFill>
              <a:latin typeface="+mn-ea"/>
            </a:endParaRPr>
          </a:p>
        </p:txBody>
      </p:sp>
      <p:pic>
        <p:nvPicPr>
          <p:cNvPr id="2" name="图片 1"/>
          <p:cNvPicPr>
            <a:picLocks noChangeAspect="1"/>
          </p:cNvPicPr>
          <p:nvPr/>
        </p:nvPicPr>
        <p:blipFill>
          <a:blip r:embed="rId3"/>
          <a:stretch>
            <a:fillRect/>
          </a:stretch>
        </p:blipFill>
        <p:spPr>
          <a:xfrm>
            <a:off x="815586" y="1890458"/>
            <a:ext cx="10733368" cy="4372854"/>
          </a:xfrm>
          <a:prstGeom prst="rect">
            <a:avLst/>
          </a:prstGeom>
        </p:spPr>
      </p:pic>
    </p:spTree>
    <p:extLst>
      <p:ext uri="{BB962C8B-B14F-4D97-AF65-F5344CB8AC3E}">
        <p14:creationId xmlns:p14="http://schemas.microsoft.com/office/powerpoint/2010/main" val="2457766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688202"/>
          </a:xfrm>
          <a:prstGeom prst="rect">
            <a:avLst/>
          </a:prstGeom>
        </p:spPr>
        <p:txBody>
          <a:bodyPr wrap="square">
            <a:spAutoFit/>
          </a:bodyPr>
          <a:lstStyle/>
          <a:p>
            <a:pPr>
              <a:lnSpc>
                <a:spcPct val="150000"/>
              </a:lnSpc>
            </a:pPr>
            <a:r>
              <a:rPr lang="zh-CN" altLang="en-US" sz="1400" smtClean="0">
                <a:solidFill>
                  <a:srgbClr val="333333"/>
                </a:solidFill>
                <a:latin typeface="+mn-ea"/>
              </a:rPr>
              <a:t>    </a:t>
            </a:r>
            <a:r>
              <a:rPr lang="en-US" altLang="zh-CN" sz="1400">
                <a:solidFill>
                  <a:srgbClr val="333333"/>
                </a:solidFill>
                <a:latin typeface="+mn-ea"/>
              </a:rPr>
              <a:t>CarLaunchParamsModifier</a:t>
            </a:r>
            <a:r>
              <a:rPr lang="zh-CN" altLang="en-US" sz="1400">
                <a:solidFill>
                  <a:srgbClr val="333333"/>
                </a:solidFill>
                <a:latin typeface="+mn-ea"/>
              </a:rPr>
              <a:t>的</a:t>
            </a:r>
            <a:r>
              <a:rPr lang="en-US" altLang="zh-CN" sz="1400">
                <a:solidFill>
                  <a:srgbClr val="333333"/>
                </a:solidFill>
                <a:latin typeface="+mn-ea"/>
              </a:rPr>
              <a:t>init</a:t>
            </a:r>
            <a:r>
              <a:rPr lang="zh-CN" altLang="en-US" sz="1400">
                <a:solidFill>
                  <a:srgbClr val="333333"/>
                </a:solidFill>
                <a:latin typeface="+mn-ea"/>
              </a:rPr>
              <a:t>方法获取了</a:t>
            </a:r>
            <a:r>
              <a:rPr lang="en-US" altLang="zh-CN" sz="1400">
                <a:solidFill>
                  <a:srgbClr val="333333"/>
                </a:solidFill>
                <a:latin typeface="+mn-ea"/>
              </a:rPr>
              <a:t>LaunchParamsController</a:t>
            </a:r>
            <a:r>
              <a:rPr lang="zh-CN" altLang="en-US" sz="1400">
                <a:solidFill>
                  <a:srgbClr val="333333"/>
                </a:solidFill>
                <a:latin typeface="+mn-ea"/>
              </a:rPr>
              <a:t>对象，注册了修改器回调并实现了</a:t>
            </a:r>
            <a:r>
              <a:rPr lang="en-US" altLang="zh-CN" sz="1400">
                <a:solidFill>
                  <a:srgbClr val="333333"/>
                </a:solidFill>
                <a:latin typeface="+mn-ea"/>
              </a:rPr>
              <a:t>onCalculate</a:t>
            </a:r>
            <a:r>
              <a:rPr lang="zh-CN" altLang="en-US" sz="1400">
                <a:solidFill>
                  <a:srgbClr val="333333"/>
                </a:solidFill>
                <a:latin typeface="+mn-ea"/>
              </a:rPr>
              <a:t>方法，此方法就是拦截</a:t>
            </a:r>
            <a:r>
              <a:rPr lang="en-US" altLang="zh-CN" sz="1400">
                <a:solidFill>
                  <a:srgbClr val="333333"/>
                </a:solidFill>
                <a:latin typeface="+mn-ea"/>
              </a:rPr>
              <a:t>activity</a:t>
            </a:r>
            <a:r>
              <a:rPr lang="zh-CN" altLang="en-US" sz="1400">
                <a:solidFill>
                  <a:srgbClr val="333333"/>
                </a:solidFill>
                <a:latin typeface="+mn-ea"/>
              </a:rPr>
              <a:t>启动操作并修改参数的地方，最终决定</a:t>
            </a:r>
            <a:r>
              <a:rPr lang="en-US" altLang="zh-CN" sz="1400">
                <a:solidFill>
                  <a:srgbClr val="333333"/>
                </a:solidFill>
                <a:latin typeface="+mn-ea"/>
              </a:rPr>
              <a:t>activity</a:t>
            </a:r>
            <a:r>
              <a:rPr lang="zh-CN" altLang="en-US" sz="1400">
                <a:solidFill>
                  <a:srgbClr val="333333"/>
                </a:solidFill>
                <a:latin typeface="+mn-ea"/>
              </a:rPr>
              <a:t>显示在哪个显示屏。</a:t>
            </a:r>
            <a:endParaRPr lang="en-US" altLang="zh-CN" sz="1400">
              <a:solidFill>
                <a:srgbClr val="333333"/>
              </a:solidFill>
              <a:latin typeface="+mn-ea"/>
            </a:endParaRPr>
          </a:p>
        </p:txBody>
      </p:sp>
      <p:pic>
        <p:nvPicPr>
          <p:cNvPr id="3" name="图片 2"/>
          <p:cNvPicPr>
            <a:picLocks noChangeAspect="1"/>
          </p:cNvPicPr>
          <p:nvPr/>
        </p:nvPicPr>
        <p:blipFill>
          <a:blip r:embed="rId3"/>
          <a:stretch>
            <a:fillRect/>
          </a:stretch>
        </p:blipFill>
        <p:spPr>
          <a:xfrm>
            <a:off x="749084" y="1839996"/>
            <a:ext cx="10412637" cy="2796132"/>
          </a:xfrm>
          <a:prstGeom prst="rect">
            <a:avLst/>
          </a:prstGeom>
        </p:spPr>
      </p:pic>
    </p:spTree>
    <p:extLst>
      <p:ext uri="{BB962C8B-B14F-4D97-AF65-F5344CB8AC3E}">
        <p14:creationId xmlns:p14="http://schemas.microsoft.com/office/powerpoint/2010/main" val="64208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5" name="矩形 4"/>
          <p:cNvSpPr/>
          <p:nvPr/>
        </p:nvSpPr>
        <p:spPr>
          <a:xfrm>
            <a:off x="375190" y="930978"/>
            <a:ext cx="11395632" cy="415498"/>
          </a:xfrm>
          <a:prstGeom prst="rect">
            <a:avLst/>
          </a:prstGeom>
        </p:spPr>
        <p:txBody>
          <a:bodyPr wrap="square">
            <a:spAutoFit/>
          </a:bodyPr>
          <a:lstStyle/>
          <a:p>
            <a:pPr>
              <a:lnSpc>
                <a:spcPct val="150000"/>
              </a:lnSpc>
            </a:pPr>
            <a:r>
              <a:rPr lang="zh-CN" altLang="en-US" sz="1400" smtClean="0">
                <a:solidFill>
                  <a:srgbClr val="333333"/>
                </a:solidFill>
                <a:latin typeface="+mn-ea"/>
              </a:rPr>
              <a:t>    分析</a:t>
            </a:r>
            <a:r>
              <a:rPr lang="zh-CN" altLang="en-US" sz="1400">
                <a:solidFill>
                  <a:srgbClr val="333333"/>
                </a:solidFill>
                <a:latin typeface="+mn-ea"/>
              </a:rPr>
              <a:t>下</a:t>
            </a:r>
            <a:r>
              <a:rPr lang="en-US" altLang="zh-CN" sz="1400">
                <a:solidFill>
                  <a:srgbClr val="333333"/>
                </a:solidFill>
                <a:latin typeface="+mn-ea"/>
              </a:rPr>
              <a:t>onCalculate</a:t>
            </a:r>
            <a:r>
              <a:rPr lang="zh-CN" altLang="en-US" sz="1400">
                <a:solidFill>
                  <a:srgbClr val="333333"/>
                </a:solidFill>
                <a:latin typeface="+mn-ea"/>
              </a:rPr>
              <a:t>方法。</a:t>
            </a:r>
            <a:endParaRPr lang="en-US" altLang="zh-CN" sz="1400">
              <a:solidFill>
                <a:srgbClr val="333333"/>
              </a:solidFill>
              <a:latin typeface="+mn-ea"/>
            </a:endParaRPr>
          </a:p>
        </p:txBody>
      </p:sp>
      <p:pic>
        <p:nvPicPr>
          <p:cNvPr id="2" name="图片 1"/>
          <p:cNvPicPr>
            <a:picLocks noChangeAspect="1"/>
          </p:cNvPicPr>
          <p:nvPr/>
        </p:nvPicPr>
        <p:blipFill>
          <a:blip r:embed="rId3"/>
          <a:stretch>
            <a:fillRect/>
          </a:stretch>
        </p:blipFill>
        <p:spPr>
          <a:xfrm>
            <a:off x="815586" y="1567292"/>
            <a:ext cx="9829193" cy="3973663"/>
          </a:xfrm>
          <a:prstGeom prst="rect">
            <a:avLst/>
          </a:prstGeom>
        </p:spPr>
      </p:pic>
    </p:spTree>
    <p:extLst>
      <p:ext uri="{BB962C8B-B14F-4D97-AF65-F5344CB8AC3E}">
        <p14:creationId xmlns:p14="http://schemas.microsoft.com/office/powerpoint/2010/main" val="77207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pic>
        <p:nvPicPr>
          <p:cNvPr id="3" name="图片 2"/>
          <p:cNvPicPr>
            <a:picLocks noChangeAspect="1"/>
          </p:cNvPicPr>
          <p:nvPr/>
        </p:nvPicPr>
        <p:blipFill>
          <a:blip r:embed="rId3"/>
          <a:stretch>
            <a:fillRect/>
          </a:stretch>
        </p:blipFill>
        <p:spPr>
          <a:xfrm>
            <a:off x="963529" y="1012771"/>
            <a:ext cx="8272462" cy="5283253"/>
          </a:xfrm>
          <a:prstGeom prst="rect">
            <a:avLst/>
          </a:prstGeom>
        </p:spPr>
      </p:pic>
    </p:spTree>
    <p:extLst>
      <p:ext uri="{BB962C8B-B14F-4D97-AF65-F5344CB8AC3E}">
        <p14:creationId xmlns:p14="http://schemas.microsoft.com/office/powerpoint/2010/main" val="377291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6" name="矩形 5"/>
          <p:cNvSpPr/>
          <p:nvPr/>
        </p:nvSpPr>
        <p:spPr>
          <a:xfrm>
            <a:off x="375190" y="930978"/>
            <a:ext cx="11395632" cy="4662815"/>
          </a:xfrm>
          <a:prstGeom prst="rect">
            <a:avLst/>
          </a:prstGeom>
        </p:spPr>
        <p:txBody>
          <a:bodyPr wrap="square">
            <a:spAutoFit/>
          </a:bodyPr>
          <a:lstStyle/>
          <a:p>
            <a:pPr>
              <a:lnSpc>
                <a:spcPct val="150000"/>
              </a:lnSpc>
            </a:pPr>
            <a:r>
              <a:rPr lang="en-US" altLang="zh-CN" sz="1600" b="1" smtClean="0">
                <a:solidFill>
                  <a:srgbClr val="333333"/>
                </a:solidFill>
                <a:latin typeface="+mn-ea"/>
              </a:rPr>
              <a:t>3.6 </a:t>
            </a:r>
            <a:r>
              <a:rPr lang="zh-CN" altLang="en-US" sz="1600" b="1" smtClean="0">
                <a:solidFill>
                  <a:srgbClr val="333333"/>
                </a:solidFill>
                <a:latin typeface="+mn-ea"/>
              </a:rPr>
              <a:t>多用户的</a:t>
            </a:r>
            <a:r>
              <a:rPr lang="en-US" altLang="zh-CN" sz="1600" b="1" smtClean="0">
                <a:solidFill>
                  <a:srgbClr val="333333"/>
                </a:solidFill>
                <a:latin typeface="+mn-ea"/>
              </a:rPr>
              <a:t>adb</a:t>
            </a:r>
            <a:r>
              <a:rPr lang="zh-CN" altLang="en-US" sz="1600" b="1" smtClean="0">
                <a:solidFill>
                  <a:srgbClr val="333333"/>
                </a:solidFill>
                <a:latin typeface="+mn-ea"/>
              </a:rPr>
              <a:t>调试命令</a:t>
            </a:r>
            <a:endParaRPr lang="en-US" altLang="zh-CN" sz="1600" b="1" smtClean="0">
              <a:solidFill>
                <a:srgbClr val="333333"/>
              </a:solidFill>
              <a:latin typeface="+mn-ea"/>
            </a:endParaRPr>
          </a:p>
          <a:p>
            <a:pPr>
              <a:lnSpc>
                <a:spcPct val="150000"/>
              </a:lnSpc>
            </a:pPr>
            <a:r>
              <a:rPr lang="en-US" altLang="zh-CN" sz="1400" smtClean="0">
                <a:solidFill>
                  <a:srgbClr val="333333"/>
                </a:solidFill>
                <a:latin typeface="+mn-ea"/>
              </a:rPr>
              <a:t>adb </a:t>
            </a:r>
            <a:r>
              <a:rPr lang="en-US" altLang="zh-CN" sz="1400">
                <a:solidFill>
                  <a:srgbClr val="333333"/>
                </a:solidFill>
                <a:latin typeface="+mn-ea"/>
              </a:rPr>
              <a:t>install --user &lt;userId&gt; </a:t>
            </a:r>
            <a:r>
              <a:rPr lang="zh-CN" altLang="en-US" sz="1400">
                <a:solidFill>
                  <a:srgbClr val="333333"/>
                </a:solidFill>
                <a:latin typeface="+mn-ea"/>
              </a:rPr>
              <a:t>可为特定用户安装软件包。要确保为所有用户安装软件包，您必须为每个用户调用此命令。</a:t>
            </a:r>
          </a:p>
          <a:p>
            <a:pPr>
              <a:lnSpc>
                <a:spcPct val="150000"/>
              </a:lnSpc>
            </a:pPr>
            <a:r>
              <a:rPr lang="en-US" altLang="zh-CN" sz="1400">
                <a:solidFill>
                  <a:srgbClr val="333333"/>
                </a:solidFill>
                <a:latin typeface="+mn-ea"/>
              </a:rPr>
              <a:t>adb uninstall --user &lt;userId&gt; </a:t>
            </a:r>
            <a:r>
              <a:rPr lang="zh-CN" altLang="en-US" sz="1400">
                <a:solidFill>
                  <a:srgbClr val="333333"/>
                </a:solidFill>
                <a:latin typeface="+mn-ea"/>
              </a:rPr>
              <a:t>可为特定用户卸载软件包。如果调用此命令时不带 </a:t>
            </a:r>
            <a:r>
              <a:rPr lang="en-US" altLang="zh-CN" sz="1400">
                <a:solidFill>
                  <a:srgbClr val="333333"/>
                </a:solidFill>
                <a:latin typeface="+mn-ea"/>
              </a:rPr>
              <a:t>--user </a:t>
            </a:r>
            <a:r>
              <a:rPr lang="zh-CN" altLang="en-US" sz="1400">
                <a:solidFill>
                  <a:srgbClr val="333333"/>
                </a:solidFill>
                <a:latin typeface="+mn-ea"/>
              </a:rPr>
              <a:t>标记，可为所有用户卸载软件包。</a:t>
            </a:r>
          </a:p>
          <a:p>
            <a:pPr>
              <a:lnSpc>
                <a:spcPct val="150000"/>
              </a:lnSpc>
            </a:pPr>
            <a:r>
              <a:rPr lang="en-US" altLang="zh-CN" sz="1400">
                <a:solidFill>
                  <a:srgbClr val="333333"/>
                </a:solidFill>
                <a:latin typeface="+mn-ea"/>
              </a:rPr>
              <a:t>adb shell am start --user &lt;userId&gt; </a:t>
            </a:r>
            <a:r>
              <a:rPr lang="zh-CN" altLang="en-US" sz="1400">
                <a:solidFill>
                  <a:srgbClr val="333333"/>
                </a:solidFill>
                <a:latin typeface="+mn-ea"/>
              </a:rPr>
              <a:t>可为特定用户启动</a:t>
            </a:r>
            <a:r>
              <a:rPr lang="en-US" altLang="zh-CN" sz="1400">
                <a:solidFill>
                  <a:srgbClr val="333333"/>
                </a:solidFill>
                <a:latin typeface="+mn-ea"/>
              </a:rPr>
              <a:t>app</a:t>
            </a:r>
          </a:p>
          <a:p>
            <a:pPr>
              <a:lnSpc>
                <a:spcPct val="150000"/>
              </a:lnSpc>
            </a:pPr>
            <a:r>
              <a:rPr lang="en-US" altLang="zh-CN" sz="1400">
                <a:solidFill>
                  <a:srgbClr val="333333"/>
                </a:solidFill>
                <a:latin typeface="+mn-ea"/>
              </a:rPr>
              <a:t>adb shell am instrument --user &lt;userId&gt; </a:t>
            </a:r>
            <a:r>
              <a:rPr lang="zh-CN" altLang="en-US" sz="1400">
                <a:solidFill>
                  <a:srgbClr val="333333"/>
                </a:solidFill>
                <a:latin typeface="+mn-ea"/>
              </a:rPr>
              <a:t>可针对特定用户运行插桩测试。默认情况下，此命令使用当前用户</a:t>
            </a:r>
            <a:r>
              <a:rPr lang="zh-CN" altLang="en-US" sz="1400" smtClean="0">
                <a:solidFill>
                  <a:srgbClr val="333333"/>
                </a:solidFill>
                <a:latin typeface="+mn-ea"/>
              </a:rPr>
              <a:t>。</a:t>
            </a:r>
            <a:endParaRPr lang="en-US" altLang="zh-CN" sz="1400" smtClean="0">
              <a:solidFill>
                <a:srgbClr val="333333"/>
              </a:solidFill>
              <a:latin typeface="+mn-ea"/>
            </a:endParaRPr>
          </a:p>
          <a:p>
            <a:pPr>
              <a:lnSpc>
                <a:spcPct val="150000"/>
              </a:lnSpc>
            </a:pPr>
            <a:r>
              <a:rPr lang="en-US" altLang="zh-CN" sz="1400" smtClean="0">
                <a:solidFill>
                  <a:srgbClr val="333333"/>
                </a:solidFill>
                <a:latin typeface="+mn-ea"/>
              </a:rPr>
              <a:t>adb </a:t>
            </a:r>
            <a:r>
              <a:rPr lang="en-US" altLang="zh-CN" sz="1400">
                <a:solidFill>
                  <a:srgbClr val="333333"/>
                </a:solidFill>
                <a:latin typeface="+mn-ea"/>
              </a:rPr>
              <a:t>shell am switch-user &lt;userId&gt; </a:t>
            </a:r>
            <a:r>
              <a:rPr lang="zh-CN" altLang="en-US" sz="1400">
                <a:solidFill>
                  <a:srgbClr val="333333"/>
                </a:solidFill>
                <a:latin typeface="+mn-ea"/>
              </a:rPr>
              <a:t>切换用户</a:t>
            </a:r>
          </a:p>
          <a:p>
            <a:pPr>
              <a:lnSpc>
                <a:spcPct val="150000"/>
              </a:lnSpc>
            </a:pPr>
            <a:r>
              <a:rPr lang="en-US" altLang="zh-CN" sz="1400">
                <a:solidFill>
                  <a:srgbClr val="333333"/>
                </a:solidFill>
                <a:latin typeface="+mn-ea"/>
              </a:rPr>
              <a:t>adb shell am get-current-user </a:t>
            </a:r>
            <a:r>
              <a:rPr lang="zh-CN" altLang="en-US" sz="1400">
                <a:solidFill>
                  <a:srgbClr val="333333"/>
                </a:solidFill>
                <a:latin typeface="+mn-ea"/>
              </a:rPr>
              <a:t>可获取当前（前台）用户 </a:t>
            </a:r>
            <a:r>
              <a:rPr lang="en-US" altLang="zh-CN" sz="1400">
                <a:solidFill>
                  <a:srgbClr val="333333"/>
                </a:solidFill>
                <a:latin typeface="+mn-ea"/>
              </a:rPr>
              <a:t>ID</a:t>
            </a:r>
            <a:r>
              <a:rPr lang="zh-CN" altLang="en-US" sz="1400">
                <a:solidFill>
                  <a:srgbClr val="333333"/>
                </a:solidFill>
                <a:latin typeface="+mn-ea"/>
              </a:rPr>
              <a:t>。</a:t>
            </a:r>
          </a:p>
          <a:p>
            <a:pPr>
              <a:lnSpc>
                <a:spcPct val="150000"/>
              </a:lnSpc>
            </a:pPr>
            <a:r>
              <a:rPr lang="en-US" altLang="zh-CN" sz="1400">
                <a:solidFill>
                  <a:srgbClr val="333333"/>
                </a:solidFill>
                <a:latin typeface="+mn-ea"/>
              </a:rPr>
              <a:t>adb shell pm list users </a:t>
            </a:r>
            <a:r>
              <a:rPr lang="zh-CN" altLang="en-US" sz="1400">
                <a:solidFill>
                  <a:srgbClr val="333333"/>
                </a:solidFill>
                <a:latin typeface="+mn-ea"/>
              </a:rPr>
              <a:t>可获取所有现有用户的列表。</a:t>
            </a:r>
          </a:p>
          <a:p>
            <a:pPr>
              <a:lnSpc>
                <a:spcPct val="150000"/>
              </a:lnSpc>
            </a:pPr>
            <a:r>
              <a:rPr lang="en-US" altLang="zh-CN" sz="1400">
                <a:solidFill>
                  <a:srgbClr val="333333"/>
                </a:solidFill>
                <a:latin typeface="+mn-ea"/>
              </a:rPr>
              <a:t>adb shell pm create-user &lt;userName&gt;</a:t>
            </a:r>
            <a:r>
              <a:rPr lang="zh-CN" altLang="en-US" sz="1400">
                <a:solidFill>
                  <a:srgbClr val="333333"/>
                </a:solidFill>
                <a:latin typeface="+mn-ea"/>
              </a:rPr>
              <a:t>可创建新用户并返回 </a:t>
            </a:r>
            <a:r>
              <a:rPr lang="en-US" altLang="zh-CN" sz="1400">
                <a:solidFill>
                  <a:srgbClr val="333333"/>
                </a:solidFill>
                <a:latin typeface="+mn-ea"/>
              </a:rPr>
              <a:t>ID</a:t>
            </a:r>
            <a:r>
              <a:rPr lang="zh-CN" altLang="en-US" sz="1400">
                <a:solidFill>
                  <a:srgbClr val="333333"/>
                </a:solidFill>
                <a:latin typeface="+mn-ea"/>
              </a:rPr>
              <a:t>。</a:t>
            </a:r>
          </a:p>
          <a:p>
            <a:pPr>
              <a:lnSpc>
                <a:spcPct val="150000"/>
              </a:lnSpc>
            </a:pPr>
            <a:r>
              <a:rPr lang="en-US" altLang="zh-CN" sz="1400">
                <a:solidFill>
                  <a:srgbClr val="333333"/>
                </a:solidFill>
                <a:latin typeface="+mn-ea"/>
              </a:rPr>
              <a:t>adb shell pm remove-user &lt;userId&gt;</a:t>
            </a:r>
            <a:r>
              <a:rPr lang="zh-CN" altLang="en-US" sz="1400">
                <a:solidFill>
                  <a:srgbClr val="333333"/>
                </a:solidFill>
                <a:latin typeface="+mn-ea"/>
              </a:rPr>
              <a:t>可按 </a:t>
            </a:r>
            <a:r>
              <a:rPr lang="en-US" altLang="zh-CN" sz="1400">
                <a:solidFill>
                  <a:srgbClr val="333333"/>
                </a:solidFill>
                <a:latin typeface="+mn-ea"/>
              </a:rPr>
              <a:t>ID </a:t>
            </a:r>
            <a:r>
              <a:rPr lang="zh-CN" altLang="en-US" sz="1400">
                <a:solidFill>
                  <a:srgbClr val="333333"/>
                </a:solidFill>
                <a:latin typeface="+mn-ea"/>
              </a:rPr>
              <a:t>移除特定用户。</a:t>
            </a:r>
          </a:p>
          <a:p>
            <a:pPr>
              <a:lnSpc>
                <a:spcPct val="150000"/>
              </a:lnSpc>
            </a:pPr>
            <a:r>
              <a:rPr lang="en-US" altLang="zh-CN" sz="1400">
                <a:solidFill>
                  <a:srgbClr val="333333"/>
                </a:solidFill>
                <a:latin typeface="+mn-ea"/>
              </a:rPr>
              <a:t>adb shell pm disable --user &lt;userId&gt; </a:t>
            </a:r>
            <a:r>
              <a:rPr lang="zh-CN" altLang="en-US" sz="1400">
                <a:solidFill>
                  <a:srgbClr val="333333"/>
                </a:solidFill>
                <a:latin typeface="+mn-ea"/>
              </a:rPr>
              <a:t>可为特定用户停用软件包。</a:t>
            </a:r>
          </a:p>
          <a:p>
            <a:pPr>
              <a:lnSpc>
                <a:spcPct val="150000"/>
              </a:lnSpc>
            </a:pPr>
            <a:r>
              <a:rPr lang="en-US" altLang="zh-CN" sz="1400">
                <a:solidFill>
                  <a:srgbClr val="333333"/>
                </a:solidFill>
                <a:latin typeface="+mn-ea"/>
              </a:rPr>
              <a:t>adb shell pm enable --user &lt;userId&gt; </a:t>
            </a:r>
            <a:r>
              <a:rPr lang="zh-CN" altLang="en-US" sz="1400">
                <a:solidFill>
                  <a:srgbClr val="333333"/>
                </a:solidFill>
                <a:latin typeface="+mn-ea"/>
              </a:rPr>
              <a:t>可为特定用户启用软件包。</a:t>
            </a:r>
          </a:p>
          <a:p>
            <a:pPr>
              <a:lnSpc>
                <a:spcPct val="150000"/>
              </a:lnSpc>
            </a:pPr>
            <a:r>
              <a:rPr lang="en-US" altLang="zh-CN" sz="1400">
                <a:solidFill>
                  <a:srgbClr val="333333"/>
                </a:solidFill>
                <a:latin typeface="+mn-ea"/>
              </a:rPr>
              <a:t>adb shell pm list packages --user &lt;userId&gt; </a:t>
            </a:r>
            <a:r>
              <a:rPr lang="zh-CN" altLang="en-US" sz="1400">
                <a:solidFill>
                  <a:srgbClr val="333333"/>
                </a:solidFill>
                <a:latin typeface="+mn-ea"/>
              </a:rPr>
              <a:t>可为特定用户列出软件包（</a:t>
            </a:r>
            <a:r>
              <a:rPr lang="en-US" altLang="zh-CN" sz="1400">
                <a:solidFill>
                  <a:srgbClr val="333333"/>
                </a:solidFill>
                <a:latin typeface="+mn-ea"/>
              </a:rPr>
              <a:t>-e </a:t>
            </a:r>
            <a:r>
              <a:rPr lang="zh-CN" altLang="en-US" sz="1400">
                <a:solidFill>
                  <a:srgbClr val="333333"/>
                </a:solidFill>
                <a:latin typeface="+mn-ea"/>
              </a:rPr>
              <a:t>可列出已启用的软件包，</a:t>
            </a:r>
            <a:r>
              <a:rPr lang="en-US" altLang="zh-CN" sz="1400">
                <a:solidFill>
                  <a:srgbClr val="333333"/>
                </a:solidFill>
                <a:latin typeface="+mn-ea"/>
              </a:rPr>
              <a:t>-d </a:t>
            </a:r>
            <a:r>
              <a:rPr lang="zh-CN" altLang="en-US" sz="1400">
                <a:solidFill>
                  <a:srgbClr val="333333"/>
                </a:solidFill>
                <a:latin typeface="+mn-ea"/>
              </a:rPr>
              <a:t>可列出已停用的软件包）。默认情况下，此命令始终为系统用户列出软件包。</a:t>
            </a:r>
            <a:endParaRPr lang="en-US" altLang="zh-CN" sz="1400">
              <a:solidFill>
                <a:srgbClr val="333333"/>
              </a:solidFill>
              <a:latin typeface="+mn-ea"/>
            </a:endParaRPr>
          </a:p>
        </p:txBody>
      </p:sp>
    </p:spTree>
    <p:extLst>
      <p:ext uri="{BB962C8B-B14F-4D97-AF65-F5344CB8AC3E}">
        <p14:creationId xmlns:p14="http://schemas.microsoft.com/office/powerpoint/2010/main" val="371647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rPr>
              <a:t>实践经验</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03</a:t>
            </a:r>
            <a:endParaRPr kumimoji="1" lang="zh-CN" altLang="en-US" sz="1600" b="1" dirty="0"/>
          </a:p>
        </p:txBody>
      </p:sp>
      <p:sp>
        <p:nvSpPr>
          <p:cNvPr id="6" name="矩形 5"/>
          <p:cNvSpPr/>
          <p:nvPr/>
        </p:nvSpPr>
        <p:spPr>
          <a:xfrm>
            <a:off x="375190" y="930978"/>
            <a:ext cx="11395632" cy="4339650"/>
          </a:xfrm>
          <a:prstGeom prst="rect">
            <a:avLst/>
          </a:prstGeom>
        </p:spPr>
        <p:txBody>
          <a:bodyPr wrap="square">
            <a:spAutoFit/>
          </a:bodyPr>
          <a:lstStyle/>
          <a:p>
            <a:pPr>
              <a:lnSpc>
                <a:spcPct val="150000"/>
              </a:lnSpc>
            </a:pPr>
            <a:r>
              <a:rPr lang="en-US" altLang="zh-CN" sz="1600" b="1" smtClean="0">
                <a:solidFill>
                  <a:srgbClr val="333333"/>
                </a:solidFill>
                <a:latin typeface="+mn-ea"/>
              </a:rPr>
              <a:t>3.7 </a:t>
            </a:r>
            <a:r>
              <a:rPr lang="zh-CN" altLang="en-US" sz="1600" b="1" smtClean="0">
                <a:solidFill>
                  <a:srgbClr val="333333"/>
                </a:solidFill>
                <a:latin typeface="+mn-ea"/>
              </a:rPr>
              <a:t>详细源码分析</a:t>
            </a:r>
            <a:r>
              <a:rPr lang="zh-CN" altLang="en-US" sz="1400" smtClean="0">
                <a:solidFill>
                  <a:srgbClr val="333333"/>
                </a:solidFill>
                <a:latin typeface="+mn-ea"/>
              </a:rPr>
              <a:t>    </a:t>
            </a:r>
            <a:endParaRPr lang="en-US" altLang="zh-CN" sz="1400">
              <a:solidFill>
                <a:srgbClr val="333333"/>
              </a:solidFill>
              <a:latin typeface="+mn-ea"/>
            </a:endParaRPr>
          </a:p>
          <a:p>
            <a:pPr>
              <a:lnSpc>
                <a:spcPct val="150000"/>
              </a:lnSpc>
            </a:pPr>
            <a:endParaRPr lang="zh-CN" altLang="en-US" sz="1400">
              <a:solidFill>
                <a:srgbClr val="333333"/>
              </a:solidFill>
              <a:latin typeface="+mn-ea"/>
            </a:endParaRPr>
          </a:p>
          <a:p>
            <a:pPr>
              <a:lnSpc>
                <a:spcPct val="150000"/>
              </a:lnSpc>
            </a:pPr>
            <a:r>
              <a:rPr lang="zh-CN" altLang="en-US" sz="1400" smtClean="0">
                <a:solidFill>
                  <a:srgbClr val="333333"/>
                </a:solidFill>
                <a:latin typeface="+mn-ea"/>
              </a:rPr>
              <a:t>    应用安装时</a:t>
            </a:r>
            <a:r>
              <a:rPr lang="en-US" altLang="zh-CN" sz="1400" smtClean="0">
                <a:solidFill>
                  <a:srgbClr val="333333"/>
                </a:solidFill>
                <a:latin typeface="+mn-ea"/>
              </a:rPr>
              <a:t>appId</a:t>
            </a:r>
            <a:r>
              <a:rPr lang="zh-CN" altLang="en-US" sz="1400" smtClean="0">
                <a:solidFill>
                  <a:srgbClr val="333333"/>
                </a:solidFill>
                <a:latin typeface="+mn-ea"/>
              </a:rPr>
              <a:t>的赋值地方 </a:t>
            </a:r>
            <a:endParaRPr lang="en-US" altLang="zh-CN" sz="1400" smtClean="0">
              <a:solidFill>
                <a:srgbClr val="333333"/>
              </a:solidFill>
              <a:latin typeface="+mn-ea"/>
            </a:endParaRPr>
          </a:p>
          <a:p>
            <a:pPr>
              <a:lnSpc>
                <a:spcPct val="150000"/>
              </a:lnSpc>
            </a:pPr>
            <a:r>
              <a:rPr lang="en-US" altLang="zh-CN" sz="1400" smtClean="0">
                <a:solidFill>
                  <a:srgbClr val="333333"/>
                </a:solidFill>
                <a:latin typeface="+mn-ea"/>
              </a:rPr>
              <a:t>    </a:t>
            </a:r>
            <a:r>
              <a:rPr lang="en-US" altLang="zh-CN" sz="1400" smtClean="0">
                <a:solidFill>
                  <a:srgbClr val="333333"/>
                </a:solidFill>
                <a:latin typeface="+mn-ea"/>
                <a:hlinkClick r:id="rId3"/>
              </a:rPr>
              <a:t>https</a:t>
            </a:r>
            <a:r>
              <a:rPr lang="en-US" altLang="zh-CN" sz="1400">
                <a:solidFill>
                  <a:srgbClr val="333333"/>
                </a:solidFill>
                <a:latin typeface="+mn-ea"/>
                <a:hlinkClick r:id="rId3"/>
              </a:rPr>
              <a:t>://</a:t>
            </a:r>
            <a:r>
              <a:rPr lang="en-US" altLang="zh-CN" sz="1400" smtClean="0">
                <a:solidFill>
                  <a:srgbClr val="333333"/>
                </a:solidFill>
                <a:latin typeface="+mn-ea"/>
                <a:hlinkClick r:id="rId3"/>
              </a:rPr>
              <a:t>www.wolai.com/uLm6BrcXMDqXiATS2DBQvE</a:t>
            </a: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a:p>
            <a:pPr>
              <a:lnSpc>
                <a:spcPct val="150000"/>
              </a:lnSpc>
            </a:pPr>
            <a:r>
              <a:rPr lang="zh-CN" altLang="en-US" sz="1400" smtClean="0">
                <a:solidFill>
                  <a:srgbClr val="333333"/>
                </a:solidFill>
                <a:latin typeface="+mn-ea"/>
              </a:rPr>
              <a:t>    新建</a:t>
            </a:r>
            <a:r>
              <a:rPr lang="zh-CN" altLang="en-US" sz="1400">
                <a:solidFill>
                  <a:srgbClr val="333333"/>
                </a:solidFill>
                <a:latin typeface="+mn-ea"/>
              </a:rPr>
              <a:t>用户源码流程</a:t>
            </a:r>
            <a:r>
              <a:rPr lang="zh-CN" altLang="en-US" sz="1400" smtClean="0">
                <a:solidFill>
                  <a:srgbClr val="333333"/>
                </a:solidFill>
                <a:latin typeface="+mn-ea"/>
              </a:rPr>
              <a:t>剖析</a:t>
            </a:r>
            <a:endParaRPr lang="en-US" altLang="zh-CN" sz="1400" smtClean="0">
              <a:solidFill>
                <a:srgbClr val="333333"/>
              </a:solidFill>
              <a:latin typeface="+mn-ea"/>
            </a:endParaRPr>
          </a:p>
          <a:p>
            <a:pPr>
              <a:lnSpc>
                <a:spcPct val="150000"/>
              </a:lnSpc>
            </a:pPr>
            <a:r>
              <a:rPr lang="en-US" altLang="zh-CN" sz="1400" smtClean="0">
                <a:solidFill>
                  <a:srgbClr val="333333"/>
                </a:solidFill>
                <a:latin typeface="+mn-ea"/>
              </a:rPr>
              <a:t>    </a:t>
            </a:r>
            <a:r>
              <a:rPr lang="en-US" altLang="zh-CN" sz="1400" smtClean="0">
                <a:solidFill>
                  <a:srgbClr val="333333"/>
                </a:solidFill>
                <a:latin typeface="+mn-ea"/>
                <a:hlinkClick r:id="rId4"/>
              </a:rPr>
              <a:t>https</a:t>
            </a:r>
            <a:r>
              <a:rPr lang="en-US" altLang="zh-CN" sz="1400">
                <a:solidFill>
                  <a:srgbClr val="333333"/>
                </a:solidFill>
                <a:latin typeface="+mn-ea"/>
                <a:hlinkClick r:id="rId4"/>
              </a:rPr>
              <a:t>://</a:t>
            </a:r>
            <a:r>
              <a:rPr lang="en-US" altLang="zh-CN" sz="1400" smtClean="0">
                <a:solidFill>
                  <a:srgbClr val="333333"/>
                </a:solidFill>
                <a:latin typeface="+mn-ea"/>
                <a:hlinkClick r:id="rId4"/>
              </a:rPr>
              <a:t>www.wolai.com/nE5aszp4wCGFMKobxGrEMK</a:t>
            </a:r>
            <a:endParaRPr lang="en-US" altLang="zh-CN" sz="1400" smtClean="0">
              <a:solidFill>
                <a:srgbClr val="333333"/>
              </a:solidFill>
              <a:latin typeface="+mn-ea"/>
            </a:endParaRPr>
          </a:p>
          <a:p>
            <a:pPr>
              <a:lnSpc>
                <a:spcPct val="150000"/>
              </a:lnSpc>
            </a:pPr>
            <a:r>
              <a:rPr lang="en-US" altLang="zh-CN" sz="1400">
                <a:solidFill>
                  <a:srgbClr val="333333"/>
                </a:solidFill>
                <a:latin typeface="+mn-ea"/>
              </a:rPr>
              <a:t> </a:t>
            </a:r>
            <a:r>
              <a:rPr lang="en-US" altLang="zh-CN" sz="1400" smtClean="0">
                <a:solidFill>
                  <a:srgbClr val="333333"/>
                </a:solidFill>
                <a:latin typeface="+mn-ea"/>
              </a:rPr>
              <a:t>   </a:t>
            </a:r>
          </a:p>
          <a:p>
            <a:pPr>
              <a:lnSpc>
                <a:spcPct val="150000"/>
              </a:lnSpc>
            </a:pPr>
            <a:r>
              <a:rPr lang="zh-CN" altLang="en-US" sz="1400" smtClean="0">
                <a:solidFill>
                  <a:srgbClr val="333333"/>
                </a:solidFill>
                <a:latin typeface="+mn-ea"/>
              </a:rPr>
              <a:t>    多</a:t>
            </a:r>
            <a:r>
              <a:rPr lang="zh-CN" altLang="en-US" sz="1400">
                <a:solidFill>
                  <a:srgbClr val="333333"/>
                </a:solidFill>
                <a:latin typeface="+mn-ea"/>
              </a:rPr>
              <a:t>屏多用户配置</a:t>
            </a:r>
            <a:endParaRPr lang="en-US" altLang="zh-CN" sz="1400">
              <a:solidFill>
                <a:srgbClr val="333333"/>
              </a:solidFill>
              <a:latin typeface="+mn-ea"/>
            </a:endParaRPr>
          </a:p>
          <a:p>
            <a:pPr>
              <a:lnSpc>
                <a:spcPct val="150000"/>
              </a:lnSpc>
            </a:pPr>
            <a:r>
              <a:rPr lang="zh-CN" altLang="en-US" sz="1400">
                <a:solidFill>
                  <a:srgbClr val="333333"/>
                </a:solidFill>
                <a:latin typeface="+mn-ea"/>
              </a:rPr>
              <a:t>    </a:t>
            </a:r>
            <a:r>
              <a:rPr lang="zh-CN" altLang="en-US" sz="1400">
                <a:solidFill>
                  <a:srgbClr val="333333"/>
                </a:solidFill>
                <a:latin typeface="+mn-ea"/>
                <a:hlinkClick r:id="rId5"/>
              </a:rPr>
              <a:t>https://www.wolai.com/6yQ55Q3</a:t>
            </a:r>
            <a:r>
              <a:rPr lang="zh-CN" altLang="en-US" sz="1400" smtClean="0">
                <a:solidFill>
                  <a:srgbClr val="333333"/>
                </a:solidFill>
                <a:latin typeface="+mn-ea"/>
                <a:hlinkClick r:id="rId5"/>
              </a:rPr>
              <a:t>eSprZWDMgPWbUNB</a:t>
            </a: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a:p>
            <a:pPr>
              <a:lnSpc>
                <a:spcPct val="150000"/>
              </a:lnSpc>
            </a:pPr>
            <a:r>
              <a:rPr lang="zh-CN" altLang="en-US" sz="1400" smtClean="0"/>
              <a:t>         </a:t>
            </a:r>
            <a:r>
              <a:rPr lang="zh-CN" altLang="en-US" sz="1400">
                <a:solidFill>
                  <a:srgbClr val="333333"/>
                </a:solidFill>
                <a:latin typeface="+mn-ea"/>
              </a:rPr>
              <a:t>启动</a:t>
            </a:r>
            <a:r>
              <a:rPr lang="zh-CN" altLang="en-US" sz="1400">
                <a:solidFill>
                  <a:srgbClr val="333333"/>
                </a:solidFill>
                <a:latin typeface="+mn-ea"/>
              </a:rPr>
              <a:t>无头系统用户开机切换到</a:t>
            </a:r>
            <a:r>
              <a:rPr lang="en-US" altLang="zh-CN" sz="1400">
                <a:solidFill>
                  <a:srgbClr val="333333"/>
                </a:solidFill>
                <a:latin typeface="+mn-ea"/>
              </a:rPr>
              <a:t>User10</a:t>
            </a:r>
            <a:r>
              <a:rPr lang="zh-CN" altLang="en-US" sz="1400">
                <a:solidFill>
                  <a:srgbClr val="333333"/>
                </a:solidFill>
                <a:latin typeface="+mn-ea"/>
              </a:rPr>
              <a:t>的</a:t>
            </a:r>
            <a:r>
              <a:rPr lang="zh-CN" altLang="en-US" sz="1400" smtClean="0">
                <a:solidFill>
                  <a:srgbClr val="333333"/>
                </a:solidFill>
                <a:latin typeface="+mn-ea"/>
              </a:rPr>
              <a:t>流程</a:t>
            </a:r>
            <a:endParaRPr lang="en-US" altLang="zh-CN" sz="1400" smtClean="0">
              <a:solidFill>
                <a:srgbClr val="333333"/>
              </a:solidFill>
              <a:latin typeface="+mn-ea"/>
            </a:endParaRPr>
          </a:p>
          <a:p>
            <a:pPr>
              <a:lnSpc>
                <a:spcPct val="150000"/>
              </a:lnSpc>
            </a:pPr>
            <a:r>
              <a:rPr lang="en-US" altLang="zh-CN" sz="1400" smtClean="0">
                <a:solidFill>
                  <a:srgbClr val="333333"/>
                </a:solidFill>
                <a:latin typeface="+mn-ea"/>
              </a:rPr>
              <a:t>    </a:t>
            </a:r>
            <a:r>
              <a:rPr lang="en-US" altLang="zh-CN" sz="1400" smtClean="0">
                <a:solidFill>
                  <a:srgbClr val="333333"/>
                </a:solidFill>
                <a:latin typeface="+mn-ea"/>
                <a:hlinkClick r:id="rId6"/>
              </a:rPr>
              <a:t>https://www.wolai.com/b4MD9pJ9oN5peyoUjm2xTg</a:t>
            </a:r>
            <a:endParaRPr lang="en-US" altLang="zh-CN" sz="1400">
              <a:solidFill>
                <a:srgbClr val="333333"/>
              </a:solidFill>
              <a:latin typeface="+mn-ea"/>
            </a:endParaRPr>
          </a:p>
        </p:txBody>
      </p:sp>
    </p:spTree>
    <p:extLst>
      <p:ext uri="{BB962C8B-B14F-4D97-AF65-F5344CB8AC3E}">
        <p14:creationId xmlns:p14="http://schemas.microsoft.com/office/powerpoint/2010/main" val="97740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实际项目问题分析总结</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04</a:t>
            </a:r>
            <a:endParaRPr kumimoji="1" lang="zh-CN" altLang="en-US" sz="1600" b="1" dirty="0"/>
          </a:p>
        </p:txBody>
      </p:sp>
      <p:sp>
        <p:nvSpPr>
          <p:cNvPr id="6" name="矩形 5"/>
          <p:cNvSpPr/>
          <p:nvPr/>
        </p:nvSpPr>
        <p:spPr>
          <a:xfrm>
            <a:off x="375189" y="930978"/>
            <a:ext cx="10215225" cy="1107996"/>
          </a:xfrm>
          <a:prstGeom prst="rect">
            <a:avLst/>
          </a:prstGeom>
        </p:spPr>
        <p:txBody>
          <a:bodyPr wrap="square">
            <a:spAutoFit/>
          </a:bodyPr>
          <a:lstStyle/>
          <a:p>
            <a:pPr>
              <a:lnSpc>
                <a:spcPct val="150000"/>
              </a:lnSpc>
            </a:pPr>
            <a:r>
              <a:rPr lang="en-US" altLang="zh-CN" sz="1600" b="1" smtClean="0">
                <a:solidFill>
                  <a:srgbClr val="333333"/>
                </a:solidFill>
                <a:latin typeface="+mn-ea"/>
              </a:rPr>
              <a:t>4.1 </a:t>
            </a:r>
            <a:r>
              <a:rPr lang="zh-CN" altLang="en-US" sz="1600" b="1" smtClean="0">
                <a:solidFill>
                  <a:srgbClr val="333333"/>
                </a:solidFill>
                <a:latin typeface="+mn-ea"/>
              </a:rPr>
              <a:t>弹窗只显示在默认屏幕，没有根据</a:t>
            </a:r>
            <a:r>
              <a:rPr lang="en-US" altLang="zh-CN" sz="1600" b="1" smtClean="0">
                <a:solidFill>
                  <a:srgbClr val="333333"/>
                </a:solidFill>
                <a:latin typeface="+mn-ea"/>
              </a:rPr>
              <a:t>userId</a:t>
            </a:r>
            <a:r>
              <a:rPr lang="zh-CN" altLang="en-US" sz="1600" b="1" smtClean="0">
                <a:solidFill>
                  <a:srgbClr val="333333"/>
                </a:solidFill>
                <a:latin typeface="+mn-ea"/>
              </a:rPr>
              <a:t>显示在对应的屏幕上。</a:t>
            </a:r>
            <a:endParaRPr lang="en-US" altLang="zh-CN" sz="1600" b="1" smtClean="0">
              <a:solidFill>
                <a:srgbClr val="333333"/>
              </a:solidFill>
              <a:latin typeface="+mn-ea"/>
            </a:endParaRPr>
          </a:p>
          <a:p>
            <a:pPr>
              <a:lnSpc>
                <a:spcPct val="150000"/>
              </a:lnSpc>
            </a:pPr>
            <a:r>
              <a:rPr lang="zh-CN" altLang="en-US" sz="1400" b="1">
                <a:solidFill>
                  <a:srgbClr val="FF0000"/>
                </a:solidFill>
                <a:latin typeface="+mn-ea"/>
              </a:rPr>
              <a:t>现象</a:t>
            </a:r>
            <a:r>
              <a:rPr lang="zh-CN" altLang="en-US" sz="1400" smtClean="0">
                <a:solidFill>
                  <a:srgbClr val="FF0000"/>
                </a:solidFill>
                <a:latin typeface="+mn-ea"/>
              </a:rPr>
              <a:t>：</a:t>
            </a:r>
            <a:r>
              <a:rPr lang="zh-CN" altLang="en-US" sz="1400" smtClean="0">
                <a:solidFill>
                  <a:srgbClr val="333333"/>
                </a:solidFill>
                <a:latin typeface="+mn-ea"/>
              </a:rPr>
              <a:t>非默认屏幕上的应用通过</a:t>
            </a:r>
            <a:r>
              <a:rPr lang="en-US" altLang="zh-CN" sz="1400" smtClean="0">
                <a:solidFill>
                  <a:srgbClr val="333333"/>
                </a:solidFill>
                <a:latin typeface="+mn-ea"/>
              </a:rPr>
              <a:t>WindowManager.addView</a:t>
            </a:r>
            <a:r>
              <a:rPr lang="zh-CN" altLang="en-US" sz="1400" smtClean="0">
                <a:solidFill>
                  <a:srgbClr val="333333"/>
                </a:solidFill>
                <a:latin typeface="+mn-ea"/>
              </a:rPr>
              <a:t>方法显示弹窗只能显示在默认屏幕，无法显示在该应用的屏幕上。</a:t>
            </a:r>
            <a:endParaRPr lang="en-US" altLang="zh-CN" sz="1400">
              <a:solidFill>
                <a:srgbClr val="333333"/>
              </a:solidFill>
              <a:latin typeface="+mn-ea"/>
            </a:endParaRPr>
          </a:p>
          <a:p>
            <a:pPr>
              <a:lnSpc>
                <a:spcPct val="150000"/>
              </a:lnSpc>
            </a:pPr>
            <a:r>
              <a:rPr lang="zh-CN" altLang="en-US" sz="1400" b="1">
                <a:solidFill>
                  <a:srgbClr val="FF0000"/>
                </a:solidFill>
                <a:latin typeface="+mn-ea"/>
              </a:rPr>
              <a:t>原因</a:t>
            </a:r>
            <a:r>
              <a:rPr lang="zh-CN" altLang="en-US" sz="1400" smtClean="0">
                <a:solidFill>
                  <a:srgbClr val="FF0000"/>
                </a:solidFill>
                <a:latin typeface="+mn-ea"/>
              </a:rPr>
              <a:t>：</a:t>
            </a:r>
            <a:r>
              <a:rPr lang="en-US" altLang="zh-CN" sz="1400" smtClean="0">
                <a:solidFill>
                  <a:srgbClr val="333333"/>
                </a:solidFill>
                <a:latin typeface="+mn-ea"/>
              </a:rPr>
              <a:t>WindowManagerImpl </a:t>
            </a:r>
            <a:r>
              <a:rPr lang="zh-CN" altLang="en-US" sz="1400" smtClean="0">
                <a:solidFill>
                  <a:srgbClr val="333333"/>
                </a:solidFill>
                <a:latin typeface="+mn-ea"/>
              </a:rPr>
              <a:t>的</a:t>
            </a:r>
            <a:r>
              <a:rPr lang="en-US" altLang="zh-CN" sz="1400" smtClean="0">
                <a:solidFill>
                  <a:srgbClr val="333333"/>
                </a:solidFill>
                <a:latin typeface="+mn-ea"/>
              </a:rPr>
              <a:t>addView</a:t>
            </a:r>
            <a:r>
              <a:rPr lang="zh-CN" altLang="en-US" sz="1400" smtClean="0">
                <a:solidFill>
                  <a:srgbClr val="333333"/>
                </a:solidFill>
                <a:latin typeface="+mn-ea"/>
              </a:rPr>
              <a:t>方法里 </a:t>
            </a:r>
            <a:r>
              <a:rPr lang="en-US" altLang="zh-CN" sz="1400" smtClean="0">
                <a:solidFill>
                  <a:srgbClr val="333333"/>
                </a:solidFill>
                <a:latin typeface="+mn-ea"/>
              </a:rPr>
              <a:t>getDisplayNoverify()</a:t>
            </a:r>
            <a:r>
              <a:rPr lang="zh-CN" altLang="en-US" sz="1400" smtClean="0">
                <a:solidFill>
                  <a:srgbClr val="333333"/>
                </a:solidFill>
                <a:latin typeface="+mn-ea"/>
              </a:rPr>
              <a:t>获取的是默认显示屏幕。</a:t>
            </a:r>
            <a:endParaRPr lang="en-US" altLang="zh-CN" sz="1400" smtClean="0">
              <a:solidFill>
                <a:srgbClr val="333333"/>
              </a:solidFill>
              <a:latin typeface="+mn-ea"/>
            </a:endParaRPr>
          </a:p>
        </p:txBody>
      </p:sp>
      <p:pic>
        <p:nvPicPr>
          <p:cNvPr id="3" name="图片 2"/>
          <p:cNvPicPr>
            <a:picLocks noChangeAspect="1"/>
          </p:cNvPicPr>
          <p:nvPr/>
        </p:nvPicPr>
        <p:blipFill>
          <a:blip r:embed="rId3"/>
          <a:stretch>
            <a:fillRect/>
          </a:stretch>
        </p:blipFill>
        <p:spPr>
          <a:xfrm>
            <a:off x="513273" y="2085372"/>
            <a:ext cx="6476444" cy="1153698"/>
          </a:xfrm>
          <a:prstGeom prst="rect">
            <a:avLst/>
          </a:prstGeom>
        </p:spPr>
      </p:pic>
      <p:pic>
        <p:nvPicPr>
          <p:cNvPr id="1027" name="Picture 3" descr="https://secure2.wostatic.cn/static/bHfnrSxokErR5u7fi3hG64/image.png?auth_key=1691720127-p1dbif9nGGR4VYTP1Gjjvx-0-c0519abbb2641a8a3886ac0406358040&amp;image_process=resize,w_1234&amp;file_size=1309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273" y="3763646"/>
            <a:ext cx="6623503" cy="275353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375188" y="3285468"/>
            <a:ext cx="10215225" cy="365036"/>
          </a:xfrm>
          <a:prstGeom prst="rect">
            <a:avLst/>
          </a:prstGeom>
        </p:spPr>
        <p:txBody>
          <a:bodyPr wrap="square">
            <a:spAutoFit/>
          </a:bodyPr>
          <a:lstStyle/>
          <a:p>
            <a:pPr>
              <a:lnSpc>
                <a:spcPct val="150000"/>
              </a:lnSpc>
            </a:pPr>
            <a:r>
              <a:rPr lang="zh-CN" altLang="en-US" sz="1400" b="1" smtClean="0">
                <a:solidFill>
                  <a:srgbClr val="FF0000"/>
                </a:solidFill>
                <a:latin typeface="+mn-ea"/>
              </a:rPr>
              <a:t>解决</a:t>
            </a:r>
            <a:r>
              <a:rPr lang="zh-CN" altLang="en-US" sz="1400" smtClean="0">
                <a:solidFill>
                  <a:srgbClr val="FF0000"/>
                </a:solidFill>
                <a:latin typeface="+mn-ea"/>
              </a:rPr>
              <a:t>：</a:t>
            </a:r>
            <a:endParaRPr lang="en-US" altLang="zh-CN" sz="1400">
              <a:solidFill>
                <a:srgbClr val="FF0000"/>
              </a:solidFill>
              <a:latin typeface="+mn-ea"/>
            </a:endParaRPr>
          </a:p>
        </p:txBody>
      </p:sp>
    </p:spTree>
    <p:extLst>
      <p:ext uri="{BB962C8B-B14F-4D97-AF65-F5344CB8AC3E}">
        <p14:creationId xmlns:p14="http://schemas.microsoft.com/office/powerpoint/2010/main" val="207092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实际项目问题分析总结</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04</a:t>
            </a:r>
            <a:endParaRPr kumimoji="1" lang="zh-CN" altLang="en-US" sz="1600" b="1" dirty="0"/>
          </a:p>
        </p:txBody>
      </p:sp>
      <p:sp>
        <p:nvSpPr>
          <p:cNvPr id="6" name="矩形 5"/>
          <p:cNvSpPr/>
          <p:nvPr/>
        </p:nvSpPr>
        <p:spPr>
          <a:xfrm>
            <a:off x="375189" y="3039371"/>
            <a:ext cx="11395632" cy="688202"/>
          </a:xfrm>
          <a:prstGeom prst="rect">
            <a:avLst/>
          </a:prstGeom>
        </p:spPr>
        <p:txBody>
          <a:bodyPr wrap="square">
            <a:spAutoFit/>
          </a:bodyPr>
          <a:lstStyle/>
          <a:p>
            <a:pPr>
              <a:lnSpc>
                <a:spcPct val="150000"/>
              </a:lnSpc>
            </a:pPr>
            <a:r>
              <a:rPr lang="zh-CN" altLang="en-US" sz="1400" smtClean="0">
                <a:solidFill>
                  <a:srgbClr val="333333"/>
                </a:solidFill>
                <a:latin typeface="+mn-ea"/>
              </a:rPr>
              <a:t>开发</a:t>
            </a:r>
            <a:r>
              <a:rPr lang="zh-CN" altLang="en-US" sz="1400">
                <a:solidFill>
                  <a:srgbClr val="333333"/>
                </a:solidFill>
                <a:latin typeface="+mn-ea"/>
              </a:rPr>
              <a:t>者模式应用运行在</a:t>
            </a:r>
            <a:r>
              <a:rPr lang="en-US" altLang="zh-CN" sz="1400">
                <a:solidFill>
                  <a:srgbClr val="333333"/>
                </a:solidFill>
                <a:latin typeface="+mn-ea"/>
              </a:rPr>
              <a:t>user10</a:t>
            </a:r>
            <a:r>
              <a:rPr lang="zh-CN" altLang="en-US" sz="1400">
                <a:solidFill>
                  <a:srgbClr val="333333"/>
                </a:solidFill>
                <a:latin typeface="+mn-ea"/>
              </a:rPr>
              <a:t>用户下，在</a:t>
            </a:r>
            <a:r>
              <a:rPr lang="en-US" altLang="zh-CN" sz="1400">
                <a:solidFill>
                  <a:srgbClr val="333333"/>
                </a:solidFill>
                <a:latin typeface="+mn-ea"/>
              </a:rPr>
              <a:t>ActivityManagerService</a:t>
            </a:r>
            <a:r>
              <a:rPr lang="zh-CN" altLang="en-US" sz="1400">
                <a:solidFill>
                  <a:srgbClr val="333333"/>
                </a:solidFill>
                <a:latin typeface="+mn-ea"/>
              </a:rPr>
              <a:t>中</a:t>
            </a:r>
            <a:r>
              <a:rPr lang="en-US" altLang="zh-CN" sz="1400">
                <a:solidFill>
                  <a:srgbClr val="333333"/>
                </a:solidFill>
                <a:latin typeface="+mn-ea"/>
              </a:rPr>
              <a:t>Binder.getCallingUid </a:t>
            </a:r>
            <a:r>
              <a:rPr lang="zh-CN" altLang="en-US" sz="1400">
                <a:solidFill>
                  <a:srgbClr val="333333"/>
                </a:solidFill>
                <a:latin typeface="+mn-ea"/>
              </a:rPr>
              <a:t>等于 </a:t>
            </a:r>
            <a:r>
              <a:rPr lang="en-US" altLang="zh-CN" sz="1400">
                <a:solidFill>
                  <a:srgbClr val="333333"/>
                </a:solidFill>
                <a:latin typeface="+mn-ea"/>
              </a:rPr>
              <a:t>1001000</a:t>
            </a:r>
            <a:r>
              <a:rPr lang="zh-CN" altLang="en-US" sz="1400">
                <a:solidFill>
                  <a:srgbClr val="333333"/>
                </a:solidFill>
                <a:latin typeface="+mn-ea"/>
              </a:rPr>
              <a:t>，不等于</a:t>
            </a:r>
            <a:r>
              <a:rPr lang="en-US" altLang="zh-CN" sz="1400">
                <a:solidFill>
                  <a:srgbClr val="333333"/>
                </a:solidFill>
                <a:latin typeface="+mn-ea"/>
              </a:rPr>
              <a:t>1000(SYSTEM_UID),</a:t>
            </a:r>
            <a:r>
              <a:rPr lang="zh-CN" altLang="en-US" sz="1400">
                <a:solidFill>
                  <a:srgbClr val="333333"/>
                </a:solidFill>
                <a:latin typeface="+mn-ea"/>
              </a:rPr>
              <a:t>抛出安全异常闪退</a:t>
            </a:r>
            <a:r>
              <a:rPr lang="zh-CN" altLang="en-US" sz="1400" smtClean="0">
                <a:solidFill>
                  <a:srgbClr val="333333"/>
                </a:solidFill>
                <a:latin typeface="+mn-ea"/>
              </a:rPr>
              <a:t>。</a:t>
            </a:r>
            <a:endParaRPr lang="en-US" altLang="zh-CN" sz="1400">
              <a:solidFill>
                <a:srgbClr val="333333"/>
              </a:solidFill>
              <a:latin typeface="+mn-ea"/>
            </a:endParaRPr>
          </a:p>
        </p:txBody>
      </p:sp>
      <p:pic>
        <p:nvPicPr>
          <p:cNvPr id="4" name="图片 3"/>
          <p:cNvPicPr>
            <a:picLocks noChangeAspect="1"/>
          </p:cNvPicPr>
          <p:nvPr/>
        </p:nvPicPr>
        <p:blipFill>
          <a:blip r:embed="rId3"/>
          <a:stretch>
            <a:fillRect/>
          </a:stretch>
        </p:blipFill>
        <p:spPr>
          <a:xfrm>
            <a:off x="527590" y="3727573"/>
            <a:ext cx="5298281" cy="3082636"/>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7590" y="2062040"/>
            <a:ext cx="7606729" cy="903803"/>
          </a:xfrm>
          <a:prstGeom prst="rect">
            <a:avLst/>
          </a:prstGeom>
        </p:spPr>
      </p:pic>
      <p:sp>
        <p:nvSpPr>
          <p:cNvPr id="12" name="矩形 11"/>
          <p:cNvSpPr/>
          <p:nvPr/>
        </p:nvSpPr>
        <p:spPr>
          <a:xfrm>
            <a:off x="375189" y="930978"/>
            <a:ext cx="10215225" cy="1107996"/>
          </a:xfrm>
          <a:prstGeom prst="rect">
            <a:avLst/>
          </a:prstGeom>
        </p:spPr>
        <p:txBody>
          <a:bodyPr wrap="square">
            <a:spAutoFit/>
          </a:bodyPr>
          <a:lstStyle/>
          <a:p>
            <a:pPr>
              <a:lnSpc>
                <a:spcPct val="150000"/>
              </a:lnSpc>
            </a:pPr>
            <a:r>
              <a:rPr lang="en-US" altLang="zh-CN" sz="1600" b="1">
                <a:solidFill>
                  <a:srgbClr val="333333"/>
                </a:solidFill>
                <a:latin typeface="+mn-ea"/>
              </a:rPr>
              <a:t>4.2 </a:t>
            </a:r>
            <a:r>
              <a:rPr lang="zh-CN" altLang="en-US" sz="1600" b="1">
                <a:solidFill>
                  <a:srgbClr val="333333"/>
                </a:solidFill>
                <a:latin typeface="+mn-ea"/>
              </a:rPr>
              <a:t>部分应用报权限错误 </a:t>
            </a:r>
            <a:r>
              <a:rPr lang="en-US" altLang="zh-CN" sz="1600" b="1">
                <a:solidFill>
                  <a:srgbClr val="333333"/>
                </a:solidFill>
                <a:latin typeface="+mn-ea"/>
              </a:rPr>
              <a:t>Only the system process is allowed to xxx</a:t>
            </a:r>
          </a:p>
          <a:p>
            <a:pPr>
              <a:lnSpc>
                <a:spcPct val="150000"/>
              </a:lnSpc>
            </a:pPr>
            <a:r>
              <a:rPr lang="zh-CN" altLang="en-US" sz="1400" b="1">
                <a:solidFill>
                  <a:srgbClr val="FF0000"/>
                </a:solidFill>
                <a:latin typeface="+mn-ea"/>
              </a:rPr>
              <a:t>现象</a:t>
            </a:r>
            <a:r>
              <a:rPr lang="zh-CN" altLang="en-US" sz="1400">
                <a:solidFill>
                  <a:srgbClr val="FF0000"/>
                </a:solidFill>
                <a:latin typeface="+mn-ea"/>
              </a:rPr>
              <a:t>：</a:t>
            </a:r>
            <a:r>
              <a:rPr lang="zh-CN" altLang="en-US" sz="1400">
                <a:solidFill>
                  <a:srgbClr val="333333"/>
                </a:solidFill>
                <a:latin typeface="+mn-ea"/>
              </a:rPr>
              <a:t>进入开发者模式应用，点击</a:t>
            </a:r>
            <a:r>
              <a:rPr lang="en-US" altLang="zh-CN" sz="1400">
                <a:solidFill>
                  <a:srgbClr val="333333"/>
                </a:solidFill>
                <a:latin typeface="+mn-ea"/>
              </a:rPr>
              <a:t>system heap dump</a:t>
            </a:r>
            <a:r>
              <a:rPr lang="zh-CN" altLang="en-US" sz="1400">
                <a:solidFill>
                  <a:srgbClr val="333333"/>
                </a:solidFill>
                <a:latin typeface="+mn-ea"/>
              </a:rPr>
              <a:t>闪退。</a:t>
            </a:r>
            <a:endParaRPr lang="en-US" altLang="zh-CN" sz="1400">
              <a:solidFill>
                <a:srgbClr val="333333"/>
              </a:solidFill>
              <a:latin typeface="+mn-ea"/>
            </a:endParaRPr>
          </a:p>
          <a:p>
            <a:pPr>
              <a:lnSpc>
                <a:spcPct val="150000"/>
              </a:lnSpc>
            </a:pPr>
            <a:r>
              <a:rPr lang="zh-CN" altLang="en-US" sz="1400" b="1">
                <a:solidFill>
                  <a:srgbClr val="FF0000"/>
                </a:solidFill>
                <a:latin typeface="+mn-ea"/>
              </a:rPr>
              <a:t>原因：</a:t>
            </a:r>
            <a:r>
              <a:rPr lang="zh-CN" altLang="en-US" sz="1400">
                <a:solidFill>
                  <a:srgbClr val="333333"/>
                </a:solidFill>
                <a:latin typeface="+mn-ea"/>
              </a:rPr>
              <a:t>报错如下</a:t>
            </a:r>
            <a:endParaRPr lang="en-US" altLang="zh-CN" sz="1400">
              <a:solidFill>
                <a:srgbClr val="333333"/>
              </a:solidFill>
              <a:latin typeface="+mn-ea"/>
            </a:endParaRPr>
          </a:p>
        </p:txBody>
      </p:sp>
    </p:spTree>
    <p:extLst>
      <p:ext uri="{BB962C8B-B14F-4D97-AF65-F5344CB8AC3E}">
        <p14:creationId xmlns:p14="http://schemas.microsoft.com/office/powerpoint/2010/main" val="16973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实际项目问题分析总结</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04</a:t>
            </a:r>
            <a:endParaRPr kumimoji="1" lang="zh-CN" altLang="en-US" sz="1600" b="1" dirty="0"/>
          </a:p>
        </p:txBody>
      </p:sp>
      <p:sp>
        <p:nvSpPr>
          <p:cNvPr id="6" name="矩形 5"/>
          <p:cNvSpPr/>
          <p:nvPr/>
        </p:nvSpPr>
        <p:spPr>
          <a:xfrm>
            <a:off x="375190" y="930978"/>
            <a:ext cx="11395632" cy="415498"/>
          </a:xfrm>
          <a:prstGeom prst="rect">
            <a:avLst/>
          </a:prstGeom>
        </p:spPr>
        <p:txBody>
          <a:bodyPr wrap="square">
            <a:spAutoFit/>
          </a:bodyPr>
          <a:lstStyle/>
          <a:p>
            <a:pPr>
              <a:lnSpc>
                <a:spcPct val="150000"/>
              </a:lnSpc>
            </a:pPr>
            <a:r>
              <a:rPr lang="zh-CN" altLang="en-US" sz="1400" b="1">
                <a:solidFill>
                  <a:srgbClr val="FF0000"/>
                </a:solidFill>
                <a:latin typeface="+mn-ea"/>
              </a:rPr>
              <a:t>解决</a:t>
            </a:r>
            <a:r>
              <a:rPr lang="zh-CN" altLang="en-US" sz="1400" b="1" smtClean="0">
                <a:solidFill>
                  <a:srgbClr val="FF0000"/>
                </a:solidFill>
                <a:latin typeface="+mn-ea"/>
              </a:rPr>
              <a:t>：</a:t>
            </a:r>
            <a:r>
              <a:rPr lang="zh-CN" altLang="en-US" sz="1400">
                <a:solidFill>
                  <a:srgbClr val="333333"/>
                </a:solidFill>
                <a:latin typeface="+mn-ea"/>
              </a:rPr>
              <a:t>使用</a:t>
            </a:r>
            <a:r>
              <a:rPr lang="en-US" altLang="zh-CN" sz="1400" smtClean="0">
                <a:solidFill>
                  <a:srgbClr val="333333"/>
                </a:solidFill>
                <a:latin typeface="+mn-ea"/>
              </a:rPr>
              <a:t>UserHandle</a:t>
            </a:r>
            <a:r>
              <a:rPr lang="zh-CN" altLang="en-US" sz="1400" smtClean="0">
                <a:solidFill>
                  <a:srgbClr val="333333"/>
                </a:solidFill>
                <a:latin typeface="+mn-ea"/>
              </a:rPr>
              <a:t>类把</a:t>
            </a:r>
            <a:r>
              <a:rPr lang="en-US" altLang="zh-CN" sz="1400" smtClean="0">
                <a:solidFill>
                  <a:srgbClr val="333333"/>
                </a:solidFill>
                <a:latin typeface="+mn-ea"/>
              </a:rPr>
              <a:t>Uid</a:t>
            </a:r>
            <a:r>
              <a:rPr lang="zh-CN" altLang="en-US" sz="1400" smtClean="0">
                <a:solidFill>
                  <a:srgbClr val="333333"/>
                </a:solidFill>
                <a:latin typeface="+mn-ea"/>
              </a:rPr>
              <a:t>转换成</a:t>
            </a:r>
            <a:r>
              <a:rPr lang="en-US" altLang="zh-CN" sz="1400" smtClean="0">
                <a:solidFill>
                  <a:srgbClr val="333333"/>
                </a:solidFill>
                <a:latin typeface="+mn-ea"/>
              </a:rPr>
              <a:t>appId</a:t>
            </a:r>
            <a:r>
              <a:rPr lang="zh-CN" altLang="en-US" sz="1400" smtClean="0">
                <a:solidFill>
                  <a:srgbClr val="333333"/>
                </a:solidFill>
                <a:latin typeface="+mn-ea"/>
              </a:rPr>
              <a:t>后再判断</a:t>
            </a:r>
            <a:endParaRPr lang="en-US" altLang="zh-CN" sz="1600" smtClean="0">
              <a:solidFill>
                <a:srgbClr val="333333"/>
              </a:solidFill>
              <a:latin typeface="+mn-ea"/>
            </a:endParaRPr>
          </a:p>
        </p:txBody>
      </p:sp>
      <p:pic>
        <p:nvPicPr>
          <p:cNvPr id="3" name="图片 2"/>
          <p:cNvPicPr>
            <a:picLocks noChangeAspect="1"/>
          </p:cNvPicPr>
          <p:nvPr/>
        </p:nvPicPr>
        <p:blipFill>
          <a:blip r:embed="rId3"/>
          <a:stretch>
            <a:fillRect/>
          </a:stretch>
        </p:blipFill>
        <p:spPr>
          <a:xfrm>
            <a:off x="375190" y="1433703"/>
            <a:ext cx="6896100" cy="2876550"/>
          </a:xfrm>
          <a:prstGeom prst="rect">
            <a:avLst/>
          </a:prstGeom>
        </p:spPr>
      </p:pic>
    </p:spTree>
    <p:extLst>
      <p:ext uri="{BB962C8B-B14F-4D97-AF65-F5344CB8AC3E}">
        <p14:creationId xmlns:p14="http://schemas.microsoft.com/office/powerpoint/2010/main" val="408082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实际项目问题分析总结</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04</a:t>
            </a:r>
            <a:endParaRPr kumimoji="1" lang="zh-CN" altLang="en-US" sz="1600" b="1" dirty="0"/>
          </a:p>
        </p:txBody>
      </p:sp>
      <p:sp>
        <p:nvSpPr>
          <p:cNvPr id="6" name="矩形 5"/>
          <p:cNvSpPr/>
          <p:nvPr/>
        </p:nvSpPr>
        <p:spPr>
          <a:xfrm>
            <a:off x="375190" y="930978"/>
            <a:ext cx="11395632" cy="1754326"/>
          </a:xfrm>
          <a:prstGeom prst="rect">
            <a:avLst/>
          </a:prstGeom>
        </p:spPr>
        <p:txBody>
          <a:bodyPr wrap="square">
            <a:spAutoFit/>
          </a:bodyPr>
          <a:lstStyle/>
          <a:p>
            <a:pPr>
              <a:lnSpc>
                <a:spcPct val="150000"/>
              </a:lnSpc>
            </a:pPr>
            <a:r>
              <a:rPr lang="en-US" altLang="zh-CN" sz="1600" b="1" smtClean="0">
                <a:solidFill>
                  <a:srgbClr val="333333"/>
                </a:solidFill>
                <a:latin typeface="+mn-ea"/>
              </a:rPr>
              <a:t>4.3 C801</a:t>
            </a:r>
            <a:r>
              <a:rPr lang="zh-CN" altLang="en-US" sz="1600" b="1" smtClean="0">
                <a:solidFill>
                  <a:srgbClr val="333333"/>
                </a:solidFill>
                <a:latin typeface="+mn-ea"/>
              </a:rPr>
              <a:t>后排主机在非默认屏幕上输入法</a:t>
            </a:r>
            <a:r>
              <a:rPr lang="zh-CN" altLang="en-US" sz="1600" b="1">
                <a:solidFill>
                  <a:srgbClr val="333333"/>
                </a:solidFill>
                <a:latin typeface="+mn-ea"/>
              </a:rPr>
              <a:t>断</a:t>
            </a:r>
            <a:r>
              <a:rPr lang="zh-CN" altLang="en-US" sz="1600" b="1" smtClean="0">
                <a:solidFill>
                  <a:srgbClr val="333333"/>
                </a:solidFill>
                <a:latin typeface="+mn-ea"/>
              </a:rPr>
              <a:t>连问题</a:t>
            </a:r>
            <a:endParaRPr lang="en-US" altLang="zh-CN" sz="1600" b="1" smtClean="0">
              <a:solidFill>
                <a:srgbClr val="333333"/>
              </a:solidFill>
              <a:latin typeface="+mn-ea"/>
            </a:endParaRPr>
          </a:p>
          <a:p>
            <a:pPr>
              <a:lnSpc>
                <a:spcPct val="150000"/>
              </a:lnSpc>
            </a:pPr>
            <a:r>
              <a:rPr lang="zh-CN" altLang="en-US" sz="1400" b="1">
                <a:solidFill>
                  <a:srgbClr val="FF0000"/>
                </a:solidFill>
                <a:latin typeface="+mn-ea"/>
              </a:rPr>
              <a:t>现象</a:t>
            </a:r>
            <a:r>
              <a:rPr lang="zh-CN" altLang="en-US" sz="1400" b="1" smtClean="0">
                <a:solidFill>
                  <a:srgbClr val="FF0000"/>
                </a:solidFill>
                <a:latin typeface="+mn-ea"/>
              </a:rPr>
              <a:t>：</a:t>
            </a:r>
            <a:r>
              <a:rPr lang="zh-CN" altLang="en-US" sz="1400" smtClean="0">
                <a:solidFill>
                  <a:srgbClr val="333333"/>
                </a:solidFill>
                <a:latin typeface="+mn-ea"/>
              </a:rPr>
              <a:t>在</a:t>
            </a:r>
            <a:r>
              <a:rPr lang="zh-CN" altLang="en-US" sz="1400">
                <a:solidFill>
                  <a:srgbClr val="333333"/>
                </a:solidFill>
                <a:latin typeface="+mn-ea"/>
              </a:rPr>
              <a:t>副</a:t>
            </a:r>
            <a:r>
              <a:rPr lang="zh-CN" altLang="en-US" sz="1400" smtClean="0">
                <a:solidFill>
                  <a:srgbClr val="333333"/>
                </a:solidFill>
                <a:latin typeface="+mn-ea"/>
              </a:rPr>
              <a:t>屏幕上</a:t>
            </a:r>
            <a:r>
              <a:rPr lang="zh-CN" altLang="en-US" sz="1400">
                <a:solidFill>
                  <a:srgbClr val="333333"/>
                </a:solidFill>
                <a:latin typeface="+mn-ea"/>
              </a:rPr>
              <a:t>点击</a:t>
            </a:r>
            <a:r>
              <a:rPr lang="en-US" altLang="zh-CN" sz="1400" smtClean="0">
                <a:solidFill>
                  <a:srgbClr val="333333"/>
                </a:solidFill>
                <a:latin typeface="+mn-ea"/>
              </a:rPr>
              <a:t>EditText,</a:t>
            </a:r>
            <a:r>
              <a:rPr lang="zh-CN" altLang="en-US" sz="1400" smtClean="0">
                <a:solidFill>
                  <a:srgbClr val="333333"/>
                </a:solidFill>
                <a:latin typeface="+mn-ea"/>
              </a:rPr>
              <a:t>无法弹出输入法。</a:t>
            </a:r>
            <a:endParaRPr lang="en-US" altLang="zh-CN" sz="1400">
              <a:solidFill>
                <a:srgbClr val="333333"/>
              </a:solidFill>
              <a:latin typeface="+mn-ea"/>
            </a:endParaRPr>
          </a:p>
          <a:p>
            <a:pPr>
              <a:lnSpc>
                <a:spcPct val="150000"/>
              </a:lnSpc>
            </a:pPr>
            <a:r>
              <a:rPr lang="zh-CN" altLang="en-US" sz="1400" b="1" smtClean="0">
                <a:solidFill>
                  <a:srgbClr val="FF0000"/>
                </a:solidFill>
                <a:latin typeface="+mn-ea"/>
              </a:rPr>
              <a:t>原因：</a:t>
            </a:r>
            <a:r>
              <a:rPr lang="zh-CN" altLang="en-US" sz="1400" smtClean="0">
                <a:solidFill>
                  <a:srgbClr val="333333"/>
                </a:solidFill>
                <a:latin typeface="+mn-ea"/>
              </a:rPr>
              <a:t>由于</a:t>
            </a:r>
            <a:r>
              <a:rPr lang="en-US" altLang="zh-CN" sz="1400" smtClean="0">
                <a:solidFill>
                  <a:srgbClr val="333333"/>
                </a:solidFill>
                <a:latin typeface="+mn-ea"/>
              </a:rPr>
              <a:t>DisplayWindowSettings</a:t>
            </a:r>
            <a:r>
              <a:rPr lang="zh-CN" altLang="en-US" sz="1400" smtClean="0">
                <a:solidFill>
                  <a:srgbClr val="333333"/>
                </a:solidFill>
                <a:latin typeface="+mn-ea"/>
              </a:rPr>
              <a:t>里</a:t>
            </a:r>
            <a:r>
              <a:rPr lang="en-US" altLang="zh-CN" sz="1400" smtClean="0">
                <a:solidFill>
                  <a:srgbClr val="333333"/>
                </a:solidFill>
                <a:latin typeface="+mn-ea"/>
              </a:rPr>
              <a:t>getEntry</a:t>
            </a:r>
            <a:r>
              <a:rPr lang="zh-CN" altLang="en-US" sz="1400" smtClean="0">
                <a:solidFill>
                  <a:srgbClr val="333333"/>
                </a:solidFill>
                <a:latin typeface="+mn-ea"/>
              </a:rPr>
              <a:t>返回空，导致</a:t>
            </a:r>
            <a:r>
              <a:rPr lang="en-US" altLang="zh-CN" sz="1400" smtClean="0">
                <a:solidFill>
                  <a:srgbClr val="333333"/>
                </a:solidFill>
                <a:latin typeface="+mn-ea"/>
              </a:rPr>
              <a:t>WindowMangerService</a:t>
            </a:r>
            <a:r>
              <a:rPr lang="zh-CN" altLang="en-US" sz="1400" smtClean="0">
                <a:solidFill>
                  <a:srgbClr val="333333"/>
                </a:solidFill>
                <a:latin typeface="+mn-ea"/>
              </a:rPr>
              <a:t>服务的</a:t>
            </a:r>
            <a:r>
              <a:rPr lang="en-US" altLang="zh-CN" sz="1400" smtClean="0">
                <a:solidFill>
                  <a:srgbClr val="333333"/>
                </a:solidFill>
                <a:latin typeface="+mn-ea"/>
              </a:rPr>
              <a:t>showImePostLayout</a:t>
            </a:r>
            <a:r>
              <a:rPr lang="zh-CN" altLang="en-US" sz="1400" smtClean="0">
                <a:solidFill>
                  <a:srgbClr val="333333"/>
                </a:solidFill>
                <a:latin typeface="+mn-ea"/>
              </a:rPr>
              <a:t>报空指针错误。</a:t>
            </a:r>
            <a:endParaRPr lang="en-US" altLang="zh-CN" sz="1400" smtClean="0">
              <a:solidFill>
                <a:srgbClr val="333333"/>
              </a:solidFill>
              <a:latin typeface="+mn-ea"/>
            </a:endParaRPr>
          </a:p>
          <a:p>
            <a:pPr>
              <a:lnSpc>
                <a:spcPct val="150000"/>
              </a:lnSpc>
            </a:pPr>
            <a:endParaRPr lang="en-US" altLang="zh-CN" sz="1400" smtClean="0">
              <a:solidFill>
                <a:srgbClr val="333333"/>
              </a:solidFill>
              <a:latin typeface="+mn-ea"/>
            </a:endParaRPr>
          </a:p>
          <a:p>
            <a:pPr>
              <a:lnSpc>
                <a:spcPct val="150000"/>
              </a:lnSpc>
            </a:pPr>
            <a:endParaRPr lang="en-US" altLang="zh-CN" sz="1400">
              <a:solidFill>
                <a:srgbClr val="333333"/>
              </a:solidFill>
              <a:latin typeface="+mn-ea"/>
            </a:endParaRPr>
          </a:p>
        </p:txBody>
      </p:sp>
      <p:pic>
        <p:nvPicPr>
          <p:cNvPr id="2" name="图片 1"/>
          <p:cNvPicPr>
            <a:picLocks noChangeAspect="1"/>
          </p:cNvPicPr>
          <p:nvPr/>
        </p:nvPicPr>
        <p:blipFill>
          <a:blip r:embed="rId3"/>
          <a:stretch>
            <a:fillRect/>
          </a:stretch>
        </p:blipFill>
        <p:spPr>
          <a:xfrm>
            <a:off x="375190" y="2062694"/>
            <a:ext cx="5346711" cy="2318113"/>
          </a:xfrm>
          <a:prstGeom prst="rect">
            <a:avLst/>
          </a:prstGeom>
        </p:spPr>
      </p:pic>
      <p:sp>
        <p:nvSpPr>
          <p:cNvPr id="8" name="矩形 7"/>
          <p:cNvSpPr/>
          <p:nvPr/>
        </p:nvSpPr>
        <p:spPr>
          <a:xfrm>
            <a:off x="375190" y="4434338"/>
            <a:ext cx="11395632" cy="415498"/>
          </a:xfrm>
          <a:prstGeom prst="rect">
            <a:avLst/>
          </a:prstGeom>
        </p:spPr>
        <p:txBody>
          <a:bodyPr wrap="square">
            <a:spAutoFit/>
          </a:bodyPr>
          <a:lstStyle/>
          <a:p>
            <a:pPr>
              <a:lnSpc>
                <a:spcPct val="150000"/>
              </a:lnSpc>
            </a:pPr>
            <a:r>
              <a:rPr lang="zh-CN" altLang="en-US" sz="1400" b="1">
                <a:solidFill>
                  <a:srgbClr val="FF0000"/>
                </a:solidFill>
                <a:latin typeface="+mn-ea"/>
              </a:rPr>
              <a:t>解决</a:t>
            </a:r>
            <a:r>
              <a:rPr lang="zh-CN" altLang="en-US" sz="1400" b="1" smtClean="0">
                <a:solidFill>
                  <a:srgbClr val="FF0000"/>
                </a:solidFill>
                <a:latin typeface="+mn-ea"/>
              </a:rPr>
              <a:t>：</a:t>
            </a:r>
            <a:r>
              <a:rPr lang="zh-CN" altLang="en-US" sz="1400">
                <a:solidFill>
                  <a:srgbClr val="333333"/>
                </a:solidFill>
                <a:latin typeface="+mn-ea"/>
              </a:rPr>
              <a:t>修改</a:t>
            </a:r>
            <a:r>
              <a:rPr lang="en-US" altLang="zh-CN" sz="1400">
                <a:solidFill>
                  <a:srgbClr val="333333"/>
                </a:solidFill>
                <a:latin typeface="+mn-ea"/>
              </a:rPr>
              <a:t>device/qcom/msmnile_gvmq/display_settings.xml </a:t>
            </a:r>
            <a:r>
              <a:rPr lang="zh-CN" altLang="en-US" sz="1400">
                <a:solidFill>
                  <a:srgbClr val="333333"/>
                </a:solidFill>
                <a:latin typeface="+mn-ea"/>
              </a:rPr>
              <a:t>跟显示屏（</a:t>
            </a:r>
            <a:r>
              <a:rPr lang="en-US" altLang="zh-CN" sz="1400">
                <a:solidFill>
                  <a:srgbClr val="333333"/>
                </a:solidFill>
                <a:latin typeface="+mn-ea"/>
              </a:rPr>
              <a:t>Display</a:t>
            </a:r>
            <a:r>
              <a:rPr lang="zh-CN" altLang="en-US" sz="1400">
                <a:solidFill>
                  <a:srgbClr val="333333"/>
                </a:solidFill>
                <a:latin typeface="+mn-ea"/>
              </a:rPr>
              <a:t>）的</a:t>
            </a:r>
            <a:r>
              <a:rPr lang="en-US" altLang="zh-CN" sz="1400" smtClean="0">
                <a:solidFill>
                  <a:srgbClr val="333333"/>
                </a:solidFill>
                <a:latin typeface="+mn-ea"/>
              </a:rPr>
              <a:t>port</a:t>
            </a:r>
            <a:r>
              <a:rPr lang="zh-CN" altLang="en-US" sz="1400" smtClean="0">
                <a:solidFill>
                  <a:srgbClr val="333333"/>
                </a:solidFill>
                <a:latin typeface="+mn-ea"/>
              </a:rPr>
              <a:t>保持</a:t>
            </a:r>
            <a:r>
              <a:rPr lang="zh-CN" altLang="en-US" sz="1400">
                <a:solidFill>
                  <a:srgbClr val="333333"/>
                </a:solidFill>
                <a:latin typeface="+mn-ea"/>
              </a:rPr>
              <a:t>一致可解决断连</a:t>
            </a:r>
            <a:r>
              <a:rPr lang="zh-CN" altLang="en-US" sz="1400" smtClean="0">
                <a:solidFill>
                  <a:srgbClr val="333333"/>
                </a:solidFill>
                <a:latin typeface="+mn-ea"/>
              </a:rPr>
              <a:t>问题</a:t>
            </a:r>
            <a:endParaRPr lang="zh-CN" altLang="en-US" sz="1400">
              <a:solidFill>
                <a:srgbClr val="333333"/>
              </a:solidFill>
              <a:latin typeface="+mn-ea"/>
            </a:endParaRPr>
          </a:p>
        </p:txBody>
      </p:sp>
      <p:pic>
        <p:nvPicPr>
          <p:cNvPr id="2050" name="Picture 2" descr="https://secure2.wostatic.cn/static/6NMTMXWygUq8m6CHBbu3H5/image.png?auth_key=1691722895-ur3ruXaMWu4RCpDhEvkyXy-0-630d41735f12d67caef06363f67059f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375189" y="4852905"/>
            <a:ext cx="4511889" cy="1805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56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1665"/>
          </a:xfrm>
          <a:prstGeom prst="rect">
            <a:avLst/>
          </a:prstGeom>
          <a:noFill/>
        </p:spPr>
        <p:txBody>
          <a:bodyPr wrap="square" rtlCol="0">
            <a:spAutoFit/>
          </a:bodyPr>
          <a:lstStyle/>
          <a:p>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rPr>
              <a:t>实际项目问题分析总结</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smtClean="0"/>
              <a:t>04</a:t>
            </a:r>
            <a:endParaRPr kumimoji="1" lang="zh-CN" altLang="en-US" sz="1600" b="1" dirty="0"/>
          </a:p>
        </p:txBody>
      </p:sp>
      <p:sp>
        <p:nvSpPr>
          <p:cNvPr id="6" name="矩形 5"/>
          <p:cNvSpPr/>
          <p:nvPr/>
        </p:nvSpPr>
        <p:spPr>
          <a:xfrm>
            <a:off x="375190" y="930978"/>
            <a:ext cx="11395632" cy="2077492"/>
          </a:xfrm>
          <a:prstGeom prst="rect">
            <a:avLst/>
          </a:prstGeom>
        </p:spPr>
        <p:txBody>
          <a:bodyPr wrap="square">
            <a:spAutoFit/>
          </a:bodyPr>
          <a:lstStyle/>
          <a:p>
            <a:pPr>
              <a:lnSpc>
                <a:spcPct val="150000"/>
              </a:lnSpc>
            </a:pPr>
            <a:r>
              <a:rPr lang="en-US" altLang="zh-CN" sz="1600" b="1" smtClean="0">
                <a:solidFill>
                  <a:srgbClr val="333333"/>
                </a:solidFill>
                <a:latin typeface="+mn-ea"/>
              </a:rPr>
              <a:t>4.4 </a:t>
            </a:r>
            <a:r>
              <a:rPr lang="en-US" altLang="zh-CN" sz="1600" b="1">
                <a:solidFill>
                  <a:srgbClr val="333333"/>
                </a:solidFill>
                <a:latin typeface="+mn-ea"/>
              </a:rPr>
              <a:t>C801</a:t>
            </a:r>
            <a:r>
              <a:rPr lang="zh-CN" altLang="en-US" sz="1600" b="1" smtClean="0">
                <a:solidFill>
                  <a:srgbClr val="333333"/>
                </a:solidFill>
                <a:latin typeface="+mn-ea"/>
              </a:rPr>
              <a:t>后排</a:t>
            </a:r>
            <a:r>
              <a:rPr lang="zh-CN" altLang="en-US" sz="1600" b="1">
                <a:solidFill>
                  <a:srgbClr val="333333"/>
                </a:solidFill>
                <a:latin typeface="+mn-ea"/>
              </a:rPr>
              <a:t>主机输入法无法</a:t>
            </a:r>
            <a:r>
              <a:rPr lang="zh-CN" altLang="en-US" sz="1600" b="1" smtClean="0">
                <a:solidFill>
                  <a:srgbClr val="333333"/>
                </a:solidFill>
                <a:latin typeface="+mn-ea"/>
              </a:rPr>
              <a:t>在两</a:t>
            </a:r>
            <a:r>
              <a:rPr lang="zh-CN" altLang="en-US" sz="1600" b="1">
                <a:solidFill>
                  <a:srgbClr val="333333"/>
                </a:solidFill>
                <a:latin typeface="+mn-ea"/>
              </a:rPr>
              <a:t>个</a:t>
            </a:r>
            <a:r>
              <a:rPr lang="zh-CN" altLang="en-US" sz="1600" b="1" smtClean="0">
                <a:solidFill>
                  <a:srgbClr val="333333"/>
                </a:solidFill>
                <a:latin typeface="+mn-ea"/>
              </a:rPr>
              <a:t>屏幕之前切换问题</a:t>
            </a:r>
            <a:endParaRPr lang="en-US" altLang="zh-CN" sz="1600" b="1" smtClean="0">
              <a:solidFill>
                <a:srgbClr val="333333"/>
              </a:solidFill>
              <a:latin typeface="+mn-ea"/>
            </a:endParaRPr>
          </a:p>
          <a:p>
            <a:pPr>
              <a:lnSpc>
                <a:spcPct val="150000"/>
              </a:lnSpc>
            </a:pPr>
            <a:r>
              <a:rPr lang="zh-CN" altLang="en-US" sz="1400" b="1">
                <a:solidFill>
                  <a:srgbClr val="FF0000"/>
                </a:solidFill>
                <a:latin typeface="+mn-ea"/>
              </a:rPr>
              <a:t>现象</a:t>
            </a:r>
            <a:r>
              <a:rPr lang="zh-CN" altLang="en-US" sz="1400" b="1" smtClean="0">
                <a:solidFill>
                  <a:srgbClr val="FF0000"/>
                </a:solidFill>
                <a:latin typeface="+mn-ea"/>
              </a:rPr>
              <a:t>：</a:t>
            </a:r>
            <a:r>
              <a:rPr lang="zh-CN" altLang="en-US" sz="1400" smtClean="0">
                <a:solidFill>
                  <a:srgbClr val="333333"/>
                </a:solidFill>
                <a:latin typeface="+mn-ea"/>
              </a:rPr>
              <a:t>输入法无法在后排双屏之间切换</a:t>
            </a:r>
            <a:endParaRPr lang="en-US" altLang="zh-CN" sz="1400" smtClean="0">
              <a:solidFill>
                <a:srgbClr val="333333"/>
              </a:solidFill>
              <a:latin typeface="+mn-ea"/>
            </a:endParaRPr>
          </a:p>
          <a:p>
            <a:pPr>
              <a:lnSpc>
                <a:spcPct val="150000"/>
              </a:lnSpc>
            </a:pPr>
            <a:r>
              <a:rPr lang="zh-CN" altLang="en-US" sz="1400" b="1" smtClean="0">
                <a:solidFill>
                  <a:srgbClr val="FF0000"/>
                </a:solidFill>
                <a:latin typeface="+mn-ea"/>
              </a:rPr>
              <a:t>原因：</a:t>
            </a:r>
            <a:r>
              <a:rPr lang="zh-CN" altLang="en-US" sz="1400">
                <a:solidFill>
                  <a:srgbClr val="333333"/>
                </a:solidFill>
                <a:latin typeface="+mn-ea"/>
              </a:rPr>
              <a:t>开启了多屏焦点属性</a:t>
            </a:r>
            <a:r>
              <a:rPr lang="en-US" altLang="zh-CN" sz="1400">
                <a:solidFill>
                  <a:srgbClr val="333333"/>
                </a:solidFill>
                <a:latin typeface="+mn-ea"/>
              </a:rPr>
              <a:t>config_perDisplayFocusEnabled </a:t>
            </a:r>
            <a:r>
              <a:rPr lang="zh-CN" altLang="en-US" sz="1400">
                <a:solidFill>
                  <a:srgbClr val="333333"/>
                </a:solidFill>
                <a:latin typeface="+mn-ea"/>
              </a:rPr>
              <a:t>，此属性会影响</a:t>
            </a:r>
            <a:r>
              <a:rPr lang="en-US" altLang="zh-CN" sz="1400">
                <a:solidFill>
                  <a:srgbClr val="333333"/>
                </a:solidFill>
                <a:latin typeface="+mn-ea"/>
              </a:rPr>
              <a:t>ViewRootImpl handleWindowFocusChanged</a:t>
            </a:r>
            <a:r>
              <a:rPr lang="zh-CN" altLang="en-US" sz="1400">
                <a:solidFill>
                  <a:srgbClr val="333333"/>
                </a:solidFill>
                <a:latin typeface="+mn-ea"/>
              </a:rPr>
              <a:t>方法的逻辑，如果设置为</a:t>
            </a:r>
            <a:r>
              <a:rPr lang="en-US" altLang="zh-CN" sz="1400">
                <a:solidFill>
                  <a:srgbClr val="333333"/>
                </a:solidFill>
                <a:latin typeface="+mn-ea"/>
              </a:rPr>
              <a:t>true</a:t>
            </a:r>
            <a:r>
              <a:rPr lang="zh-CN" altLang="en-US" sz="1400">
                <a:solidFill>
                  <a:srgbClr val="333333"/>
                </a:solidFill>
                <a:latin typeface="+mn-ea"/>
              </a:rPr>
              <a:t>会使</a:t>
            </a:r>
            <a:r>
              <a:rPr lang="en-US" altLang="zh-CN" sz="1400" smtClean="0">
                <a:solidFill>
                  <a:srgbClr val="333333"/>
                </a:solidFill>
                <a:latin typeface="+mn-ea"/>
              </a:rPr>
              <a:t>ViewRootImpl# mWindowFocusChanged</a:t>
            </a:r>
            <a:r>
              <a:rPr lang="zh-CN" altLang="en-US" sz="1400">
                <a:solidFill>
                  <a:srgbClr val="333333"/>
                </a:solidFill>
                <a:latin typeface="+mn-ea"/>
              </a:rPr>
              <a:t>标志位一直为</a:t>
            </a:r>
            <a:r>
              <a:rPr lang="en-US" altLang="zh-CN" sz="1400">
                <a:solidFill>
                  <a:srgbClr val="333333"/>
                </a:solidFill>
                <a:latin typeface="+mn-ea"/>
              </a:rPr>
              <a:t>false</a:t>
            </a:r>
            <a:r>
              <a:rPr lang="zh-CN" altLang="en-US" sz="1400">
                <a:solidFill>
                  <a:srgbClr val="333333"/>
                </a:solidFill>
                <a:latin typeface="+mn-ea"/>
              </a:rPr>
              <a:t>，</a:t>
            </a:r>
            <a:r>
              <a:rPr lang="en-US" altLang="zh-CN" sz="1400">
                <a:solidFill>
                  <a:srgbClr val="333333"/>
                </a:solidFill>
                <a:latin typeface="+mn-ea"/>
              </a:rPr>
              <a:t>handleWindowFocusChanged</a:t>
            </a:r>
            <a:r>
              <a:rPr lang="zh-CN" altLang="en-US" sz="1400">
                <a:solidFill>
                  <a:srgbClr val="333333"/>
                </a:solidFill>
                <a:latin typeface="+mn-ea"/>
              </a:rPr>
              <a:t>方法直接原地</a:t>
            </a:r>
            <a:r>
              <a:rPr lang="en-US" altLang="zh-CN" sz="1400">
                <a:solidFill>
                  <a:srgbClr val="333333"/>
                </a:solidFill>
                <a:latin typeface="+mn-ea"/>
              </a:rPr>
              <a:t>return</a:t>
            </a:r>
            <a:r>
              <a:rPr lang="zh-CN" altLang="en-US" sz="1400">
                <a:solidFill>
                  <a:srgbClr val="333333"/>
                </a:solidFill>
                <a:latin typeface="+mn-ea"/>
              </a:rPr>
              <a:t>，</a:t>
            </a:r>
            <a:r>
              <a:rPr lang="zh-CN" altLang="en-US" sz="1400" smtClean="0">
                <a:solidFill>
                  <a:srgbClr val="333333"/>
                </a:solidFill>
                <a:latin typeface="+mn-ea"/>
              </a:rPr>
              <a:t>不再执行</a:t>
            </a:r>
            <a:r>
              <a:rPr lang="zh-CN" altLang="en-US" sz="1400">
                <a:solidFill>
                  <a:srgbClr val="333333"/>
                </a:solidFill>
                <a:latin typeface="+mn-ea"/>
              </a:rPr>
              <a:t>后面</a:t>
            </a:r>
            <a:r>
              <a:rPr lang="zh-CN" altLang="en-US" sz="1400" smtClean="0">
                <a:solidFill>
                  <a:srgbClr val="333333"/>
                </a:solidFill>
                <a:latin typeface="+mn-ea"/>
              </a:rPr>
              <a:t>逻辑，</a:t>
            </a:r>
            <a:r>
              <a:rPr lang="en-US" altLang="zh-CN" sz="1400" smtClean="0">
                <a:solidFill>
                  <a:srgbClr val="333333"/>
                </a:solidFill>
                <a:latin typeface="+mn-ea"/>
              </a:rPr>
              <a:t>EditText</a:t>
            </a:r>
            <a:r>
              <a:rPr lang="zh-CN" altLang="en-US" sz="1400" smtClean="0">
                <a:solidFill>
                  <a:srgbClr val="333333"/>
                </a:solidFill>
                <a:latin typeface="+mn-ea"/>
              </a:rPr>
              <a:t>不会</a:t>
            </a:r>
            <a:r>
              <a:rPr lang="zh-CN" altLang="en-US" sz="1400">
                <a:solidFill>
                  <a:srgbClr val="333333"/>
                </a:solidFill>
                <a:latin typeface="+mn-ea"/>
              </a:rPr>
              <a:t>再次链接输入法，导致在同一个</a:t>
            </a:r>
            <a:r>
              <a:rPr lang="en-US" altLang="zh-CN" sz="1400">
                <a:solidFill>
                  <a:srgbClr val="333333"/>
                </a:solidFill>
                <a:latin typeface="+mn-ea"/>
              </a:rPr>
              <a:t>EditText</a:t>
            </a:r>
            <a:r>
              <a:rPr lang="zh-CN" altLang="en-US" sz="1400">
                <a:solidFill>
                  <a:srgbClr val="333333"/>
                </a:solidFill>
                <a:latin typeface="+mn-ea"/>
              </a:rPr>
              <a:t>显示输入法</a:t>
            </a:r>
            <a:r>
              <a:rPr lang="zh-CN" altLang="en-US" sz="1400" smtClean="0">
                <a:solidFill>
                  <a:srgbClr val="333333"/>
                </a:solidFill>
                <a:latin typeface="+mn-ea"/>
              </a:rPr>
              <a:t>失败。</a:t>
            </a:r>
            <a:endParaRPr lang="en-US" altLang="zh-CN" sz="1400" smtClean="0">
              <a:solidFill>
                <a:srgbClr val="333333"/>
              </a:solidFill>
              <a:latin typeface="+mn-ea"/>
            </a:endParaRPr>
          </a:p>
          <a:p>
            <a:pPr>
              <a:lnSpc>
                <a:spcPct val="150000"/>
              </a:lnSpc>
            </a:pPr>
            <a:r>
              <a:rPr lang="zh-CN" altLang="en-US" sz="1400" b="1" smtClean="0">
                <a:solidFill>
                  <a:srgbClr val="FF0000"/>
                </a:solidFill>
                <a:latin typeface="+mn-ea"/>
              </a:rPr>
              <a:t>解决：</a:t>
            </a:r>
            <a:r>
              <a:rPr lang="zh-CN" altLang="en-US" sz="1400">
                <a:solidFill>
                  <a:srgbClr val="333333"/>
                </a:solidFill>
                <a:latin typeface="+mn-ea"/>
              </a:rPr>
              <a:t>关闭</a:t>
            </a:r>
            <a:r>
              <a:rPr lang="zh-CN" altLang="en-US" sz="1400" smtClean="0">
                <a:solidFill>
                  <a:srgbClr val="333333"/>
                </a:solidFill>
                <a:latin typeface="+mn-ea"/>
              </a:rPr>
              <a:t>多</a:t>
            </a:r>
            <a:r>
              <a:rPr lang="zh-CN" altLang="en-US" sz="1400">
                <a:solidFill>
                  <a:srgbClr val="333333"/>
                </a:solidFill>
                <a:latin typeface="+mn-ea"/>
              </a:rPr>
              <a:t>屏焦点</a:t>
            </a:r>
            <a:r>
              <a:rPr lang="zh-CN" altLang="en-US" sz="1400" smtClean="0">
                <a:solidFill>
                  <a:srgbClr val="333333"/>
                </a:solidFill>
                <a:latin typeface="+mn-ea"/>
              </a:rPr>
              <a:t>属性，把</a:t>
            </a:r>
            <a:r>
              <a:rPr lang="en-US" altLang="zh-CN" sz="1400" smtClean="0">
                <a:solidFill>
                  <a:srgbClr val="333333"/>
                </a:solidFill>
                <a:latin typeface="+mn-ea"/>
              </a:rPr>
              <a:t>config_perDisplayFocusEnabled </a:t>
            </a:r>
            <a:r>
              <a:rPr lang="zh-CN" altLang="en-US" sz="1400" smtClean="0">
                <a:solidFill>
                  <a:srgbClr val="333333"/>
                </a:solidFill>
                <a:latin typeface="+mn-ea"/>
              </a:rPr>
              <a:t>设置为</a:t>
            </a:r>
            <a:r>
              <a:rPr lang="en-US" altLang="zh-CN" sz="1400" smtClean="0">
                <a:solidFill>
                  <a:srgbClr val="333333"/>
                </a:solidFill>
                <a:latin typeface="+mn-ea"/>
              </a:rPr>
              <a:t>false</a:t>
            </a:r>
            <a:r>
              <a:rPr lang="zh-CN" altLang="en-US" sz="1400" smtClean="0">
                <a:solidFill>
                  <a:srgbClr val="333333"/>
                </a:solidFill>
                <a:latin typeface="+mn-ea"/>
              </a:rPr>
              <a:t>。</a:t>
            </a:r>
            <a:r>
              <a:rPr lang="en-US" altLang="zh-CN" sz="1400" smtClean="0">
                <a:solidFill>
                  <a:srgbClr val="333333"/>
                </a:solidFill>
                <a:latin typeface="+mn-ea"/>
              </a:rPr>
              <a:t>C801</a:t>
            </a:r>
            <a:r>
              <a:rPr lang="zh-CN" altLang="en-US" sz="1400" smtClean="0">
                <a:solidFill>
                  <a:srgbClr val="333333"/>
                </a:solidFill>
                <a:latin typeface="+mn-ea"/>
              </a:rPr>
              <a:t>基线代码上此属性默认开启。</a:t>
            </a:r>
            <a:endParaRPr lang="en-US" altLang="zh-CN" sz="1400">
              <a:solidFill>
                <a:srgbClr val="333333"/>
              </a:solidFill>
              <a:latin typeface="+mn-ea"/>
            </a:endParaRPr>
          </a:p>
        </p:txBody>
      </p:sp>
      <p:pic>
        <p:nvPicPr>
          <p:cNvPr id="4098" name="Picture 2" descr="https://secure2.wostatic.cn/static/hskV1FceLkMcVa86v1z1gB/image.png?auth_key=1691722895-iNdqPeHk98y5nPCkuM378N-0-85d31490ba10bd67fe662a8e360e74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190" y="3444386"/>
            <a:ext cx="11074658" cy="705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61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570391" y="3105835"/>
            <a:ext cx="7387930" cy="646331"/>
          </a:xfrm>
          <a:prstGeom prst="rect">
            <a:avLst/>
          </a:prstGeom>
        </p:spPr>
        <p:txBody>
          <a:bodyPr wrap="square">
            <a:spAutoFit/>
          </a:bodyPr>
          <a:lstStyle/>
          <a:p>
            <a:r>
              <a:rPr lang="en-US" altLang="zh-CN" sz="3600" dirty="0" smtClean="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Thank You</a:t>
            </a:r>
            <a:endParaRPr lang="zh-CN" altLang="en-US" sz="3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81957874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VECTOR" val="969b7ff7-461c-4c06-8a93-c57159ac15d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lnSpc>
            <a:spcPct val="150000"/>
          </a:lnSpc>
          <a:defRPr sz="1200">
            <a:solidFill>
              <a:srgbClr val="333333"/>
            </a:solidFill>
            <a:latin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19595</TotalTime>
  <Words>3143</Words>
  <Application>Microsoft Office PowerPoint</Application>
  <PresentationFormat>宽屏</PresentationFormat>
  <Paragraphs>286</Paragraphs>
  <Slides>37</Slides>
  <Notes>36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宋体</vt:lpstr>
      <vt:lpstr>微软雅黑</vt:lpstr>
      <vt:lpstr>Arial</vt:lpstr>
      <vt:lpstr>Calibri</vt:lpstr>
      <vt:lpstr>Calibri Light</vt:lpstr>
      <vt:lpstr>Office 主题</vt:lpstr>
      <vt:lpstr>Android多用户经验分享  梅浩</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CCS2.0 OTA升级后讯飞应用数据丢失</dc:title>
  <dc:creator>董燕yz</dc:creator>
  <cp:lastModifiedBy>hsns</cp:lastModifiedBy>
  <cp:revision>736</cp:revision>
  <dcterms:created xsi:type="dcterms:W3CDTF">2022-01-19T01:59:27Z</dcterms:created>
  <dcterms:modified xsi:type="dcterms:W3CDTF">2023-08-18T06:36:32Z</dcterms:modified>
  <cp:contentStatus>最终状态</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