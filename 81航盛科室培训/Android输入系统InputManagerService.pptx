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handoutMasterIdLst>
    <p:handoutMasterId r:id="rId56"/>
  </p:handoutMasterIdLst>
  <p:sldIdLst>
    <p:sldId id="566" r:id="rId2"/>
    <p:sldId id="994" r:id="rId3"/>
    <p:sldId id="995" r:id="rId4"/>
    <p:sldId id="996" r:id="rId5"/>
    <p:sldId id="997" r:id="rId6"/>
    <p:sldId id="1016" r:id="rId7"/>
    <p:sldId id="998" r:id="rId8"/>
    <p:sldId id="999" r:id="rId9"/>
    <p:sldId id="1000" r:id="rId10"/>
    <p:sldId id="1001" r:id="rId11"/>
    <p:sldId id="1007" r:id="rId12"/>
    <p:sldId id="1002" r:id="rId13"/>
    <p:sldId id="1003" r:id="rId14"/>
    <p:sldId id="1004" r:id="rId15"/>
    <p:sldId id="1005" r:id="rId16"/>
    <p:sldId id="1006" r:id="rId17"/>
    <p:sldId id="1017" r:id="rId18"/>
    <p:sldId id="1018" r:id="rId19"/>
    <p:sldId id="1019" r:id="rId20"/>
    <p:sldId id="1020" r:id="rId21"/>
    <p:sldId id="1021" r:id="rId22"/>
    <p:sldId id="1022" r:id="rId23"/>
    <p:sldId id="1023" r:id="rId24"/>
    <p:sldId id="1024" r:id="rId25"/>
    <p:sldId id="1008" r:id="rId26"/>
    <p:sldId id="1009" r:id="rId27"/>
    <p:sldId id="1010" r:id="rId28"/>
    <p:sldId id="1011" r:id="rId29"/>
    <p:sldId id="1012" r:id="rId30"/>
    <p:sldId id="1013" r:id="rId31"/>
    <p:sldId id="1045" r:id="rId32"/>
    <p:sldId id="1028" r:id="rId33"/>
    <p:sldId id="1025" r:id="rId34"/>
    <p:sldId id="1015" r:id="rId35"/>
    <p:sldId id="1026" r:id="rId36"/>
    <p:sldId id="1027" r:id="rId37"/>
    <p:sldId id="1029" r:id="rId38"/>
    <p:sldId id="1030" r:id="rId39"/>
    <p:sldId id="1031" r:id="rId40"/>
    <p:sldId id="1032" r:id="rId41"/>
    <p:sldId id="1033" r:id="rId42"/>
    <p:sldId id="1034" r:id="rId43"/>
    <p:sldId id="1035" r:id="rId44"/>
    <p:sldId id="1036" r:id="rId45"/>
    <p:sldId id="1037" r:id="rId46"/>
    <p:sldId id="1038" r:id="rId47"/>
    <p:sldId id="1039" r:id="rId48"/>
    <p:sldId id="1040" r:id="rId49"/>
    <p:sldId id="1041" r:id="rId50"/>
    <p:sldId id="1042" r:id="rId51"/>
    <p:sldId id="1043" r:id="rId52"/>
    <p:sldId id="1044" r:id="rId53"/>
    <p:sldId id="969" r:id="rId54"/>
  </p:sldIdLst>
  <p:sldSz cx="9144000" cy="6858000" type="screen4x3"/>
  <p:notesSz cx="6858000" cy="9144000"/>
  <p:defaultTextStyle>
    <a:defPPr>
      <a:defRPr lang="zh-CN"/>
    </a:defPPr>
    <a:lvl1pPr algn="ctr" rtl="0" fontAlgn="base">
      <a:spcBef>
        <a:spcPct val="0"/>
      </a:spcBef>
      <a:spcAft>
        <a:spcPct val="0"/>
      </a:spcAft>
      <a:defRPr sz="2800" b="1" kern="1200">
        <a:solidFill>
          <a:schemeClr val="tx2"/>
        </a:solidFill>
        <a:latin typeface="仿宋_GB2312" pitchFamily="49" charset="-122"/>
        <a:ea typeface="仿宋_GB2312" pitchFamily="49" charset="-122"/>
        <a:cs typeface="+mn-cs"/>
      </a:defRPr>
    </a:lvl1pPr>
    <a:lvl2pPr marL="457200" algn="ctr" rtl="0" fontAlgn="base">
      <a:spcBef>
        <a:spcPct val="0"/>
      </a:spcBef>
      <a:spcAft>
        <a:spcPct val="0"/>
      </a:spcAft>
      <a:defRPr sz="2800" b="1" kern="1200">
        <a:solidFill>
          <a:schemeClr val="tx2"/>
        </a:solidFill>
        <a:latin typeface="仿宋_GB2312" pitchFamily="49" charset="-122"/>
        <a:ea typeface="仿宋_GB2312" pitchFamily="49" charset="-122"/>
        <a:cs typeface="+mn-cs"/>
      </a:defRPr>
    </a:lvl2pPr>
    <a:lvl3pPr marL="914400" algn="ctr" rtl="0" fontAlgn="base">
      <a:spcBef>
        <a:spcPct val="0"/>
      </a:spcBef>
      <a:spcAft>
        <a:spcPct val="0"/>
      </a:spcAft>
      <a:defRPr sz="2800" b="1" kern="1200">
        <a:solidFill>
          <a:schemeClr val="tx2"/>
        </a:solidFill>
        <a:latin typeface="仿宋_GB2312" pitchFamily="49" charset="-122"/>
        <a:ea typeface="仿宋_GB2312" pitchFamily="49" charset="-122"/>
        <a:cs typeface="+mn-cs"/>
      </a:defRPr>
    </a:lvl3pPr>
    <a:lvl4pPr marL="1371600" algn="ctr" rtl="0" fontAlgn="base">
      <a:spcBef>
        <a:spcPct val="0"/>
      </a:spcBef>
      <a:spcAft>
        <a:spcPct val="0"/>
      </a:spcAft>
      <a:defRPr sz="2800" b="1" kern="1200">
        <a:solidFill>
          <a:schemeClr val="tx2"/>
        </a:solidFill>
        <a:latin typeface="仿宋_GB2312" pitchFamily="49" charset="-122"/>
        <a:ea typeface="仿宋_GB2312" pitchFamily="49" charset="-122"/>
        <a:cs typeface="+mn-cs"/>
      </a:defRPr>
    </a:lvl4pPr>
    <a:lvl5pPr marL="1828800" algn="ctr" rtl="0" fontAlgn="base">
      <a:spcBef>
        <a:spcPct val="0"/>
      </a:spcBef>
      <a:spcAft>
        <a:spcPct val="0"/>
      </a:spcAft>
      <a:defRPr sz="2800" b="1" kern="1200">
        <a:solidFill>
          <a:schemeClr val="tx2"/>
        </a:solidFill>
        <a:latin typeface="仿宋_GB2312" pitchFamily="49" charset="-122"/>
        <a:ea typeface="仿宋_GB2312" pitchFamily="49" charset="-122"/>
        <a:cs typeface="+mn-cs"/>
      </a:defRPr>
    </a:lvl5pPr>
    <a:lvl6pPr marL="2286000" algn="l" defTabSz="914400" rtl="0" eaLnBrk="1" latinLnBrk="0" hangingPunct="1">
      <a:defRPr sz="2800" b="1" kern="1200">
        <a:solidFill>
          <a:schemeClr val="tx2"/>
        </a:solidFill>
        <a:latin typeface="仿宋_GB2312" pitchFamily="49" charset="-122"/>
        <a:ea typeface="仿宋_GB2312" pitchFamily="49" charset="-122"/>
        <a:cs typeface="+mn-cs"/>
      </a:defRPr>
    </a:lvl6pPr>
    <a:lvl7pPr marL="2743200" algn="l" defTabSz="914400" rtl="0" eaLnBrk="1" latinLnBrk="0" hangingPunct="1">
      <a:defRPr sz="2800" b="1" kern="1200">
        <a:solidFill>
          <a:schemeClr val="tx2"/>
        </a:solidFill>
        <a:latin typeface="仿宋_GB2312" pitchFamily="49" charset="-122"/>
        <a:ea typeface="仿宋_GB2312" pitchFamily="49" charset="-122"/>
        <a:cs typeface="+mn-cs"/>
      </a:defRPr>
    </a:lvl7pPr>
    <a:lvl8pPr marL="3200400" algn="l" defTabSz="914400" rtl="0" eaLnBrk="1" latinLnBrk="0" hangingPunct="1">
      <a:defRPr sz="2800" b="1" kern="1200">
        <a:solidFill>
          <a:schemeClr val="tx2"/>
        </a:solidFill>
        <a:latin typeface="仿宋_GB2312" pitchFamily="49" charset="-122"/>
        <a:ea typeface="仿宋_GB2312" pitchFamily="49" charset="-122"/>
        <a:cs typeface="+mn-cs"/>
      </a:defRPr>
    </a:lvl8pPr>
    <a:lvl9pPr marL="3657600" algn="l" defTabSz="914400" rtl="0" eaLnBrk="1" latinLnBrk="0" hangingPunct="1">
      <a:defRPr sz="2800" b="1" kern="1200">
        <a:solidFill>
          <a:schemeClr val="tx2"/>
        </a:solidFill>
        <a:latin typeface="仿宋_GB2312" pitchFamily="49" charset="-122"/>
        <a:ea typeface="仿宋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A9E"/>
    <a:srgbClr val="D60000"/>
    <a:srgbClr val="EE0000"/>
    <a:srgbClr val="DEC92A"/>
    <a:srgbClr val="C09200"/>
    <a:srgbClr val="85C8CD"/>
    <a:srgbClr val="77C78A"/>
    <a:srgbClr val="DAEDEF"/>
    <a:srgbClr val="98E0AB"/>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85" autoAdjust="0"/>
    <p:restoredTop sz="98942" autoAdjust="0"/>
  </p:normalViewPr>
  <p:slideViewPr>
    <p:cSldViewPr>
      <p:cViewPr varScale="1">
        <p:scale>
          <a:sx n="70" d="100"/>
          <a:sy n="70" d="100"/>
        </p:scale>
        <p:origin x="1124"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082"/>
    </p:cViewPr>
  </p:sorterViewPr>
  <p:notesViewPr>
    <p:cSldViewPr>
      <p:cViewPr varScale="1">
        <p:scale>
          <a:sx n="57" d="100"/>
          <a:sy n="57" d="100"/>
        </p:scale>
        <p:origin x="-2604"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b="0">
                <a:solidFill>
                  <a:schemeClr val="tx1"/>
                </a:solidFill>
                <a:latin typeface="Arial" charset="0"/>
                <a:ea typeface="宋体" pitchFamily="2" charset="-122"/>
              </a:defRPr>
            </a:lvl1pPr>
          </a:lstStyle>
          <a:p>
            <a:pPr>
              <a:defRPr/>
            </a:pPr>
            <a:endParaRPr lang="en-US" altLang="zh-CN"/>
          </a:p>
        </p:txBody>
      </p:sp>
      <p:sp>
        <p:nvSpPr>
          <p:cNvPr id="512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solidFill>
                  <a:schemeClr val="tx1"/>
                </a:solidFill>
                <a:latin typeface="Arial" charset="0"/>
                <a:ea typeface="宋体" pitchFamily="2" charset="-122"/>
              </a:defRPr>
            </a:lvl1pPr>
          </a:lstStyle>
          <a:p>
            <a:pPr>
              <a:defRPr/>
            </a:pPr>
            <a:endParaRPr lang="en-US" altLang="zh-CN"/>
          </a:p>
        </p:txBody>
      </p:sp>
      <p:sp>
        <p:nvSpPr>
          <p:cNvPr id="512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b="0">
                <a:solidFill>
                  <a:schemeClr val="tx1"/>
                </a:solidFill>
                <a:latin typeface="Arial" charset="0"/>
                <a:ea typeface="宋体" pitchFamily="2" charset="-122"/>
              </a:defRPr>
            </a:lvl1pPr>
          </a:lstStyle>
          <a:p>
            <a:pPr>
              <a:defRPr/>
            </a:pPr>
            <a:endParaRPr lang="en-US" altLang="zh-CN"/>
          </a:p>
        </p:txBody>
      </p:sp>
      <p:sp>
        <p:nvSpPr>
          <p:cNvPr id="512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solidFill>
                  <a:schemeClr val="tx1"/>
                </a:solidFill>
                <a:latin typeface="Arial" charset="0"/>
                <a:ea typeface="宋体" pitchFamily="2" charset="-122"/>
              </a:defRPr>
            </a:lvl1pPr>
          </a:lstStyle>
          <a:p>
            <a:pPr>
              <a:defRPr/>
            </a:pPr>
            <a:fld id="{5900E12B-3E03-4C16-A562-2C038B3EB465}" type="slidenum">
              <a:rPr lang="en-US" altLang="zh-CN"/>
              <a:pPr>
                <a:defRPr/>
              </a:pPr>
              <a:t>‹#›</a:t>
            </a:fld>
            <a:endParaRPr lang="en-US" altLang="zh-CN"/>
          </a:p>
        </p:txBody>
      </p:sp>
    </p:spTree>
    <p:extLst>
      <p:ext uri="{BB962C8B-B14F-4D97-AF65-F5344CB8AC3E}">
        <p14:creationId xmlns:p14="http://schemas.microsoft.com/office/powerpoint/2010/main" val="507315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b="0">
                <a:solidFill>
                  <a:schemeClr val="tx1"/>
                </a:solidFill>
                <a:latin typeface="Arial" charset="0"/>
                <a:ea typeface="宋体" pitchFamily="2" charset="-122"/>
              </a:defRPr>
            </a:lvl1pPr>
          </a:lstStyle>
          <a:p>
            <a:pPr>
              <a:defRPr/>
            </a:pPr>
            <a:endParaRPr lang="en-US" altLang="zh-CN"/>
          </a:p>
        </p:txBody>
      </p:sp>
      <p:sp>
        <p:nvSpPr>
          <p:cNvPr id="4198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solidFill>
                  <a:schemeClr val="tx1"/>
                </a:solidFill>
                <a:latin typeface="Arial" charset="0"/>
                <a:ea typeface="宋体" pitchFamily="2" charset="-122"/>
              </a:defRPr>
            </a:lvl1pPr>
          </a:lstStyle>
          <a:p>
            <a:pPr>
              <a:defRPr/>
            </a:pPr>
            <a:endParaRPr lang="en-US" altLang="zh-CN"/>
          </a:p>
        </p:txBody>
      </p:sp>
      <p:sp>
        <p:nvSpPr>
          <p:cNvPr id="553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198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199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b="0">
                <a:solidFill>
                  <a:schemeClr val="tx1"/>
                </a:solidFill>
                <a:latin typeface="Arial" charset="0"/>
                <a:ea typeface="宋体" pitchFamily="2" charset="-122"/>
              </a:defRPr>
            </a:lvl1pPr>
          </a:lstStyle>
          <a:p>
            <a:pPr>
              <a:defRPr/>
            </a:pPr>
            <a:endParaRPr lang="en-US" altLang="zh-CN"/>
          </a:p>
        </p:txBody>
      </p:sp>
      <p:sp>
        <p:nvSpPr>
          <p:cNvPr id="4199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solidFill>
                  <a:schemeClr val="tx1"/>
                </a:solidFill>
                <a:latin typeface="Arial" charset="0"/>
                <a:ea typeface="宋体" pitchFamily="2" charset="-122"/>
              </a:defRPr>
            </a:lvl1pPr>
          </a:lstStyle>
          <a:p>
            <a:pPr>
              <a:defRPr/>
            </a:pPr>
            <a:fld id="{C1FAF5E0-AD62-43B9-9D20-DCBCFD5FE5A6}" type="slidenum">
              <a:rPr lang="en-US" altLang="zh-CN"/>
              <a:pPr>
                <a:defRPr/>
              </a:pPr>
              <a:t>‹#›</a:t>
            </a:fld>
            <a:endParaRPr lang="en-US" altLang="zh-CN"/>
          </a:p>
        </p:txBody>
      </p:sp>
    </p:spTree>
    <p:extLst>
      <p:ext uri="{BB962C8B-B14F-4D97-AF65-F5344CB8AC3E}">
        <p14:creationId xmlns:p14="http://schemas.microsoft.com/office/powerpoint/2010/main" val="21697400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pPr>
              <a:defRPr/>
            </a:pPr>
            <a:fld id="{C1FAF5E0-AD62-43B9-9D20-DCBCFD5FE5A6}" type="slidenum">
              <a:rPr lang="en-US" altLang="zh-CN" smtClean="0"/>
              <a:pPr>
                <a:defRPr/>
              </a:pPr>
              <a:t>1</a:t>
            </a:fld>
            <a:endParaRPr lang="en-US" altLang="zh-CN"/>
          </a:p>
        </p:txBody>
      </p:sp>
    </p:spTree>
    <p:extLst>
      <p:ext uri="{BB962C8B-B14F-4D97-AF65-F5344CB8AC3E}">
        <p14:creationId xmlns:p14="http://schemas.microsoft.com/office/powerpoint/2010/main" val="10609563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hart" preserve="1">
  <p:cSld name="标题，文本与图表">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图表占位符 3"/>
          <p:cNvSpPr>
            <a:spLocks noGrp="1"/>
          </p:cNvSpPr>
          <p:nvPr>
            <p:ph type="chart" sz="half" idx="2"/>
          </p:nvPr>
        </p:nvSpPr>
        <p:spPr>
          <a:xfrm>
            <a:off x="4648200" y="1600200"/>
            <a:ext cx="4038600" cy="4525963"/>
          </a:xfrm>
          <a:prstGeom prst="rect">
            <a:avLst/>
          </a:prstGeom>
        </p:spPr>
        <p:txBody>
          <a:bodyPr/>
          <a:lstStyle/>
          <a:p>
            <a:pPr lvl="0"/>
            <a:endParaRPr lang="zh-CN" altLang="en-US" noProof="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剪贴画占位符 3"/>
          <p:cNvSpPr>
            <a:spLocks noGrp="1"/>
          </p:cNvSpPr>
          <p:nvPr>
            <p:ph type="clipArt" sz="half" idx="2"/>
          </p:nvPr>
        </p:nvSpPr>
        <p:spPr>
          <a:xfrm>
            <a:off x="4648200" y="1600200"/>
            <a:ext cx="4038600" cy="4525963"/>
          </a:xfrm>
          <a:prstGeom prst="rect">
            <a:avLst/>
          </a:prstGeom>
        </p:spPr>
        <p:txBody>
          <a:bodyPr/>
          <a:lstStyle/>
          <a:p>
            <a:pPr lvl="0"/>
            <a:endParaRPr lang="zh-CN" altLang="en-US" noProof="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6" cstate="print"/>
          <a:srcRect/>
          <a:stretch>
            <a:fillRect/>
          </a:stretch>
        </a:blipFill>
        <a:effectLst/>
      </p:bgPr>
    </p:bg>
    <p:spTree>
      <p:nvGrpSpPr>
        <p:cNvPr id="1" name=""/>
        <p:cNvGrpSpPr/>
        <p:nvPr/>
      </p:nvGrpSpPr>
      <p:grpSpPr>
        <a:xfrm>
          <a:off x="0" y="0"/>
          <a:ext cx="0" cy="0"/>
          <a:chOff x="0" y="0"/>
          <a:chExt cx="0" cy="0"/>
        </a:xfrm>
      </p:grpSpPr>
      <p:pic>
        <p:nvPicPr>
          <p:cNvPr id="2050" name="Picture 8" descr="页眉二"/>
          <p:cNvPicPr>
            <a:picLocks noChangeAspect="1" noChangeArrowheads="1"/>
          </p:cNvPicPr>
          <p:nvPr/>
        </p:nvPicPr>
        <p:blipFill>
          <a:blip r:embed="rId17" cstate="print"/>
          <a:srcRect/>
          <a:stretch>
            <a:fillRect/>
          </a:stretch>
        </p:blipFill>
        <p:spPr bwMode="auto">
          <a:xfrm>
            <a:off x="0" y="0"/>
            <a:ext cx="9144000" cy="765175"/>
          </a:xfrm>
          <a:prstGeom prst="rect">
            <a:avLst/>
          </a:prstGeom>
          <a:noFill/>
          <a:ln w="9525">
            <a:noFill/>
            <a:miter lim="800000"/>
            <a:headEnd/>
            <a:tailEnd/>
          </a:ln>
        </p:spPr>
      </p:pic>
      <p:pic>
        <p:nvPicPr>
          <p:cNvPr id="2051" name="Picture 9" descr="公司logo"/>
          <p:cNvPicPr>
            <a:picLocks noChangeAspect="1" noChangeArrowheads="1"/>
          </p:cNvPicPr>
          <p:nvPr/>
        </p:nvPicPr>
        <p:blipFill>
          <a:blip r:embed="rId18" cstate="print"/>
          <a:srcRect/>
          <a:stretch>
            <a:fillRect/>
          </a:stretch>
        </p:blipFill>
        <p:spPr bwMode="auto">
          <a:xfrm>
            <a:off x="6659563" y="19050"/>
            <a:ext cx="2255837" cy="547688"/>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rtl="0" eaLnBrk="0" fontAlgn="base" hangingPunct="0">
        <a:spcBef>
          <a:spcPct val="0"/>
        </a:spcBef>
        <a:spcAft>
          <a:spcPct val="0"/>
        </a:spcAft>
        <a:defRPr sz="2800" b="1">
          <a:solidFill>
            <a:schemeClr val="tx2"/>
          </a:solidFill>
          <a:latin typeface="+mj-lt"/>
          <a:ea typeface="+mj-ea"/>
          <a:cs typeface="+mj-cs"/>
        </a:defRPr>
      </a:lvl1pPr>
      <a:lvl2pPr algn="ctr" rtl="0" eaLnBrk="0" fontAlgn="base" hangingPunct="0">
        <a:spcBef>
          <a:spcPct val="0"/>
        </a:spcBef>
        <a:spcAft>
          <a:spcPct val="0"/>
        </a:spcAft>
        <a:defRPr sz="2800" b="1">
          <a:solidFill>
            <a:schemeClr val="tx2"/>
          </a:solidFill>
          <a:latin typeface="仿宋_GB2312" pitchFamily="49" charset="-122"/>
          <a:ea typeface="仿宋_GB2312" pitchFamily="49" charset="-122"/>
        </a:defRPr>
      </a:lvl2pPr>
      <a:lvl3pPr algn="ctr" rtl="0" eaLnBrk="0" fontAlgn="base" hangingPunct="0">
        <a:spcBef>
          <a:spcPct val="0"/>
        </a:spcBef>
        <a:spcAft>
          <a:spcPct val="0"/>
        </a:spcAft>
        <a:defRPr sz="2800" b="1">
          <a:solidFill>
            <a:schemeClr val="tx2"/>
          </a:solidFill>
          <a:latin typeface="仿宋_GB2312" pitchFamily="49" charset="-122"/>
          <a:ea typeface="仿宋_GB2312" pitchFamily="49" charset="-122"/>
        </a:defRPr>
      </a:lvl3pPr>
      <a:lvl4pPr algn="ctr" rtl="0" eaLnBrk="0" fontAlgn="base" hangingPunct="0">
        <a:spcBef>
          <a:spcPct val="0"/>
        </a:spcBef>
        <a:spcAft>
          <a:spcPct val="0"/>
        </a:spcAft>
        <a:defRPr sz="2800" b="1">
          <a:solidFill>
            <a:schemeClr val="tx2"/>
          </a:solidFill>
          <a:latin typeface="仿宋_GB2312" pitchFamily="49" charset="-122"/>
          <a:ea typeface="仿宋_GB2312" pitchFamily="49" charset="-122"/>
        </a:defRPr>
      </a:lvl4pPr>
      <a:lvl5pPr algn="ctr" rtl="0" eaLnBrk="0" fontAlgn="base" hangingPunct="0">
        <a:spcBef>
          <a:spcPct val="0"/>
        </a:spcBef>
        <a:spcAft>
          <a:spcPct val="0"/>
        </a:spcAft>
        <a:defRPr sz="2800" b="1">
          <a:solidFill>
            <a:schemeClr val="tx2"/>
          </a:solidFill>
          <a:latin typeface="仿宋_GB2312" pitchFamily="49" charset="-122"/>
          <a:ea typeface="仿宋_GB2312" pitchFamily="49" charset="-122"/>
        </a:defRPr>
      </a:lvl5pPr>
      <a:lvl6pPr marL="457200" algn="ctr" rtl="0" fontAlgn="base">
        <a:spcBef>
          <a:spcPct val="0"/>
        </a:spcBef>
        <a:spcAft>
          <a:spcPct val="0"/>
        </a:spcAft>
        <a:defRPr sz="2800" b="1">
          <a:solidFill>
            <a:schemeClr val="tx2"/>
          </a:solidFill>
          <a:latin typeface="仿宋_GB2312" pitchFamily="49" charset="-122"/>
          <a:ea typeface="仿宋_GB2312" pitchFamily="49" charset="-122"/>
        </a:defRPr>
      </a:lvl6pPr>
      <a:lvl7pPr marL="914400" algn="ctr" rtl="0" fontAlgn="base">
        <a:spcBef>
          <a:spcPct val="0"/>
        </a:spcBef>
        <a:spcAft>
          <a:spcPct val="0"/>
        </a:spcAft>
        <a:defRPr sz="2800" b="1">
          <a:solidFill>
            <a:schemeClr val="tx2"/>
          </a:solidFill>
          <a:latin typeface="仿宋_GB2312" pitchFamily="49" charset="-122"/>
          <a:ea typeface="仿宋_GB2312" pitchFamily="49" charset="-122"/>
        </a:defRPr>
      </a:lvl7pPr>
      <a:lvl8pPr marL="1371600" algn="ctr" rtl="0" fontAlgn="base">
        <a:spcBef>
          <a:spcPct val="0"/>
        </a:spcBef>
        <a:spcAft>
          <a:spcPct val="0"/>
        </a:spcAft>
        <a:defRPr sz="2800" b="1">
          <a:solidFill>
            <a:schemeClr val="tx2"/>
          </a:solidFill>
          <a:latin typeface="仿宋_GB2312" pitchFamily="49" charset="-122"/>
          <a:ea typeface="仿宋_GB2312" pitchFamily="49" charset="-122"/>
        </a:defRPr>
      </a:lvl8pPr>
      <a:lvl9pPr marL="1828800" algn="ctr" rtl="0" fontAlgn="base">
        <a:spcBef>
          <a:spcPct val="0"/>
        </a:spcBef>
        <a:spcAft>
          <a:spcPct val="0"/>
        </a:spcAft>
        <a:defRPr sz="2800" b="1">
          <a:solidFill>
            <a:schemeClr val="tx2"/>
          </a:solidFill>
          <a:latin typeface="仿宋_GB2312" pitchFamily="49" charset="-122"/>
          <a:ea typeface="仿宋_GB2312" pitchFamily="49" charset="-122"/>
        </a:defRPr>
      </a:lvl9pPr>
    </p:titleStyle>
    <p:bodyStyle>
      <a:lvl1pPr marL="342900" indent="-342900" algn="l" rtl="0" eaLnBrk="0" fontAlgn="base" hangingPunct="0">
        <a:spcBef>
          <a:spcPct val="20000"/>
        </a:spcBef>
        <a:spcAft>
          <a:spcPct val="0"/>
        </a:spcAft>
        <a:buChar char="•"/>
        <a:defRPr sz="2000">
          <a:solidFill>
            <a:schemeClr val="tx1"/>
          </a:solidFill>
          <a:latin typeface="+mn-lt"/>
          <a:ea typeface="宋体" pitchFamily="2"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宋体" pitchFamily="2"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itchFamily="2" charset="-122"/>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notesSlide" Target="../notesSlides/notesSlide1.xml"/><Relationship Id="rId7" Type="http://schemas.openxmlformats.org/officeDocument/2006/relationships/image" Target="../media/image4.e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6.png"/><Relationship Id="rId4" Type="http://schemas.openxmlformats.org/officeDocument/2006/relationships/image" Target="../media/image5.jpe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32" y="0"/>
            <a:ext cx="9144032" cy="6858000"/>
            <a:chOff x="0" y="0"/>
            <a:chExt cx="9286940" cy="6858000"/>
          </a:xfrm>
        </p:grpSpPr>
        <p:pic>
          <p:nvPicPr>
            <p:cNvPr id="14" name="Picture 2" descr="大楼背景3"/>
            <p:cNvPicPr>
              <a:picLocks noChangeAspect="1" noChangeArrowheads="1"/>
            </p:cNvPicPr>
            <p:nvPr/>
          </p:nvPicPr>
          <p:blipFill>
            <a:blip r:embed="rId4" cstate="print"/>
            <a:srcRect/>
            <a:stretch>
              <a:fillRect/>
            </a:stretch>
          </p:blipFill>
          <p:spPr bwMode="auto">
            <a:xfrm>
              <a:off x="0" y="0"/>
              <a:ext cx="9144000" cy="4524375"/>
            </a:xfrm>
            <a:prstGeom prst="rect">
              <a:avLst/>
            </a:prstGeom>
            <a:noFill/>
            <a:ln w="9525">
              <a:noFill/>
              <a:miter lim="800000"/>
              <a:headEnd/>
              <a:tailEnd/>
            </a:ln>
          </p:spPr>
        </p:pic>
        <p:pic>
          <p:nvPicPr>
            <p:cNvPr id="15" name="Picture 3" descr="1"/>
            <p:cNvPicPr>
              <a:picLocks noChangeAspect="1" noChangeArrowheads="1"/>
            </p:cNvPicPr>
            <p:nvPr/>
          </p:nvPicPr>
          <p:blipFill>
            <a:blip r:embed="rId5" cstate="print"/>
            <a:srcRect/>
            <a:stretch>
              <a:fillRect/>
            </a:stretch>
          </p:blipFill>
          <p:spPr bwMode="auto">
            <a:xfrm>
              <a:off x="142940" y="3573463"/>
              <a:ext cx="9144000" cy="3284537"/>
            </a:xfrm>
            <a:prstGeom prst="rect">
              <a:avLst/>
            </a:prstGeom>
            <a:noFill/>
            <a:ln w="9525">
              <a:noFill/>
              <a:miter lim="800000"/>
              <a:headEnd/>
              <a:tailEnd/>
            </a:ln>
          </p:spPr>
        </p:pic>
      </p:grpSp>
      <p:graphicFrame>
        <p:nvGraphicFramePr>
          <p:cNvPr id="1026" name="Object 129"/>
          <p:cNvGraphicFramePr>
            <a:graphicFrameLocks noChangeAspect="1"/>
          </p:cNvGraphicFramePr>
          <p:nvPr/>
        </p:nvGraphicFramePr>
        <p:xfrm>
          <a:off x="5678488" y="5935663"/>
          <a:ext cx="2854325" cy="588962"/>
        </p:xfrm>
        <a:graphic>
          <a:graphicData uri="http://schemas.openxmlformats.org/presentationml/2006/ole">
            <mc:AlternateContent xmlns:mc="http://schemas.openxmlformats.org/markup-compatibility/2006">
              <mc:Choice xmlns:v="urn:schemas-microsoft-com:vml" Requires="v">
                <p:oleObj spid="_x0000_s2779" r:id="rId6" imgW="2767320" imgH="602280" progId="">
                  <p:embed/>
                </p:oleObj>
              </mc:Choice>
              <mc:Fallback>
                <p:oleObj r:id="rId6" imgW="2767320" imgH="602280" progId="">
                  <p:embed/>
                  <p:pic>
                    <p:nvPicPr>
                      <p:cNvPr id="0" name="Object 12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78488" y="5935663"/>
                        <a:ext cx="2854325" cy="588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030" name="Picture 6" descr="5"/>
          <p:cNvPicPr>
            <a:picLocks noChangeAspect="1" noChangeArrowheads="1"/>
          </p:cNvPicPr>
          <p:nvPr/>
        </p:nvPicPr>
        <p:blipFill>
          <a:blip r:embed="rId8" cstate="print"/>
          <a:srcRect/>
          <a:stretch>
            <a:fillRect/>
          </a:stretch>
        </p:blipFill>
        <p:spPr bwMode="auto">
          <a:xfrm>
            <a:off x="395288" y="6165850"/>
            <a:ext cx="2520950" cy="357188"/>
          </a:xfrm>
          <a:prstGeom prst="rect">
            <a:avLst/>
          </a:prstGeom>
          <a:noFill/>
          <a:ln w="9525">
            <a:noFill/>
            <a:miter lim="800000"/>
            <a:headEnd/>
            <a:tailEnd/>
          </a:ln>
        </p:spPr>
      </p:pic>
      <p:pic>
        <p:nvPicPr>
          <p:cNvPr id="1031" name="Picture 7" descr="条"/>
          <p:cNvPicPr>
            <a:picLocks noChangeAspect="1" noChangeArrowheads="1"/>
          </p:cNvPicPr>
          <p:nvPr/>
        </p:nvPicPr>
        <p:blipFill>
          <a:blip r:embed="rId9" cstate="print"/>
          <a:srcRect/>
          <a:stretch>
            <a:fillRect/>
          </a:stretch>
        </p:blipFill>
        <p:spPr bwMode="auto">
          <a:xfrm>
            <a:off x="0" y="4365625"/>
            <a:ext cx="3708400" cy="457200"/>
          </a:xfrm>
          <a:prstGeom prst="rect">
            <a:avLst/>
          </a:prstGeom>
          <a:noFill/>
          <a:ln w="9525">
            <a:noFill/>
            <a:miter lim="800000"/>
            <a:headEnd/>
            <a:tailEnd/>
          </a:ln>
        </p:spPr>
      </p:pic>
      <p:sp>
        <p:nvSpPr>
          <p:cNvPr id="9" name="Text Box 130"/>
          <p:cNvSpPr txBox="1">
            <a:spLocks noChangeArrowheads="1"/>
          </p:cNvSpPr>
          <p:nvPr/>
        </p:nvSpPr>
        <p:spPr bwMode="auto">
          <a:xfrm>
            <a:off x="3347864" y="621303"/>
            <a:ext cx="6049963" cy="3570208"/>
          </a:xfrm>
          <a:prstGeom prst="rect">
            <a:avLst/>
          </a:prstGeom>
          <a:noFill/>
          <a:ln w="9525" algn="ctr">
            <a:noFill/>
            <a:miter lim="800000"/>
            <a:headEnd/>
            <a:tailEnd/>
          </a:ln>
        </p:spPr>
        <p:txBody>
          <a:bodyPr>
            <a:spAutoFit/>
          </a:bodyPr>
          <a:lstStyle/>
          <a:p>
            <a:pPr>
              <a:spcBef>
                <a:spcPct val="50000"/>
              </a:spcBef>
            </a:pPr>
            <a:endParaRPr lang="en-US" altLang="zh-CN" b="0" dirty="0" smtClean="0">
              <a:solidFill>
                <a:schemeClr val="tx1"/>
              </a:solidFill>
              <a:latin typeface="微软雅黑" pitchFamily="34" charset="-122"/>
              <a:ea typeface="微软雅黑" pitchFamily="34" charset="-122"/>
            </a:endParaRPr>
          </a:p>
          <a:p>
            <a:pPr>
              <a:spcBef>
                <a:spcPct val="50000"/>
              </a:spcBef>
            </a:pPr>
            <a:r>
              <a:rPr lang="en-US" altLang="zh-CN" sz="3600" dirty="0" smtClean="0">
                <a:solidFill>
                  <a:schemeClr val="tx1"/>
                </a:solidFill>
                <a:latin typeface="微软雅黑" pitchFamily="34" charset="-122"/>
                <a:ea typeface="微软雅黑" pitchFamily="34" charset="-122"/>
              </a:rPr>
              <a:t>Android</a:t>
            </a:r>
            <a:r>
              <a:rPr lang="zh-CN" altLang="en-US" sz="3600" dirty="0" smtClean="0">
                <a:solidFill>
                  <a:schemeClr val="tx1"/>
                </a:solidFill>
                <a:latin typeface="微软雅黑" pitchFamily="34" charset="-122"/>
                <a:ea typeface="微软雅黑" pitchFamily="34" charset="-122"/>
              </a:rPr>
              <a:t>输入系统</a:t>
            </a:r>
            <a:r>
              <a:rPr lang="en-US" altLang="zh-CN" sz="3600" dirty="0" err="1" smtClean="0">
                <a:solidFill>
                  <a:schemeClr val="tx1"/>
                </a:solidFill>
                <a:latin typeface="微软雅黑" pitchFamily="34" charset="-122"/>
                <a:ea typeface="微软雅黑" pitchFamily="34" charset="-122"/>
              </a:rPr>
              <a:t>InputManagerService</a:t>
            </a:r>
            <a:endParaRPr lang="en-US" altLang="zh-CN" sz="3600" dirty="0" smtClean="0">
              <a:solidFill>
                <a:schemeClr val="tx1"/>
              </a:solidFill>
              <a:latin typeface="微软雅黑" pitchFamily="34" charset="-122"/>
              <a:ea typeface="微软雅黑" pitchFamily="34" charset="-122"/>
            </a:endParaRPr>
          </a:p>
          <a:p>
            <a:pPr>
              <a:spcBef>
                <a:spcPct val="50000"/>
              </a:spcBef>
            </a:pPr>
            <a:endParaRPr lang="en-US" altLang="zh-CN" sz="2400" b="0" dirty="0" smtClean="0">
              <a:solidFill>
                <a:schemeClr val="tx1"/>
              </a:solidFill>
              <a:latin typeface="微软雅黑" pitchFamily="34" charset="-122"/>
              <a:ea typeface="微软雅黑" pitchFamily="34" charset="-122"/>
            </a:endParaRPr>
          </a:p>
          <a:p>
            <a:pPr>
              <a:spcBef>
                <a:spcPct val="50000"/>
              </a:spcBef>
            </a:pPr>
            <a:r>
              <a:rPr lang="en-US" altLang="zh-CN" sz="2400" b="0" dirty="0" smtClean="0">
                <a:solidFill>
                  <a:schemeClr val="tx1"/>
                </a:solidFill>
                <a:latin typeface="微软雅黑" pitchFamily="34" charset="-122"/>
                <a:ea typeface="微软雅黑" pitchFamily="34" charset="-122"/>
              </a:rPr>
              <a:t>Android</a:t>
            </a:r>
            <a:r>
              <a:rPr lang="zh-CN" altLang="en-US" sz="2400" b="0" dirty="0" smtClean="0">
                <a:solidFill>
                  <a:schemeClr val="tx1"/>
                </a:solidFill>
                <a:latin typeface="微软雅黑" pitchFamily="34" charset="-122"/>
                <a:ea typeface="微软雅黑" pitchFamily="34" charset="-122"/>
              </a:rPr>
              <a:t>系统服务</a:t>
            </a:r>
            <a:r>
              <a:rPr lang="en-US" altLang="zh-CN" sz="2400" b="0" dirty="0" smtClean="0">
                <a:solidFill>
                  <a:schemeClr val="tx1"/>
                </a:solidFill>
                <a:latin typeface="微软雅黑" pitchFamily="34" charset="-122"/>
                <a:ea typeface="微软雅黑" pitchFamily="34" charset="-122"/>
              </a:rPr>
              <a:t> </a:t>
            </a:r>
            <a:r>
              <a:rPr lang="zh-CN" altLang="en-US" sz="2400" b="0" dirty="0">
                <a:solidFill>
                  <a:schemeClr val="tx1"/>
                </a:solidFill>
                <a:latin typeface="微软雅黑" pitchFamily="34" charset="-122"/>
                <a:ea typeface="微软雅黑" pitchFamily="34" charset="-122"/>
              </a:rPr>
              <a:t>姚鑫</a:t>
            </a:r>
            <a:endParaRPr lang="en-US" altLang="zh-CN" sz="2400" b="0" dirty="0" smtClean="0">
              <a:solidFill>
                <a:schemeClr val="tx1"/>
              </a:solidFill>
              <a:latin typeface="微软雅黑" pitchFamily="34" charset="-122"/>
              <a:ea typeface="微软雅黑" pitchFamily="34" charset="-122"/>
            </a:endParaRPr>
          </a:p>
          <a:p>
            <a:pPr>
              <a:spcBef>
                <a:spcPct val="50000"/>
              </a:spcBef>
            </a:pPr>
            <a:r>
              <a:rPr lang="en-US" altLang="zh-CN" sz="2400" b="0" smtClean="0">
                <a:solidFill>
                  <a:schemeClr val="tx1"/>
                </a:solidFill>
                <a:latin typeface="微软雅黑" pitchFamily="34" charset="-122"/>
                <a:ea typeface="微软雅黑" pitchFamily="34" charset="-122"/>
              </a:rPr>
              <a:t>2023-7-21</a:t>
            </a:r>
            <a:endParaRPr lang="en-US" altLang="zh-CN" sz="2400" b="0" dirty="0">
              <a:solidFill>
                <a:schemeClr val="tx1"/>
              </a:solidFill>
              <a:latin typeface="微软雅黑" pitchFamily="34" charset="-122"/>
              <a:ea typeface="微软雅黑" pitchFamily="34" charset="-122"/>
            </a:endParaRPr>
          </a:p>
        </p:txBody>
      </p:sp>
      <p:sp>
        <p:nvSpPr>
          <p:cNvPr id="10" name="Text Box 9"/>
          <p:cNvSpPr txBox="1">
            <a:spLocks noChangeArrowheads="1"/>
          </p:cNvSpPr>
          <p:nvPr/>
        </p:nvSpPr>
        <p:spPr bwMode="auto">
          <a:xfrm>
            <a:off x="357158" y="4786322"/>
            <a:ext cx="3960440" cy="400110"/>
          </a:xfrm>
          <a:prstGeom prst="rect">
            <a:avLst/>
          </a:prstGeom>
          <a:noFill/>
          <a:ln w="9525" algn="ctr">
            <a:noFill/>
            <a:miter lim="800000"/>
            <a:headEnd/>
            <a:tailEnd/>
          </a:ln>
          <a:effectLst>
            <a:prstShdw prst="shdw17" dist="17961" dir="2700000">
              <a:srgbClr val="999999"/>
            </a:prstShdw>
          </a:effectLst>
        </p:spPr>
        <p:txBody>
          <a:bodyPr wrap="square">
            <a:spAutoFit/>
          </a:bodyPr>
          <a:lstStyle/>
          <a:p>
            <a:pPr algn="just"/>
            <a:r>
              <a:rPr lang="zh-CN" altLang="en-US" sz="2000">
                <a:solidFill>
                  <a:schemeClr val="tx1"/>
                </a:solidFill>
                <a:latin typeface="仿宋" pitchFamily="49" charset="-122"/>
                <a:ea typeface="仿宋" pitchFamily="49" charset="-122"/>
              </a:rPr>
              <a:t>航盛</a:t>
            </a:r>
            <a:r>
              <a:rPr lang="zh-CN" altLang="en-US" sz="2000" smtClean="0">
                <a:solidFill>
                  <a:schemeClr val="tx1"/>
                </a:solidFill>
                <a:latin typeface="仿宋" pitchFamily="49" charset="-122"/>
                <a:ea typeface="仿宋" pitchFamily="49" charset="-122"/>
              </a:rPr>
              <a:t>电子武汉技术</a:t>
            </a:r>
            <a:r>
              <a:rPr lang="zh-CN" altLang="en-US" sz="2000">
                <a:solidFill>
                  <a:schemeClr val="tx1"/>
                </a:solidFill>
                <a:latin typeface="仿宋" pitchFamily="49" charset="-122"/>
                <a:ea typeface="仿宋" pitchFamily="49" charset="-122"/>
              </a:rPr>
              <a:t>中心</a:t>
            </a:r>
            <a:endParaRPr lang="en-US" altLang="zh-CN" sz="2000">
              <a:solidFill>
                <a:schemeClr val="tx1"/>
              </a:solidFill>
              <a:latin typeface="仿宋" pitchFamily="49" charset="-122"/>
              <a:ea typeface="仿宋" pitchFamily="49" charset="-122"/>
            </a:endParaRPr>
          </a:p>
        </p:txBody>
      </p:sp>
    </p:spTree>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1"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zh-CN" altLang="en-US" sz="3600" kern="0">
                <a:latin typeface="微软雅黑" pitchFamily="34" charset="-122"/>
                <a:ea typeface="微软雅黑" pitchFamily="34" charset="-122"/>
                <a:cs typeface="+mj-cs"/>
              </a:rPr>
              <a:t>目录</a:t>
            </a:r>
            <a:endParaRPr kumimoji="0" lang="en-US" altLang="zh-CN" sz="3600" b="1" i="0" u="none" strike="noStrike" kern="0" cap="none" spc="0" normalizeH="0" baseline="0" noProof="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397808" y="1124744"/>
            <a:ext cx="8319868" cy="4524315"/>
          </a:xfrm>
          <a:prstGeom prst="rect">
            <a:avLst/>
          </a:prstGeom>
          <a:noFill/>
        </p:spPr>
        <p:txBody>
          <a:bodyPr wrap="square" rtlCol="0">
            <a:spAutoFit/>
          </a:bodyPr>
          <a:lstStyle/>
          <a:p>
            <a:pPr marL="457200" indent="-457200" algn="l">
              <a:buAutoNum type="arabicPeriod"/>
            </a:pPr>
            <a:r>
              <a:rPr lang="en-US" altLang="zh-CN" sz="2400" b="0" dirty="0" smtClean="0">
                <a:latin typeface="微软雅黑" panose="020B0503020204020204" pitchFamily="34" charset="-122"/>
                <a:ea typeface="微软雅黑" panose="020B0503020204020204" pitchFamily="34" charset="-122"/>
              </a:rPr>
              <a:t>IMS</a:t>
            </a:r>
            <a:r>
              <a:rPr lang="zh-CN" altLang="en-US" sz="2400" b="0" dirty="0" smtClean="0">
                <a:latin typeface="微软雅黑" panose="020B0503020204020204" pitchFamily="34" charset="-122"/>
                <a:ea typeface="微软雅黑" panose="020B0503020204020204" pitchFamily="34" charset="-122"/>
              </a:rPr>
              <a:t>总体框架</a:t>
            </a:r>
            <a:endParaRPr lang="en-US" altLang="zh-CN" sz="2400" b="0" dirty="0" smtClean="0">
              <a:latin typeface="微软雅黑" panose="020B0503020204020204" pitchFamily="34" charset="-122"/>
              <a:ea typeface="微软雅黑" panose="020B0503020204020204" pitchFamily="34" charset="-122"/>
            </a:endParaRPr>
          </a:p>
          <a:p>
            <a:pPr marL="457200" indent="-457200" algn="l">
              <a:buAutoNum type="arabicPeriod"/>
            </a:pPr>
            <a:r>
              <a:rPr lang="en-US" altLang="zh-CN" sz="2400" b="0" dirty="0" smtClean="0">
                <a:latin typeface="微软雅黑" panose="020B0503020204020204" pitchFamily="34" charset="-122"/>
                <a:ea typeface="微软雅黑" panose="020B0503020204020204" pitchFamily="34" charset="-122"/>
              </a:rPr>
              <a:t>IMS</a:t>
            </a:r>
            <a:r>
              <a:rPr lang="zh-CN" altLang="en-US" sz="2400" b="0" dirty="0" smtClean="0">
                <a:latin typeface="微软雅黑" panose="020B0503020204020204" pitchFamily="34" charset="-122"/>
                <a:ea typeface="微软雅黑" panose="020B0503020204020204" pitchFamily="34" charset="-122"/>
              </a:rPr>
              <a:t>是如何启动的</a:t>
            </a:r>
            <a:endParaRPr lang="en-US" altLang="zh-CN" sz="2400" dirty="0">
              <a:latin typeface="微软雅黑" panose="020B0503020204020204" pitchFamily="34" charset="-122"/>
              <a:ea typeface="微软雅黑" panose="020B0503020204020204" pitchFamily="34" charset="-122"/>
            </a:endParaRPr>
          </a:p>
          <a:p>
            <a:pPr marL="457200" indent="-457200" algn="l">
              <a:buAutoNum type="arabicPeriod"/>
            </a:pPr>
            <a:r>
              <a:rPr lang="en-US" altLang="zh-CN" sz="2400" b="0" dirty="0" err="1" smtClean="0">
                <a:latin typeface="微软雅黑" panose="020B0503020204020204" pitchFamily="34" charset="-122"/>
                <a:ea typeface="微软雅黑" panose="020B0503020204020204" pitchFamily="34" charset="-122"/>
              </a:rPr>
              <a:t>EventHub</a:t>
            </a:r>
            <a:endParaRPr lang="en-US" altLang="zh-CN" sz="2400" b="0" dirty="0" smtClean="0">
              <a:latin typeface="微软雅黑" panose="020B0503020204020204" pitchFamily="34" charset="-122"/>
              <a:ea typeface="微软雅黑" panose="020B0503020204020204" pitchFamily="34" charset="-122"/>
            </a:endParaRPr>
          </a:p>
          <a:p>
            <a:pPr marL="457200" indent="-457200" algn="l">
              <a:buAutoNum type="arabicPeriod"/>
            </a:pPr>
            <a:r>
              <a:rPr lang="en-US" altLang="zh-CN" sz="2400" b="0" dirty="0" err="1" smtClean="0">
                <a:latin typeface="微软雅黑" panose="020B0503020204020204" pitchFamily="34" charset="-122"/>
                <a:ea typeface="微软雅黑" panose="020B0503020204020204" pitchFamily="34" charset="-122"/>
              </a:rPr>
              <a:t>InputReader</a:t>
            </a:r>
            <a:endParaRPr lang="en-US" altLang="zh-CN" sz="2400" b="0" dirty="0" smtClean="0">
              <a:latin typeface="微软雅黑" panose="020B0503020204020204" pitchFamily="34" charset="-122"/>
              <a:ea typeface="微软雅黑" panose="020B0503020204020204" pitchFamily="34" charset="-122"/>
            </a:endParaRPr>
          </a:p>
          <a:p>
            <a:pPr marL="457200" indent="-457200" algn="l">
              <a:buAutoNum type="arabicPeriod"/>
            </a:pPr>
            <a:r>
              <a:rPr lang="en-US" altLang="zh-CN" sz="2400" b="0" dirty="0" err="1" smtClean="0">
                <a:latin typeface="微软雅黑" panose="020B0503020204020204" pitchFamily="34" charset="-122"/>
                <a:ea typeface="微软雅黑" panose="020B0503020204020204" pitchFamily="34" charset="-122"/>
              </a:rPr>
              <a:t>InputDevice</a:t>
            </a:r>
            <a:r>
              <a:rPr lang="zh-CN" altLang="en-US" sz="2400" b="0" dirty="0" smtClean="0">
                <a:latin typeface="微软雅黑" panose="020B0503020204020204" pitchFamily="34" charset="-122"/>
                <a:ea typeface="微软雅黑" panose="020B0503020204020204" pitchFamily="34" charset="-122"/>
              </a:rPr>
              <a:t>及</a:t>
            </a:r>
            <a:r>
              <a:rPr lang="en-US" altLang="zh-CN" sz="2400" b="0" dirty="0" err="1" smtClean="0">
                <a:latin typeface="微软雅黑" panose="020B0503020204020204" pitchFamily="34" charset="-122"/>
                <a:ea typeface="微软雅黑" panose="020B0503020204020204" pitchFamily="34" charset="-122"/>
              </a:rPr>
              <a:t>idc</a:t>
            </a:r>
            <a:r>
              <a:rPr lang="zh-CN" altLang="en-US" sz="2400" b="0" dirty="0" smtClean="0">
                <a:latin typeface="微软雅黑" panose="020B0503020204020204" pitchFamily="34" charset="-122"/>
                <a:ea typeface="微软雅黑" panose="020B0503020204020204" pitchFamily="34" charset="-122"/>
              </a:rPr>
              <a:t>、</a:t>
            </a:r>
            <a:r>
              <a:rPr lang="en-US" altLang="zh-CN" sz="2400" b="0" dirty="0" smtClean="0">
                <a:latin typeface="微软雅黑" panose="020B0503020204020204" pitchFamily="34" charset="-122"/>
                <a:ea typeface="微软雅黑" panose="020B0503020204020204" pitchFamily="34" charset="-122"/>
              </a:rPr>
              <a:t>kl</a:t>
            </a:r>
            <a:r>
              <a:rPr lang="zh-CN" altLang="en-US" sz="2400" b="0" dirty="0" smtClean="0">
                <a:latin typeface="微软雅黑" panose="020B0503020204020204" pitchFamily="34" charset="-122"/>
                <a:ea typeface="微软雅黑" panose="020B0503020204020204" pitchFamily="34" charset="-122"/>
              </a:rPr>
              <a:t>、</a:t>
            </a:r>
            <a:r>
              <a:rPr lang="en-US" altLang="zh-CN" sz="2400" b="0" dirty="0" err="1" smtClean="0">
                <a:latin typeface="微软雅黑" panose="020B0503020204020204" pitchFamily="34" charset="-122"/>
                <a:ea typeface="微软雅黑" panose="020B0503020204020204" pitchFamily="34" charset="-122"/>
              </a:rPr>
              <a:t>kcm</a:t>
            </a:r>
            <a:r>
              <a:rPr lang="zh-CN" altLang="en-US" sz="2400" b="0" dirty="0" smtClean="0">
                <a:latin typeface="微软雅黑" panose="020B0503020204020204" pitchFamily="34" charset="-122"/>
                <a:ea typeface="微软雅黑" panose="020B0503020204020204" pitchFamily="34" charset="-122"/>
              </a:rPr>
              <a:t>配置</a:t>
            </a:r>
            <a:endParaRPr lang="en-US" altLang="zh-CN" sz="2400" b="0" dirty="0" smtClean="0">
              <a:latin typeface="微软雅黑" panose="020B0503020204020204" pitchFamily="34" charset="-122"/>
              <a:ea typeface="微软雅黑" panose="020B0503020204020204" pitchFamily="34" charset="-122"/>
            </a:endParaRPr>
          </a:p>
          <a:p>
            <a:pPr marL="457200" indent="-457200" algn="l">
              <a:buAutoNum type="arabicPeriod"/>
            </a:pPr>
            <a:r>
              <a:rPr lang="en-US" altLang="zh-CN" sz="2400" b="0" dirty="0" err="1" smtClean="0">
                <a:latin typeface="微软雅黑" panose="020B0503020204020204" pitchFamily="34" charset="-122"/>
                <a:ea typeface="微软雅黑" panose="020B0503020204020204" pitchFamily="34" charset="-122"/>
              </a:rPr>
              <a:t>InputDispatcher</a:t>
            </a:r>
            <a:endParaRPr lang="en-US" altLang="zh-CN" sz="2400" b="0" dirty="0">
              <a:latin typeface="微软雅黑" panose="020B0503020204020204" pitchFamily="34" charset="-122"/>
              <a:ea typeface="微软雅黑" panose="020B0503020204020204" pitchFamily="34" charset="-122"/>
            </a:endParaRPr>
          </a:p>
          <a:p>
            <a:pPr marL="457200" indent="-457200" algn="l">
              <a:buAutoNum type="arabicPeriod"/>
            </a:pPr>
            <a:r>
              <a:rPr lang="en-US" altLang="zh-CN" sz="2400" b="0" dirty="0" err="1" smtClean="0">
                <a:latin typeface="微软雅黑" panose="020B0503020204020204" pitchFamily="34" charset="-122"/>
                <a:ea typeface="微软雅黑" panose="020B0503020204020204" pitchFamily="34" charset="-122"/>
              </a:rPr>
              <a:t>InputChannel</a:t>
            </a:r>
            <a:endParaRPr lang="en-US" altLang="zh-CN" sz="2400" b="0" dirty="0" smtClean="0">
              <a:latin typeface="微软雅黑" panose="020B0503020204020204" pitchFamily="34" charset="-122"/>
              <a:ea typeface="微软雅黑" panose="020B0503020204020204" pitchFamily="34" charset="-122"/>
            </a:endParaRPr>
          </a:p>
          <a:p>
            <a:pPr marL="457200" indent="-457200" algn="l">
              <a:buFontTx/>
              <a:buAutoNum type="arabicPeriod"/>
            </a:pPr>
            <a:r>
              <a:rPr lang="en-US" altLang="zh-CN" sz="2400" b="0" dirty="0">
                <a:latin typeface="微软雅黑" panose="020B0503020204020204" pitchFamily="34" charset="-122"/>
                <a:ea typeface="微软雅黑" panose="020B0503020204020204" pitchFamily="34" charset="-122"/>
              </a:rPr>
              <a:t>UI</a:t>
            </a:r>
            <a:r>
              <a:rPr lang="zh-CN" altLang="en-US" sz="2400" b="0" dirty="0">
                <a:latin typeface="微软雅黑" panose="020B0503020204020204" pitchFamily="34" charset="-122"/>
                <a:ea typeface="微软雅黑" panose="020B0503020204020204" pitchFamily="34" charset="-122"/>
              </a:rPr>
              <a:t>线程对</a:t>
            </a:r>
            <a:r>
              <a:rPr lang="en-US" altLang="zh-CN" sz="2400" b="0" dirty="0">
                <a:latin typeface="微软雅黑" panose="020B0503020204020204" pitchFamily="34" charset="-122"/>
                <a:ea typeface="微软雅黑" panose="020B0503020204020204" pitchFamily="34" charset="-122"/>
              </a:rPr>
              <a:t>Input</a:t>
            </a:r>
            <a:r>
              <a:rPr lang="zh-CN" altLang="en-US" sz="2400" b="0" dirty="0">
                <a:latin typeface="微软雅黑" panose="020B0503020204020204" pitchFamily="34" charset="-122"/>
                <a:ea typeface="微软雅黑" panose="020B0503020204020204" pitchFamily="34" charset="-122"/>
              </a:rPr>
              <a:t>事件的分发</a:t>
            </a:r>
          </a:p>
          <a:p>
            <a:pPr marL="457200" indent="-457200" algn="l">
              <a:buFontTx/>
              <a:buAutoNum type="arabicPeriod"/>
            </a:pPr>
            <a:r>
              <a:rPr lang="en-US" altLang="zh-CN" sz="2400" b="0" dirty="0">
                <a:latin typeface="微软雅黑" panose="020B0503020204020204" pitchFamily="34" charset="-122"/>
                <a:ea typeface="微软雅黑" panose="020B0503020204020204" pitchFamily="34" charset="-122"/>
              </a:rPr>
              <a:t>View</a:t>
            </a:r>
            <a:r>
              <a:rPr lang="zh-CN" altLang="en-US" sz="2400" b="0" dirty="0">
                <a:latin typeface="微软雅黑" panose="020B0503020204020204" pitchFamily="34" charset="-122"/>
                <a:ea typeface="微软雅黑" panose="020B0503020204020204" pitchFamily="34" charset="-122"/>
              </a:rPr>
              <a:t>的事件分发</a:t>
            </a:r>
            <a:r>
              <a:rPr lang="zh-CN" altLang="en-US" sz="2400" b="0" dirty="0" smtClean="0">
                <a:latin typeface="微软雅黑" panose="020B0503020204020204" pitchFamily="34" charset="-122"/>
                <a:ea typeface="微软雅黑" panose="020B0503020204020204" pitchFamily="34" charset="-122"/>
              </a:rPr>
              <a:t>机制</a:t>
            </a:r>
            <a:endParaRPr lang="en-US" altLang="zh-CN" sz="2400" b="0" dirty="0" smtClean="0">
              <a:latin typeface="微软雅黑" panose="020B0503020204020204" pitchFamily="34" charset="-122"/>
              <a:ea typeface="微软雅黑" panose="020B0503020204020204" pitchFamily="34" charset="-122"/>
            </a:endParaRPr>
          </a:p>
          <a:p>
            <a:pPr marL="457200" indent="-457200" algn="l">
              <a:buFontTx/>
              <a:buAutoNum type="arabicPeriod"/>
            </a:pPr>
            <a:r>
              <a:rPr lang="zh-CN" altLang="en-US" sz="2400" b="0" dirty="0">
                <a:latin typeface="微软雅黑" panose="020B0503020204020204" pitchFamily="34" charset="-122"/>
                <a:ea typeface="微软雅黑" panose="020B0503020204020204" pitchFamily="34" charset="-122"/>
              </a:rPr>
              <a:t>车</a:t>
            </a:r>
            <a:r>
              <a:rPr lang="zh-CN" altLang="en-US" sz="2400" b="0" dirty="0" smtClean="0">
                <a:latin typeface="微软雅黑" panose="020B0503020204020204" pitchFamily="34" charset="-122"/>
                <a:ea typeface="微软雅黑" panose="020B0503020204020204" pitchFamily="34" charset="-122"/>
              </a:rPr>
              <a:t>机应用</a:t>
            </a:r>
            <a:r>
              <a:rPr lang="en-US" altLang="zh-CN" sz="2400" b="0" dirty="0" smtClean="0">
                <a:latin typeface="微软雅黑" panose="020B0503020204020204" pitchFamily="34" charset="-122"/>
                <a:ea typeface="微软雅黑" panose="020B0503020204020204" pitchFamily="34" charset="-122"/>
              </a:rPr>
              <a:t>—</a:t>
            </a:r>
            <a:r>
              <a:rPr lang="zh-CN" altLang="en-US" sz="2400" b="0" dirty="0" smtClean="0">
                <a:latin typeface="微软雅黑" panose="020B0503020204020204" pitchFamily="34" charset="-122"/>
                <a:ea typeface="微软雅黑" panose="020B0503020204020204" pitchFamily="34" charset="-122"/>
              </a:rPr>
              <a:t>方</a:t>
            </a:r>
            <a:r>
              <a:rPr lang="zh-CN" altLang="en-US" sz="2400" b="0" dirty="0">
                <a:latin typeface="微软雅黑" panose="020B0503020204020204" pitchFamily="34" charset="-122"/>
                <a:ea typeface="微软雅黑" panose="020B0503020204020204" pitchFamily="34" charset="-122"/>
              </a:rPr>
              <a:t>控</a:t>
            </a:r>
            <a:r>
              <a:rPr lang="zh-CN" altLang="en-US" sz="2400" b="0" dirty="0" smtClean="0">
                <a:latin typeface="微软雅黑" panose="020B0503020204020204" pitchFamily="34" charset="-122"/>
                <a:ea typeface="微软雅黑" panose="020B0503020204020204" pitchFamily="34" charset="-122"/>
              </a:rPr>
              <a:t>事件注入到</a:t>
            </a:r>
            <a:r>
              <a:rPr lang="en-US" altLang="zh-CN" sz="2400" b="0" dirty="0" smtClean="0">
                <a:latin typeface="微软雅黑" panose="020B0503020204020204" pitchFamily="34" charset="-122"/>
                <a:ea typeface="微软雅黑" panose="020B0503020204020204" pitchFamily="34" charset="-122"/>
              </a:rPr>
              <a:t>IMS</a:t>
            </a:r>
          </a:p>
          <a:p>
            <a:pPr marL="457200" indent="-457200" algn="l">
              <a:buFontTx/>
              <a:buAutoNum type="arabicPeriod"/>
            </a:pPr>
            <a:r>
              <a:rPr lang="zh-CN" altLang="en-US" sz="2400" b="0" dirty="0">
                <a:latin typeface="微软雅黑" panose="020B0503020204020204" pitchFamily="34" charset="-122"/>
                <a:ea typeface="微软雅黑" panose="020B0503020204020204" pitchFamily="34" charset="-122"/>
              </a:rPr>
              <a:t>车</a:t>
            </a:r>
            <a:r>
              <a:rPr lang="zh-CN" altLang="en-US" sz="2400" b="0" dirty="0" smtClean="0">
                <a:latin typeface="微软雅黑" panose="020B0503020204020204" pitchFamily="34" charset="-122"/>
                <a:ea typeface="微软雅黑" panose="020B0503020204020204" pitchFamily="34" charset="-122"/>
              </a:rPr>
              <a:t>机应用</a:t>
            </a:r>
            <a:r>
              <a:rPr lang="en-US" altLang="zh-CN" sz="2400" b="0" dirty="0" smtClean="0">
                <a:latin typeface="微软雅黑" panose="020B0503020204020204" pitchFamily="34" charset="-122"/>
                <a:ea typeface="微软雅黑" panose="020B0503020204020204" pitchFamily="34" charset="-122"/>
              </a:rPr>
              <a:t>—</a:t>
            </a:r>
            <a:r>
              <a:rPr lang="zh-CN" altLang="en-US" sz="2400" b="0" dirty="0">
                <a:latin typeface="微软雅黑" panose="020B0503020204020204" pitchFamily="34" charset="-122"/>
                <a:ea typeface="微软雅黑" panose="020B0503020204020204" pitchFamily="34" charset="-122"/>
              </a:rPr>
              <a:t>车机两侧的面板按键音</a:t>
            </a:r>
          </a:p>
          <a:p>
            <a:pPr marL="457200" indent="-457200" algn="l">
              <a:buAutoNum type="arabicPeriod"/>
            </a:pPr>
            <a:endParaRPr lang="en-US" altLang="zh-CN" sz="2400" b="0"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493004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a:latin typeface="微软雅黑" panose="020B0503020204020204" pitchFamily="34" charset="-122"/>
                <a:ea typeface="微软雅黑" panose="020B0503020204020204" pitchFamily="34" charset="-122"/>
              </a:rPr>
              <a:t>IMS</a:t>
            </a:r>
            <a:r>
              <a:rPr lang="zh-CN" altLang="en-US" sz="2400" b="0" dirty="0">
                <a:latin typeface="微软雅黑" panose="020B0503020204020204" pitchFamily="34" charset="-122"/>
                <a:ea typeface="微软雅黑" panose="020B0503020204020204" pitchFamily="34" charset="-122"/>
              </a:rPr>
              <a:t>总体框架</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87323" y="836712"/>
            <a:ext cx="8784976" cy="4893647"/>
          </a:xfrm>
          <a:prstGeom prst="rect">
            <a:avLst/>
          </a:prstGeom>
          <a:noFill/>
        </p:spPr>
        <p:txBody>
          <a:bodyPr wrap="square" rtlCol="0">
            <a:spAutoFit/>
          </a:bodyPr>
          <a:lstStyle/>
          <a:p>
            <a:pPr algn="l"/>
            <a:r>
              <a:rPr lang="en-US" altLang="zh-CN" sz="1800" b="0" dirty="0" err="1">
                <a:latin typeface="微软雅黑" panose="020B0503020204020204" pitchFamily="34" charset="-122"/>
                <a:ea typeface="微软雅黑" panose="020B0503020204020204" pitchFamily="34" charset="-122"/>
              </a:rPr>
              <a:t>InputManagerService</a:t>
            </a:r>
            <a:r>
              <a:rPr lang="zh-CN" altLang="en-US" sz="1800" b="0" dirty="0">
                <a:latin typeface="微软雅黑" panose="020B0503020204020204" pitchFamily="34" charset="-122"/>
                <a:ea typeface="微软雅黑" panose="020B0503020204020204" pitchFamily="34" charset="-122"/>
              </a:rPr>
              <a:t>（</a:t>
            </a:r>
            <a:r>
              <a:rPr lang="en-US" altLang="zh-CN" sz="1800" b="0" dirty="0">
                <a:latin typeface="微软雅黑" panose="020B0503020204020204" pitchFamily="34" charset="-122"/>
                <a:ea typeface="微软雅黑" panose="020B0503020204020204" pitchFamily="34" charset="-122"/>
              </a:rPr>
              <a:t>IMS</a:t>
            </a:r>
            <a:r>
              <a:rPr lang="zh-CN" altLang="en-US" sz="1800" b="0" dirty="0">
                <a:latin typeface="微软雅黑" panose="020B0503020204020204" pitchFamily="34" charset="-122"/>
                <a:ea typeface="微软雅黑" panose="020B0503020204020204" pitchFamily="34" charset="-122"/>
              </a:rPr>
              <a:t>）是一个 </a:t>
            </a:r>
            <a:r>
              <a:rPr lang="en-US" altLang="zh-CN" sz="1800" b="0" dirty="0">
                <a:latin typeface="微软雅黑" panose="020B0503020204020204" pitchFamily="34" charset="-122"/>
                <a:ea typeface="微软雅黑" panose="020B0503020204020204" pitchFamily="34" charset="-122"/>
              </a:rPr>
              <a:t>Android </a:t>
            </a:r>
            <a:r>
              <a:rPr lang="zh-CN" altLang="en-US" sz="1800" b="0" dirty="0">
                <a:latin typeface="微软雅黑" panose="020B0503020204020204" pitchFamily="34" charset="-122"/>
                <a:ea typeface="微软雅黑" panose="020B0503020204020204" pitchFamily="34" charset="-122"/>
              </a:rPr>
              <a:t>系统服务，分为</a:t>
            </a:r>
            <a:r>
              <a:rPr lang="en-US" altLang="zh-CN" sz="1800" b="0" dirty="0">
                <a:latin typeface="微软雅黑" panose="020B0503020204020204" pitchFamily="34" charset="-122"/>
                <a:ea typeface="微软雅黑" panose="020B0503020204020204" pitchFamily="34" charset="-122"/>
              </a:rPr>
              <a:t>Java</a:t>
            </a:r>
            <a:r>
              <a:rPr lang="zh-CN" altLang="en-US" sz="1800" b="0" dirty="0">
                <a:latin typeface="微软雅黑" panose="020B0503020204020204" pitchFamily="34" charset="-122"/>
                <a:ea typeface="微软雅黑" panose="020B0503020204020204" pitchFamily="34" charset="-122"/>
              </a:rPr>
              <a:t>层和</a:t>
            </a:r>
            <a:r>
              <a:rPr lang="en-US" altLang="zh-CN" sz="1800" b="0" dirty="0">
                <a:latin typeface="微软雅黑" panose="020B0503020204020204" pitchFamily="34" charset="-122"/>
                <a:ea typeface="微软雅黑" panose="020B0503020204020204" pitchFamily="34" charset="-122"/>
              </a:rPr>
              <a:t>Native</a:t>
            </a:r>
            <a:r>
              <a:rPr lang="zh-CN" altLang="en-US" sz="1800" b="0" dirty="0">
                <a:latin typeface="微软雅黑" panose="020B0503020204020204" pitchFamily="34" charset="-122"/>
                <a:ea typeface="微软雅黑" panose="020B0503020204020204" pitchFamily="34" charset="-122"/>
              </a:rPr>
              <a:t>层两部分，</a:t>
            </a:r>
            <a:r>
              <a:rPr lang="en-US" altLang="zh-CN" sz="1800" b="0" dirty="0">
                <a:latin typeface="微软雅黑" panose="020B0503020204020204" pitchFamily="34" charset="-122"/>
                <a:ea typeface="微软雅黑" panose="020B0503020204020204" pitchFamily="34" charset="-122"/>
              </a:rPr>
              <a:t>Java</a:t>
            </a:r>
            <a:r>
              <a:rPr lang="zh-CN" altLang="en-US" sz="1800" b="0" dirty="0">
                <a:latin typeface="微软雅黑" panose="020B0503020204020204" pitchFamily="34" charset="-122"/>
                <a:ea typeface="微软雅黑" panose="020B0503020204020204" pitchFamily="34" charset="-122"/>
              </a:rPr>
              <a:t>层负责与</a:t>
            </a:r>
            <a:r>
              <a:rPr lang="en-US" altLang="zh-CN" sz="1800" b="0" dirty="0">
                <a:latin typeface="微软雅黑" panose="020B0503020204020204" pitchFamily="34" charset="-122"/>
                <a:ea typeface="微软雅黑" panose="020B0503020204020204" pitchFamily="34" charset="-122"/>
              </a:rPr>
              <a:t>WMS</a:t>
            </a:r>
            <a:r>
              <a:rPr lang="zh-CN" altLang="en-US" sz="1800" b="0" dirty="0">
                <a:latin typeface="微软雅黑" panose="020B0503020204020204" pitchFamily="34" charset="-122"/>
                <a:ea typeface="微软雅黑" panose="020B0503020204020204" pitchFamily="34" charset="-122"/>
              </a:rPr>
              <a:t>通信，而</a:t>
            </a:r>
            <a:r>
              <a:rPr lang="en-US" altLang="zh-CN" sz="1800" b="0" dirty="0">
                <a:latin typeface="微软雅黑" panose="020B0503020204020204" pitchFamily="34" charset="-122"/>
                <a:ea typeface="微软雅黑" panose="020B0503020204020204" pitchFamily="34" charset="-122"/>
              </a:rPr>
              <a:t>Native</a:t>
            </a:r>
            <a:r>
              <a:rPr lang="zh-CN" altLang="en-US" sz="1800" b="0" dirty="0">
                <a:latin typeface="微软雅黑" panose="020B0503020204020204" pitchFamily="34" charset="-122"/>
                <a:ea typeface="微软雅黑" panose="020B0503020204020204" pitchFamily="34" charset="-122"/>
              </a:rPr>
              <a:t>层则是</a:t>
            </a:r>
            <a:r>
              <a:rPr lang="en-US" altLang="zh-CN" sz="1800" b="0" dirty="0" err="1">
                <a:latin typeface="微软雅黑" panose="020B0503020204020204" pitchFamily="34" charset="-122"/>
                <a:ea typeface="微软雅黑" panose="020B0503020204020204" pitchFamily="34" charset="-122"/>
              </a:rPr>
              <a:t>InputReader</a:t>
            </a:r>
            <a:r>
              <a:rPr lang="zh-CN" altLang="en-US" sz="1800" b="0" dirty="0">
                <a:latin typeface="微软雅黑" panose="020B0503020204020204" pitchFamily="34" charset="-122"/>
                <a:ea typeface="微软雅黑" panose="020B0503020204020204" pitchFamily="34" charset="-122"/>
              </a:rPr>
              <a:t>和</a:t>
            </a:r>
            <a:r>
              <a:rPr lang="en-US" altLang="zh-CN" sz="1800" b="0" dirty="0" err="1">
                <a:latin typeface="微软雅黑" panose="020B0503020204020204" pitchFamily="34" charset="-122"/>
                <a:ea typeface="微软雅黑" panose="020B0503020204020204" pitchFamily="34" charset="-122"/>
              </a:rPr>
              <a:t>InputDispatcher</a:t>
            </a:r>
            <a:r>
              <a:rPr lang="zh-CN" altLang="en-US" sz="1800" b="0" dirty="0">
                <a:latin typeface="微软雅黑" panose="020B0503020204020204" pitchFamily="34" charset="-122"/>
                <a:ea typeface="微软雅黑" panose="020B0503020204020204" pitchFamily="34" charset="-122"/>
              </a:rPr>
              <a:t>两个输入系统关键组件的运行容器</a:t>
            </a:r>
            <a:r>
              <a:rPr lang="zh-CN" altLang="en-US" sz="1800" b="0" dirty="0" smtClean="0">
                <a:latin typeface="微软雅黑" panose="020B0503020204020204" pitchFamily="34" charset="-122"/>
                <a:ea typeface="微软雅黑" panose="020B0503020204020204" pitchFamily="34" charset="-122"/>
              </a:rPr>
              <a:t>。总体</a:t>
            </a:r>
            <a:r>
              <a:rPr lang="zh-CN" altLang="en-US" sz="1800" b="0" dirty="0">
                <a:latin typeface="微软雅黑" panose="020B0503020204020204" pitchFamily="34" charset="-122"/>
                <a:ea typeface="微软雅黑" panose="020B0503020204020204" pitchFamily="34" charset="-122"/>
              </a:rPr>
              <a:t>框架图如下：</a:t>
            </a:r>
            <a:endParaRPr lang="en-US" altLang="zh-CN" sz="1800" b="0" dirty="0">
              <a:latin typeface="微软雅黑" panose="020B0503020204020204" pitchFamily="34" charset="-122"/>
              <a:ea typeface="微软雅黑" panose="020B0503020204020204" pitchFamily="34" charset="-122"/>
            </a:endParaRPr>
          </a:p>
          <a:p>
            <a:pPr algn="l"/>
            <a:endParaRPr lang="en-US" altLang="zh-CN" sz="2400" b="0" dirty="0">
              <a:latin typeface="微软雅黑" panose="020B0503020204020204" pitchFamily="34" charset="-122"/>
              <a:ea typeface="微软雅黑" panose="020B0503020204020204" pitchFamily="34" charset="-122"/>
            </a:endParaRPr>
          </a:p>
          <a:p>
            <a:pPr algn="l"/>
            <a:endParaRPr lang="en-US" altLang="zh-CN" sz="2400" b="0" dirty="0" smtClean="0">
              <a:latin typeface="微软雅黑" panose="020B0503020204020204" pitchFamily="34" charset="-122"/>
              <a:ea typeface="微软雅黑" panose="020B0503020204020204" pitchFamily="34" charset="-122"/>
            </a:endParaRPr>
          </a:p>
          <a:p>
            <a:pPr algn="l"/>
            <a:endParaRPr lang="en-US" altLang="zh-CN" sz="2400" b="0" dirty="0">
              <a:latin typeface="微软雅黑" panose="020B0503020204020204" pitchFamily="34" charset="-122"/>
              <a:ea typeface="微软雅黑" panose="020B0503020204020204" pitchFamily="34" charset="-122"/>
            </a:endParaRPr>
          </a:p>
          <a:p>
            <a:pPr algn="l"/>
            <a:endParaRPr lang="en-US" altLang="zh-CN" sz="2400" b="0" dirty="0" smtClean="0">
              <a:latin typeface="微软雅黑" panose="020B0503020204020204" pitchFamily="34" charset="-122"/>
              <a:ea typeface="微软雅黑" panose="020B0503020204020204" pitchFamily="34" charset="-122"/>
            </a:endParaRPr>
          </a:p>
          <a:p>
            <a:pPr algn="l"/>
            <a:endParaRPr lang="en-US" altLang="zh-CN" sz="2400" b="0" dirty="0" smtClean="0">
              <a:latin typeface="微软雅黑" panose="020B0503020204020204" pitchFamily="34" charset="-122"/>
              <a:ea typeface="微软雅黑" panose="020B0503020204020204" pitchFamily="34" charset="-122"/>
            </a:endParaRPr>
          </a:p>
          <a:p>
            <a:pPr algn="l"/>
            <a:endParaRPr lang="en-US" altLang="zh-CN" sz="2400" b="0" dirty="0">
              <a:latin typeface="微软雅黑" panose="020B0503020204020204" pitchFamily="34" charset="-122"/>
              <a:ea typeface="微软雅黑" panose="020B0503020204020204" pitchFamily="34" charset="-122"/>
            </a:endParaRPr>
          </a:p>
          <a:p>
            <a:pPr algn="l"/>
            <a:endParaRPr lang="en-US" altLang="zh-CN" sz="2400" b="0" dirty="0" smtClean="0">
              <a:latin typeface="微软雅黑" panose="020B0503020204020204" pitchFamily="34" charset="-122"/>
              <a:ea typeface="微软雅黑" panose="020B0503020204020204" pitchFamily="34" charset="-122"/>
            </a:endParaRPr>
          </a:p>
          <a:p>
            <a:pPr algn="l"/>
            <a:r>
              <a:rPr lang="en-US" altLang="zh-CN" sz="1800" dirty="0" smtClean="0">
                <a:latin typeface="微软雅黑" panose="020B0503020204020204" pitchFamily="34" charset="-122"/>
                <a:ea typeface="微软雅黑" panose="020B0503020204020204" pitchFamily="34" charset="-122"/>
              </a:rPr>
              <a:t>Kernel</a:t>
            </a:r>
            <a:r>
              <a:rPr lang="zh-CN" altLang="en-US" sz="1800" dirty="0" smtClean="0">
                <a:latin typeface="微软雅黑" panose="020B0503020204020204" pitchFamily="34" charset="-122"/>
                <a:ea typeface="微软雅黑" panose="020B0503020204020204" pitchFamily="34" charset="-122"/>
              </a:rPr>
              <a:t>：</a:t>
            </a:r>
            <a:r>
              <a:rPr lang="zh-CN" altLang="en-US" sz="1800" b="0" dirty="0" smtClean="0">
                <a:latin typeface="微软雅黑" panose="020B0503020204020204" pitchFamily="34" charset="-122"/>
                <a:ea typeface="微软雅黑" panose="020B0503020204020204" pitchFamily="34" charset="-122"/>
              </a:rPr>
              <a:t>接受</a:t>
            </a:r>
            <a:r>
              <a:rPr lang="zh-CN" altLang="en-US" sz="1800" b="0" dirty="0">
                <a:latin typeface="微软雅黑" panose="020B0503020204020204" pitchFamily="34" charset="-122"/>
                <a:ea typeface="微软雅黑" panose="020B0503020204020204" pitchFamily="34" charset="-122"/>
              </a:rPr>
              <a:t>输入设备的中断，并将原始事件的</a:t>
            </a:r>
            <a:r>
              <a:rPr lang="zh-CN" altLang="en-US" sz="1800" b="0" dirty="0" smtClean="0">
                <a:latin typeface="微软雅黑" panose="020B0503020204020204" pitchFamily="34" charset="-122"/>
                <a:ea typeface="微软雅黑" panose="020B0503020204020204" pitchFamily="34" charset="-122"/>
              </a:rPr>
              <a:t>数据</a:t>
            </a:r>
            <a:r>
              <a:rPr lang="zh-CN" altLang="en-US" sz="1800" b="0" dirty="0">
                <a:latin typeface="微软雅黑" panose="020B0503020204020204" pitchFamily="34" charset="-122"/>
                <a:ea typeface="微软雅黑" panose="020B0503020204020204" pitchFamily="34" charset="-122"/>
              </a:rPr>
              <a:t>写入设备</a:t>
            </a:r>
            <a:r>
              <a:rPr lang="zh-CN" altLang="en-US" sz="1800" b="0" dirty="0" smtClean="0">
                <a:latin typeface="微软雅黑" panose="020B0503020204020204" pitchFamily="34" charset="-122"/>
                <a:ea typeface="微软雅黑" panose="020B0503020204020204" pitchFamily="34" charset="-122"/>
              </a:rPr>
              <a:t>节点，</a:t>
            </a:r>
            <a:r>
              <a:rPr lang="zh-CN" altLang="en-US" sz="1800" b="0" dirty="0">
                <a:latin typeface="微软雅黑" panose="020B0503020204020204" pitchFamily="34" charset="-122"/>
                <a:ea typeface="微软雅黑" panose="020B0503020204020204" pitchFamily="34" charset="-122"/>
              </a:rPr>
              <a:t>作为</a:t>
            </a:r>
            <a:r>
              <a:rPr lang="zh-CN" altLang="en-US" sz="1800" b="0" dirty="0" smtClean="0">
                <a:latin typeface="微软雅黑" panose="020B0503020204020204" pitchFamily="34" charset="-122"/>
                <a:ea typeface="微软雅黑" panose="020B0503020204020204" pitchFamily="34" charset="-122"/>
              </a:rPr>
              <a:t>内核与 </a:t>
            </a:r>
            <a:r>
              <a:rPr lang="en-US" altLang="zh-CN" sz="1800" b="0" dirty="0" smtClean="0">
                <a:latin typeface="微软雅黑" panose="020B0503020204020204" pitchFamily="34" charset="-122"/>
                <a:ea typeface="微软雅黑" panose="020B0503020204020204" pitchFamily="34" charset="-122"/>
              </a:rPr>
              <a:t>IMS</a:t>
            </a:r>
            <a:r>
              <a:rPr lang="zh-CN" altLang="en-US" sz="1800" b="0" dirty="0" smtClean="0">
                <a:latin typeface="微软雅黑" panose="020B0503020204020204" pitchFamily="34" charset="-122"/>
                <a:ea typeface="微软雅黑" panose="020B0503020204020204" pitchFamily="34" charset="-122"/>
              </a:rPr>
              <a:t>的</a:t>
            </a:r>
            <a:r>
              <a:rPr lang="zh-CN" altLang="en-US" sz="1800" b="0" dirty="0">
                <a:latin typeface="微软雅黑" panose="020B0503020204020204" pitchFamily="34" charset="-122"/>
                <a:ea typeface="微软雅黑" panose="020B0503020204020204" pitchFamily="34" charset="-122"/>
              </a:rPr>
              <a:t>桥梁，将原始</a:t>
            </a:r>
            <a:r>
              <a:rPr lang="zh-CN" altLang="en-US" sz="1800" b="0" dirty="0" smtClean="0">
                <a:latin typeface="微软雅黑" panose="020B0503020204020204" pitchFamily="34" charset="-122"/>
                <a:ea typeface="微软雅黑" panose="020B0503020204020204" pitchFamily="34" charset="-122"/>
              </a:rPr>
              <a:t>事件</a:t>
            </a:r>
            <a:r>
              <a:rPr lang="zh-CN" altLang="en-US" sz="1800" b="0" dirty="0">
                <a:latin typeface="微软雅黑" panose="020B0503020204020204" pitchFamily="34" charset="-122"/>
                <a:ea typeface="微软雅黑" panose="020B0503020204020204" pitchFamily="34" charset="-122"/>
              </a:rPr>
              <a:t>的数据暴露给用户空间，</a:t>
            </a:r>
            <a:r>
              <a:rPr lang="zh-CN" altLang="en-US" sz="1800" b="0" dirty="0" smtClean="0">
                <a:latin typeface="微软雅黑" panose="020B0503020204020204" pitchFamily="34" charset="-122"/>
                <a:ea typeface="微软雅黑" panose="020B0503020204020204" pitchFamily="34" charset="-122"/>
              </a:rPr>
              <a:t>以便</a:t>
            </a:r>
            <a:r>
              <a:rPr lang="en-US" altLang="zh-CN" sz="1800" b="0" dirty="0">
                <a:latin typeface="微软雅黑" panose="020B0503020204020204" pitchFamily="34" charset="-122"/>
                <a:ea typeface="微软雅黑" panose="020B0503020204020204" pitchFamily="34" charset="-122"/>
              </a:rPr>
              <a:t>IMS</a:t>
            </a:r>
            <a:r>
              <a:rPr lang="zh-CN" altLang="en-US" sz="1800" b="0" dirty="0">
                <a:latin typeface="微软雅黑" panose="020B0503020204020204" pitchFamily="34" charset="-122"/>
                <a:ea typeface="微软雅黑" panose="020B0503020204020204" pitchFamily="34" charset="-122"/>
              </a:rPr>
              <a:t>可以从中读取事件。</a:t>
            </a:r>
            <a:endParaRPr lang="en-US" altLang="zh-CN" sz="1800" b="0" dirty="0">
              <a:latin typeface="微软雅黑" panose="020B0503020204020204" pitchFamily="34" charset="-122"/>
              <a:ea typeface="微软雅黑" panose="020B0503020204020204" pitchFamily="34" charset="-122"/>
            </a:endParaRPr>
          </a:p>
          <a:p>
            <a:pPr algn="l"/>
            <a:r>
              <a:rPr lang="en-US" altLang="zh-CN" sz="1800" dirty="0" err="1" smtClean="0">
                <a:latin typeface="微软雅黑" panose="020B0503020204020204" pitchFamily="34" charset="-122"/>
                <a:ea typeface="微软雅黑" panose="020B0503020204020204" pitchFamily="34" charset="-122"/>
              </a:rPr>
              <a:t>EventHub</a:t>
            </a:r>
            <a:r>
              <a:rPr lang="zh-CN" altLang="en-US" sz="180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直接访问所有的设备节点，通过一个名</a:t>
            </a:r>
            <a:r>
              <a:rPr lang="zh-CN" altLang="en-US" sz="1800" b="0" dirty="0" smtClean="0">
                <a:latin typeface="微软雅黑" panose="020B0503020204020204" pitchFamily="34" charset="-122"/>
                <a:ea typeface="微软雅黑" panose="020B0503020204020204" pitchFamily="34" charset="-122"/>
              </a:rPr>
              <a:t>为</a:t>
            </a:r>
            <a:r>
              <a:rPr lang="en-US" altLang="zh-CN" sz="1800" b="0" dirty="0" err="1" smtClean="0">
                <a:latin typeface="微软雅黑" panose="020B0503020204020204" pitchFamily="34" charset="-122"/>
                <a:ea typeface="微软雅黑" panose="020B0503020204020204" pitchFamily="34" charset="-122"/>
              </a:rPr>
              <a:t>getEvents</a:t>
            </a:r>
            <a:r>
              <a:rPr lang="en-US" altLang="zh-CN" sz="1800" b="0" dirty="0" smtClean="0">
                <a:latin typeface="微软雅黑" panose="020B0503020204020204" pitchFamily="34" charset="-122"/>
                <a:ea typeface="微软雅黑" panose="020B0503020204020204" pitchFamily="34" charset="-122"/>
              </a:rPr>
              <a:t>()</a:t>
            </a:r>
            <a:r>
              <a:rPr lang="zh-CN" altLang="en-US" sz="1800" b="0" dirty="0" smtClean="0">
                <a:latin typeface="微软雅黑" panose="020B0503020204020204" pitchFamily="34" charset="-122"/>
                <a:ea typeface="微软雅黑" panose="020B0503020204020204" pitchFamily="34" charset="-122"/>
              </a:rPr>
              <a:t>的</a:t>
            </a:r>
            <a:r>
              <a:rPr lang="zh-CN" altLang="en-US" sz="1800" b="0" dirty="0">
                <a:latin typeface="微软雅黑" panose="020B0503020204020204" pitchFamily="34" charset="-122"/>
                <a:ea typeface="微软雅黑" panose="020B0503020204020204" pitchFamily="34" charset="-122"/>
              </a:rPr>
              <a:t>函数将所有输入系统相关的待处理的底层事件返回给使用者，包括原始输入事件，设备节点的增删</a:t>
            </a:r>
            <a:r>
              <a:rPr lang="zh-CN" altLang="en-US" sz="1800" b="0" dirty="0" smtClean="0">
                <a:latin typeface="微软雅黑" panose="020B0503020204020204" pitchFamily="34" charset="-122"/>
                <a:ea typeface="微软雅黑" panose="020B0503020204020204" pitchFamily="34" charset="-122"/>
              </a:rPr>
              <a:t>等。</a:t>
            </a:r>
            <a:endParaRPr lang="en-US" altLang="zh-CN" sz="1800" b="0" dirty="0" smtClean="0">
              <a:latin typeface="微软雅黑" panose="020B0503020204020204" pitchFamily="34" charset="-122"/>
              <a:ea typeface="微软雅黑" panose="020B0503020204020204" pitchFamily="34" charset="-122"/>
            </a:endParaRPr>
          </a:p>
          <a:p>
            <a:pPr algn="l"/>
            <a:endParaRPr lang="en-US" altLang="zh-CN" sz="1800" b="0"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7811" y="1762568"/>
            <a:ext cx="9144000" cy="2530528"/>
          </a:xfrm>
          <a:prstGeom prst="rect">
            <a:avLst/>
          </a:prstGeom>
        </p:spPr>
      </p:pic>
    </p:spTree>
    <p:extLst>
      <p:ext uri="{BB962C8B-B14F-4D97-AF65-F5344CB8AC3E}">
        <p14:creationId xmlns:p14="http://schemas.microsoft.com/office/powerpoint/2010/main" val="87567726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a:latin typeface="微软雅黑" panose="020B0503020204020204" pitchFamily="34" charset="-122"/>
                <a:ea typeface="微软雅黑" panose="020B0503020204020204" pitchFamily="34" charset="-122"/>
              </a:rPr>
              <a:t>IMS</a:t>
            </a:r>
            <a:r>
              <a:rPr lang="zh-CN" altLang="en-US" sz="2400" b="0" dirty="0">
                <a:latin typeface="微软雅黑" panose="020B0503020204020204" pitchFamily="34" charset="-122"/>
                <a:ea typeface="微软雅黑" panose="020B0503020204020204" pitchFamily="34" charset="-122"/>
              </a:rPr>
              <a:t>总体框架</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87323" y="836712"/>
            <a:ext cx="8784976" cy="3139321"/>
          </a:xfrm>
          <a:prstGeom prst="rect">
            <a:avLst/>
          </a:prstGeom>
          <a:noFill/>
        </p:spPr>
        <p:txBody>
          <a:bodyPr wrap="square" rtlCol="0">
            <a:spAutoFit/>
          </a:bodyPr>
          <a:lstStyle/>
          <a:p>
            <a:pPr algn="l"/>
            <a:r>
              <a:rPr lang="en-US" altLang="zh-CN" sz="1800" dirty="0" err="1">
                <a:latin typeface="微软雅黑" panose="020B0503020204020204" pitchFamily="34" charset="-122"/>
                <a:ea typeface="微软雅黑" panose="020B0503020204020204" pitchFamily="34" charset="-122"/>
              </a:rPr>
              <a:t>InputReader</a:t>
            </a:r>
            <a:r>
              <a:rPr lang="zh-CN" altLang="en-US" sz="1800" dirty="0">
                <a:latin typeface="微软雅黑" panose="020B0503020204020204" pitchFamily="34" charset="-122"/>
                <a:ea typeface="微软雅黑" panose="020B0503020204020204" pitchFamily="34" charset="-122"/>
              </a:rPr>
              <a:t>：</a:t>
            </a:r>
            <a:r>
              <a:rPr lang="en-US" altLang="zh-CN" sz="1800" b="0" dirty="0" smtClean="0">
                <a:latin typeface="微软雅黑" panose="020B0503020204020204" pitchFamily="34" charset="-122"/>
                <a:ea typeface="微软雅黑" panose="020B0503020204020204" pitchFamily="34" charset="-122"/>
              </a:rPr>
              <a:t>IMS</a:t>
            </a:r>
            <a:r>
              <a:rPr lang="zh-CN" altLang="en-US" sz="1800" b="0" dirty="0" smtClean="0">
                <a:latin typeface="微软雅黑" panose="020B0503020204020204" pitchFamily="34" charset="-122"/>
                <a:ea typeface="微软雅黑" panose="020B0503020204020204" pitchFamily="34" charset="-122"/>
              </a:rPr>
              <a:t>的</a:t>
            </a:r>
            <a:r>
              <a:rPr lang="zh-CN" altLang="en-US" sz="1800" b="0" dirty="0">
                <a:latin typeface="微软雅黑" panose="020B0503020204020204" pitchFamily="34" charset="-122"/>
                <a:ea typeface="微软雅黑" panose="020B0503020204020204" pitchFamily="34" charset="-122"/>
              </a:rPr>
              <a:t>关键</a:t>
            </a:r>
            <a:r>
              <a:rPr lang="zh-CN" altLang="en-US" sz="1800" b="0" dirty="0" smtClean="0">
                <a:latin typeface="微软雅黑" panose="020B0503020204020204" pitchFamily="34" charset="-122"/>
                <a:ea typeface="微软雅黑" panose="020B0503020204020204" pitchFamily="34" charset="-122"/>
              </a:rPr>
              <a:t>组件，</a:t>
            </a:r>
            <a:r>
              <a:rPr lang="zh-CN" altLang="en-US" sz="1800" b="0" dirty="0">
                <a:latin typeface="微软雅黑" panose="020B0503020204020204" pitchFamily="34" charset="-122"/>
                <a:ea typeface="微软雅黑" panose="020B0503020204020204" pitchFamily="34" charset="-122"/>
              </a:rPr>
              <a:t>它运行在一个</a:t>
            </a:r>
            <a:r>
              <a:rPr lang="zh-CN" altLang="en-US" sz="1800" b="0" dirty="0" smtClean="0">
                <a:latin typeface="微软雅黑" panose="020B0503020204020204" pitchFamily="34" charset="-122"/>
                <a:ea typeface="微软雅黑" panose="020B0503020204020204" pitchFamily="34" charset="-122"/>
              </a:rPr>
              <a:t>独立线程</a:t>
            </a:r>
            <a:r>
              <a:rPr lang="en-US" altLang="zh-CN" sz="1800" b="0" dirty="0" smtClean="0">
                <a:latin typeface="微软雅黑" panose="020B0503020204020204" pitchFamily="34" charset="-122"/>
                <a:ea typeface="微软雅黑" panose="020B0503020204020204" pitchFamily="34" charset="-122"/>
              </a:rPr>
              <a:t>(</a:t>
            </a:r>
            <a:r>
              <a:rPr lang="en-US" altLang="zh-CN" sz="1800" b="0" dirty="0" err="1" smtClean="0">
                <a:latin typeface="微软雅黑" panose="020B0503020204020204" pitchFamily="34" charset="-122"/>
                <a:ea typeface="微软雅黑" panose="020B0503020204020204" pitchFamily="34" charset="-122"/>
              </a:rPr>
              <a:t>InputReaderThread</a:t>
            </a:r>
            <a:r>
              <a:rPr lang="en-US" altLang="zh-CN" sz="1800" b="0" dirty="0" smtClean="0">
                <a:latin typeface="微软雅黑" panose="020B0503020204020204" pitchFamily="34" charset="-122"/>
                <a:ea typeface="微软雅黑" panose="020B0503020204020204" pitchFamily="34" charset="-122"/>
              </a:rPr>
              <a:t>)</a:t>
            </a:r>
            <a:r>
              <a:rPr lang="zh-CN" altLang="en-US" sz="1800" b="0" dirty="0" smtClean="0">
                <a:latin typeface="微软雅黑" panose="020B0503020204020204" pitchFamily="34" charset="-122"/>
                <a:ea typeface="微软雅黑" panose="020B0503020204020204" pitchFamily="34" charset="-122"/>
              </a:rPr>
              <a:t>中</a:t>
            </a:r>
            <a:r>
              <a:rPr lang="zh-CN" altLang="en-US" sz="1800" b="0" dirty="0">
                <a:latin typeface="微软雅黑" panose="020B0503020204020204" pitchFamily="34" charset="-122"/>
                <a:ea typeface="微软雅黑" panose="020B0503020204020204" pitchFamily="34" charset="-122"/>
              </a:rPr>
              <a:t>，负责管理输入设备的列表和配置，以及进行输入事件的加工处理，它通过其线程循环不断</a:t>
            </a:r>
            <a:r>
              <a:rPr lang="zh-CN" altLang="en-US" sz="1800" b="0" dirty="0" smtClean="0">
                <a:latin typeface="微软雅黑" panose="020B0503020204020204" pitchFamily="34" charset="-122"/>
                <a:ea typeface="微软雅黑" panose="020B0503020204020204" pitchFamily="34" charset="-122"/>
              </a:rPr>
              <a:t>地调用</a:t>
            </a:r>
            <a:r>
              <a:rPr lang="en-US" altLang="zh-CN" sz="1800" b="0" dirty="0" err="1" smtClean="0">
                <a:latin typeface="微软雅黑" panose="020B0503020204020204" pitchFamily="34" charset="-122"/>
                <a:ea typeface="微软雅黑" panose="020B0503020204020204" pitchFamily="34" charset="-122"/>
              </a:rPr>
              <a:t>getEvents</a:t>
            </a:r>
            <a:r>
              <a:rPr lang="en-US" altLang="zh-CN" sz="1800" b="0" dirty="0" smtClean="0">
                <a:latin typeface="微软雅黑" panose="020B0503020204020204" pitchFamily="34" charset="-122"/>
                <a:ea typeface="微软雅黑" panose="020B0503020204020204" pitchFamily="34" charset="-122"/>
              </a:rPr>
              <a:t>()</a:t>
            </a:r>
            <a:r>
              <a:rPr lang="zh-CN" altLang="en-US" sz="1800" b="0" dirty="0" smtClean="0">
                <a:latin typeface="微软雅黑" panose="020B0503020204020204" pitchFamily="34" charset="-122"/>
                <a:ea typeface="微软雅黑" panose="020B0503020204020204" pitchFamily="34" charset="-122"/>
              </a:rPr>
              <a:t>函数从</a:t>
            </a:r>
            <a:r>
              <a:rPr lang="en-US" altLang="zh-CN" sz="1800" b="0" dirty="0" err="1" smtClean="0">
                <a:latin typeface="微软雅黑" panose="020B0503020204020204" pitchFamily="34" charset="-122"/>
                <a:ea typeface="微软雅黑" panose="020B0503020204020204" pitchFamily="34" charset="-122"/>
              </a:rPr>
              <a:t>EventHub</a:t>
            </a:r>
            <a:r>
              <a:rPr lang="zh-CN" altLang="en-US" sz="1800" b="0" dirty="0" smtClean="0">
                <a:latin typeface="微软雅黑" panose="020B0503020204020204" pitchFamily="34" charset="-122"/>
                <a:ea typeface="微软雅黑" panose="020B0503020204020204" pitchFamily="34" charset="-122"/>
              </a:rPr>
              <a:t>中将</a:t>
            </a:r>
            <a:r>
              <a:rPr lang="zh-CN" altLang="en-US" sz="1800" b="0" dirty="0">
                <a:latin typeface="微软雅黑" panose="020B0503020204020204" pitchFamily="34" charset="-122"/>
                <a:ea typeface="微软雅黑" panose="020B0503020204020204" pitchFamily="34" charset="-122"/>
              </a:rPr>
              <a:t>事件取出并进行</a:t>
            </a:r>
            <a:r>
              <a:rPr lang="zh-CN" altLang="en-US" sz="1800" b="0" dirty="0" smtClean="0">
                <a:latin typeface="微软雅黑" panose="020B0503020204020204" pitchFamily="34" charset="-122"/>
                <a:ea typeface="微软雅黑" panose="020B0503020204020204" pitchFamily="34" charset="-122"/>
              </a:rPr>
              <a:t>处理。对于</a:t>
            </a:r>
            <a:r>
              <a:rPr lang="zh-CN" altLang="en-US" sz="1800" b="0" dirty="0">
                <a:latin typeface="微软雅黑" panose="020B0503020204020204" pitchFamily="34" charset="-122"/>
                <a:ea typeface="微软雅黑" panose="020B0503020204020204" pitchFamily="34" charset="-122"/>
              </a:rPr>
              <a:t>设备节点的增删事件，它会更新</a:t>
            </a:r>
            <a:r>
              <a:rPr lang="zh-CN" altLang="en-US" sz="1800" b="0" dirty="0" smtClean="0">
                <a:latin typeface="微软雅黑" panose="020B0503020204020204" pitchFamily="34" charset="-122"/>
                <a:ea typeface="微软雅黑" panose="020B0503020204020204" pitchFamily="34" charset="-122"/>
              </a:rPr>
              <a:t>输入设备</a:t>
            </a:r>
            <a:r>
              <a:rPr lang="en-US" altLang="zh-CN" sz="1800" b="0" dirty="0" smtClean="0">
                <a:latin typeface="微软雅黑" panose="020B0503020204020204" pitchFamily="34" charset="-122"/>
                <a:ea typeface="微软雅黑" panose="020B0503020204020204" pitchFamily="34" charset="-122"/>
              </a:rPr>
              <a:t>(</a:t>
            </a:r>
            <a:r>
              <a:rPr lang="en-US" altLang="zh-CN" sz="1800" b="0" dirty="0" err="1" smtClean="0">
                <a:latin typeface="微软雅黑" panose="020B0503020204020204" pitchFamily="34" charset="-122"/>
                <a:ea typeface="微软雅黑" panose="020B0503020204020204" pitchFamily="34" charset="-122"/>
              </a:rPr>
              <a:t>InputDevice</a:t>
            </a:r>
            <a:r>
              <a:rPr lang="en-US" altLang="zh-CN" sz="1800" b="0" dirty="0" smtClean="0">
                <a:latin typeface="微软雅黑" panose="020B0503020204020204" pitchFamily="34" charset="-122"/>
                <a:ea typeface="微软雅黑" panose="020B0503020204020204" pitchFamily="34" charset="-122"/>
              </a:rPr>
              <a:t>)</a:t>
            </a:r>
            <a:r>
              <a:rPr lang="zh-CN" altLang="en-US" sz="1800" b="0" dirty="0" smtClean="0">
                <a:latin typeface="微软雅黑" panose="020B0503020204020204" pitchFamily="34" charset="-122"/>
                <a:ea typeface="微软雅黑" panose="020B0503020204020204" pitchFamily="34" charset="-122"/>
              </a:rPr>
              <a:t>列表</a:t>
            </a:r>
            <a:r>
              <a:rPr lang="zh-CN" altLang="en-US" sz="1800" b="0" dirty="0">
                <a:latin typeface="微软雅黑" panose="020B0503020204020204" pitchFamily="34" charset="-122"/>
                <a:ea typeface="微软雅黑" panose="020B0503020204020204" pitchFamily="34" charset="-122"/>
              </a:rPr>
              <a:t>与配置；对于原始输入</a:t>
            </a:r>
            <a:r>
              <a:rPr lang="zh-CN" altLang="en-US" sz="1800" b="0" dirty="0" smtClean="0">
                <a:latin typeface="微软雅黑" panose="020B0503020204020204" pitchFamily="34" charset="-122"/>
                <a:ea typeface="微软雅黑" panose="020B0503020204020204" pitchFamily="34" charset="-122"/>
              </a:rPr>
              <a:t>事件，它会根据</a:t>
            </a:r>
            <a:r>
              <a:rPr lang="en-US" altLang="zh-CN" sz="1800" b="0" dirty="0" err="1" smtClean="0">
                <a:latin typeface="微软雅黑" panose="020B0503020204020204" pitchFamily="34" charset="-122"/>
                <a:ea typeface="微软雅黑" panose="020B0503020204020204" pitchFamily="34" charset="-122"/>
              </a:rPr>
              <a:t>InputDevice</a:t>
            </a:r>
            <a:r>
              <a:rPr lang="zh-CN" altLang="en-US" sz="1800" b="0" dirty="0" smtClean="0">
                <a:latin typeface="微软雅黑" panose="020B0503020204020204" pitchFamily="34" charset="-122"/>
                <a:ea typeface="微软雅黑" panose="020B0503020204020204" pitchFamily="34" charset="-122"/>
              </a:rPr>
              <a:t>使用不同的</a:t>
            </a:r>
            <a:r>
              <a:rPr lang="en-US" altLang="zh-CN" sz="1800" b="0" dirty="0" err="1" smtClean="0">
                <a:latin typeface="微软雅黑" panose="020B0503020204020204" pitchFamily="34" charset="-122"/>
                <a:ea typeface="微软雅黑" panose="020B0503020204020204" pitchFamily="34" charset="-122"/>
              </a:rPr>
              <a:t>InputMapper</a:t>
            </a:r>
            <a:r>
              <a:rPr lang="zh-CN" altLang="en-US" sz="1800" b="0" dirty="0" smtClean="0">
                <a:latin typeface="微软雅黑" panose="020B0503020204020204" pitchFamily="34" charset="-122"/>
                <a:ea typeface="微软雅黑" panose="020B0503020204020204" pitchFamily="34" charset="-122"/>
              </a:rPr>
              <a:t>对</a:t>
            </a:r>
            <a:r>
              <a:rPr lang="zh-CN" altLang="en-US" sz="1800" b="0" dirty="0">
                <a:latin typeface="微软雅黑" panose="020B0503020204020204" pitchFamily="34" charset="-122"/>
                <a:ea typeface="微软雅黑" panose="020B0503020204020204" pitchFamily="34" charset="-122"/>
              </a:rPr>
              <a:t>其进行翻译，组装，封装为包含更多信息，更多可读性的输入事件，然后</a:t>
            </a:r>
            <a:r>
              <a:rPr lang="zh-CN" altLang="en-US" sz="1800" b="0" dirty="0" smtClean="0">
                <a:latin typeface="微软雅黑" panose="020B0503020204020204" pitchFamily="34" charset="-122"/>
                <a:ea typeface="微软雅黑" panose="020B0503020204020204" pitchFamily="34" charset="-122"/>
              </a:rPr>
              <a:t>交</a:t>
            </a:r>
            <a:r>
              <a:rPr lang="en-US" altLang="zh-CN" sz="1800" b="0" dirty="0" err="1" smtClean="0">
                <a:latin typeface="微软雅黑" panose="020B0503020204020204" pitchFamily="34" charset="-122"/>
                <a:ea typeface="微软雅黑" panose="020B0503020204020204" pitchFamily="34" charset="-122"/>
              </a:rPr>
              <a:t>InputDispatcher</a:t>
            </a:r>
            <a:r>
              <a:rPr lang="zh-CN" altLang="en-US" sz="1800" b="0" dirty="0" smtClean="0">
                <a:latin typeface="微软雅黑" panose="020B0503020204020204" pitchFamily="34" charset="-122"/>
                <a:ea typeface="微软雅黑" panose="020B0503020204020204" pitchFamily="34" charset="-122"/>
              </a:rPr>
              <a:t>进行派发。</a:t>
            </a:r>
            <a:endParaRPr lang="en-US" altLang="zh-CN" sz="1800" b="0" dirty="0" smtClean="0">
              <a:latin typeface="微软雅黑" panose="020B0503020204020204" pitchFamily="34" charset="-122"/>
              <a:ea typeface="微软雅黑" panose="020B0503020204020204" pitchFamily="34" charset="-122"/>
            </a:endParaRPr>
          </a:p>
          <a:p>
            <a:pPr algn="l"/>
            <a:r>
              <a:rPr lang="en-US" altLang="zh-CN" sz="1800" dirty="0" err="1" smtClean="0">
                <a:latin typeface="微软雅黑" panose="020B0503020204020204" pitchFamily="34" charset="-122"/>
                <a:ea typeface="微软雅黑" panose="020B0503020204020204" pitchFamily="34" charset="-122"/>
              </a:rPr>
              <a:t>InputDispatcher</a:t>
            </a:r>
            <a:r>
              <a:rPr lang="zh-CN" altLang="en-US" sz="1800" dirty="0" smtClean="0">
                <a:latin typeface="微软雅黑" panose="020B0503020204020204" pitchFamily="34" charset="-122"/>
                <a:ea typeface="微软雅黑" panose="020B0503020204020204" pitchFamily="34" charset="-122"/>
              </a:rPr>
              <a:t>：</a:t>
            </a:r>
            <a:r>
              <a:rPr lang="en-US" altLang="zh-CN" sz="1800" b="0" dirty="0" smtClean="0">
                <a:latin typeface="微软雅黑" panose="020B0503020204020204" pitchFamily="34" charset="-122"/>
                <a:ea typeface="微软雅黑" panose="020B0503020204020204" pitchFamily="34" charset="-122"/>
              </a:rPr>
              <a:t>IMS</a:t>
            </a:r>
            <a:r>
              <a:rPr lang="zh-CN" altLang="en-US" sz="1800" b="0" dirty="0" smtClean="0">
                <a:latin typeface="微软雅黑" panose="020B0503020204020204" pitchFamily="34" charset="-122"/>
                <a:ea typeface="微软雅黑" panose="020B0503020204020204" pitchFamily="34" charset="-122"/>
              </a:rPr>
              <a:t>的关键组件，运行于一个独立线程</a:t>
            </a:r>
            <a:r>
              <a:rPr lang="en-US" altLang="zh-CN" sz="1800" b="0" dirty="0" smtClean="0">
                <a:latin typeface="微软雅黑" panose="020B0503020204020204" pitchFamily="34" charset="-122"/>
                <a:ea typeface="微软雅黑" panose="020B0503020204020204" pitchFamily="34" charset="-122"/>
              </a:rPr>
              <a:t>(</a:t>
            </a:r>
            <a:r>
              <a:rPr lang="en-US" altLang="zh-CN" sz="1800" b="0" dirty="0" err="1" smtClean="0">
                <a:latin typeface="微软雅黑" panose="020B0503020204020204" pitchFamily="34" charset="-122"/>
                <a:ea typeface="微软雅黑" panose="020B0503020204020204" pitchFamily="34" charset="-122"/>
              </a:rPr>
              <a:t>InputDispatcherThread</a:t>
            </a:r>
            <a:r>
              <a:rPr lang="en-US" altLang="zh-CN" sz="1800" b="0" dirty="0" smtClean="0">
                <a:latin typeface="微软雅黑" panose="020B0503020204020204" pitchFamily="34" charset="-122"/>
                <a:ea typeface="微软雅黑" panose="020B0503020204020204" pitchFamily="34" charset="-122"/>
              </a:rPr>
              <a:t>)</a:t>
            </a:r>
            <a:r>
              <a:rPr lang="zh-CN" altLang="en-US" sz="1800" b="0" dirty="0" smtClean="0">
                <a:latin typeface="微软雅黑" panose="020B0503020204020204" pitchFamily="34" charset="-122"/>
                <a:ea typeface="微软雅黑" panose="020B0503020204020204" pitchFamily="34" charset="-122"/>
              </a:rPr>
              <a:t>中，</a:t>
            </a:r>
            <a:r>
              <a:rPr lang="en-US" altLang="zh-CN" sz="1800" b="0" dirty="0" err="1" smtClean="0">
                <a:latin typeface="微软雅黑" panose="020B0503020204020204" pitchFamily="34" charset="-122"/>
                <a:ea typeface="微软雅黑" panose="020B0503020204020204" pitchFamily="34" charset="-122"/>
              </a:rPr>
              <a:t>InputDispatcher</a:t>
            </a:r>
            <a:r>
              <a:rPr lang="zh-CN" altLang="en-US" sz="1800" b="0" dirty="0" smtClean="0">
                <a:latin typeface="微软雅黑" panose="020B0503020204020204" pitchFamily="34" charset="-122"/>
                <a:ea typeface="微软雅黑" panose="020B0503020204020204" pitchFamily="34" charset="-122"/>
              </a:rPr>
              <a:t>中保管来自</a:t>
            </a:r>
            <a:r>
              <a:rPr lang="en-US" altLang="zh-CN" sz="1800" b="0" dirty="0" smtClean="0">
                <a:latin typeface="微软雅黑" panose="020B0503020204020204" pitchFamily="34" charset="-122"/>
                <a:ea typeface="微软雅黑" panose="020B0503020204020204" pitchFamily="34" charset="-122"/>
              </a:rPr>
              <a:t>WMS</a:t>
            </a:r>
            <a:r>
              <a:rPr lang="zh-CN" altLang="en-US" sz="1800" b="0" dirty="0" smtClean="0">
                <a:latin typeface="微软雅黑" panose="020B0503020204020204" pitchFamily="34" charset="-122"/>
                <a:ea typeface="微软雅黑" panose="020B0503020204020204" pitchFamily="34" charset="-122"/>
              </a:rPr>
              <a:t>的所有窗口的信息，收到</a:t>
            </a:r>
            <a:r>
              <a:rPr lang="en-US" altLang="zh-CN" sz="1800" b="0" dirty="0" err="1" smtClean="0">
                <a:latin typeface="微软雅黑" panose="020B0503020204020204" pitchFamily="34" charset="-122"/>
                <a:ea typeface="微软雅黑" panose="020B0503020204020204" pitchFamily="34" charset="-122"/>
              </a:rPr>
              <a:t>InputReader</a:t>
            </a:r>
            <a:r>
              <a:rPr lang="zh-CN" altLang="en-US" sz="1800" b="0" dirty="0" smtClean="0">
                <a:latin typeface="微软雅黑" panose="020B0503020204020204" pitchFamily="34" charset="-122"/>
                <a:ea typeface="微软雅黑" panose="020B0503020204020204" pitchFamily="34" charset="-122"/>
              </a:rPr>
              <a:t>的</a:t>
            </a:r>
            <a:r>
              <a:rPr lang="zh-CN" altLang="en-US" sz="1800" b="0" dirty="0">
                <a:latin typeface="微软雅黑" panose="020B0503020204020204" pitchFamily="34" charset="-122"/>
                <a:ea typeface="微软雅黑" panose="020B0503020204020204" pitchFamily="34" charset="-122"/>
              </a:rPr>
              <a:t>输入事件后，会在其保管的</a:t>
            </a:r>
            <a:r>
              <a:rPr lang="zh-CN" altLang="en-US" sz="1800" b="0" dirty="0" smtClean="0">
                <a:latin typeface="微软雅黑" panose="020B0503020204020204" pitchFamily="34" charset="-122"/>
                <a:ea typeface="微软雅黑" panose="020B0503020204020204" pitchFamily="34" charset="-122"/>
              </a:rPr>
              <a:t>窗口中</a:t>
            </a:r>
            <a:r>
              <a:rPr lang="zh-CN" altLang="en-US" sz="1800" b="0" dirty="0">
                <a:latin typeface="微软雅黑" panose="020B0503020204020204" pitchFamily="34" charset="-122"/>
                <a:ea typeface="微软雅黑" panose="020B0503020204020204" pitchFamily="34" charset="-122"/>
              </a:rPr>
              <a:t>寻找合适的窗口，并将事件派发给此窗口。</a:t>
            </a:r>
            <a:endParaRPr lang="en-US" altLang="zh-CN" sz="1800" b="0" dirty="0" smtClean="0">
              <a:latin typeface="微软雅黑" panose="020B0503020204020204" pitchFamily="34" charset="-122"/>
              <a:ea typeface="微软雅黑" panose="020B0503020204020204" pitchFamily="34" charset="-122"/>
            </a:endParaRPr>
          </a:p>
          <a:p>
            <a:pPr algn="l"/>
            <a:r>
              <a:rPr lang="en-US" altLang="zh-CN" sz="1800" dirty="0" err="1" smtClean="0">
                <a:latin typeface="微软雅黑" panose="020B0503020204020204" pitchFamily="34" charset="-122"/>
                <a:ea typeface="微软雅黑" panose="020B0503020204020204" pitchFamily="34" charset="-122"/>
              </a:rPr>
              <a:t>NativeInputManager</a:t>
            </a:r>
            <a:r>
              <a:rPr lang="zh-CN" altLang="en-US" sz="1800" dirty="0" smtClean="0">
                <a:latin typeface="微软雅黑" panose="020B0503020204020204" pitchFamily="34" charset="-122"/>
                <a:ea typeface="微软雅黑" panose="020B0503020204020204" pitchFamily="34" charset="-122"/>
              </a:rPr>
              <a:t>：</a:t>
            </a:r>
            <a:r>
              <a:rPr lang="zh-CN" altLang="en-US" sz="1800" b="0" dirty="0" smtClean="0">
                <a:latin typeface="微软雅黑" panose="020B0503020204020204" pitchFamily="34" charset="-122"/>
                <a:ea typeface="微软雅黑" panose="020B0503020204020204" pitchFamily="34" charset="-122"/>
              </a:rPr>
              <a:t>用于</a:t>
            </a:r>
            <a:r>
              <a:rPr lang="en-US" altLang="zh-CN" sz="1800" b="0" dirty="0" smtClean="0">
                <a:latin typeface="微软雅黑" panose="020B0503020204020204" pitchFamily="34" charset="-122"/>
                <a:ea typeface="微软雅黑" panose="020B0503020204020204" pitchFamily="34" charset="-122"/>
              </a:rPr>
              <a:t>Java</a:t>
            </a:r>
            <a:r>
              <a:rPr lang="zh-CN" altLang="en-US" sz="1800" b="0" dirty="0" smtClean="0">
                <a:latin typeface="微软雅黑" panose="020B0503020204020204" pitchFamily="34" charset="-122"/>
                <a:ea typeface="微软雅黑" panose="020B0503020204020204" pitchFamily="34" charset="-122"/>
              </a:rPr>
              <a:t>层和</a:t>
            </a:r>
            <a:r>
              <a:rPr lang="en-US" altLang="zh-CN" sz="1800" b="0" dirty="0">
                <a:latin typeface="微软雅黑" panose="020B0503020204020204" pitchFamily="34" charset="-122"/>
                <a:ea typeface="微软雅黑" panose="020B0503020204020204" pitchFamily="34" charset="-122"/>
              </a:rPr>
              <a:t>Native</a:t>
            </a:r>
            <a:r>
              <a:rPr lang="zh-CN" altLang="en-US" sz="1800" b="0" dirty="0" smtClean="0">
                <a:latin typeface="微软雅黑" panose="020B0503020204020204" pitchFamily="34" charset="-122"/>
                <a:ea typeface="微软雅黑" panose="020B0503020204020204" pitchFamily="34" charset="-122"/>
              </a:rPr>
              <a:t>层通讯和事件传递。</a:t>
            </a:r>
            <a:endParaRPr lang="en-US" altLang="zh-CN" sz="1800" b="0" dirty="0" smtClean="0">
              <a:latin typeface="微软雅黑" panose="020B0503020204020204" pitchFamily="34" charset="-122"/>
              <a:ea typeface="微软雅黑" panose="020B0503020204020204" pitchFamily="34" charset="-122"/>
            </a:endParaRPr>
          </a:p>
          <a:p>
            <a:pPr algn="l"/>
            <a:r>
              <a:rPr lang="en-US" altLang="zh-CN" sz="1800" dirty="0" err="1" smtClean="0">
                <a:latin typeface="微软雅黑" panose="020B0503020204020204" pitchFamily="34" charset="-122"/>
                <a:ea typeface="微软雅黑" panose="020B0503020204020204" pitchFamily="34" charset="-122"/>
              </a:rPr>
              <a:t>InputManagerService</a:t>
            </a:r>
            <a:r>
              <a:rPr lang="zh-CN" altLang="en-US" sz="1800" dirty="0" smtClean="0">
                <a:latin typeface="微软雅黑" panose="020B0503020204020204" pitchFamily="34" charset="-122"/>
                <a:ea typeface="微软雅黑" panose="020B0503020204020204" pitchFamily="34" charset="-122"/>
              </a:rPr>
              <a:t>：</a:t>
            </a:r>
            <a:r>
              <a:rPr lang="en-US" altLang="zh-CN" sz="1800" b="0" dirty="0" smtClean="0">
                <a:latin typeface="微软雅黑" panose="020B0503020204020204" pitchFamily="34" charset="-122"/>
                <a:ea typeface="微软雅黑" panose="020B0503020204020204" pitchFamily="34" charset="-122"/>
              </a:rPr>
              <a:t>Java</a:t>
            </a:r>
            <a:r>
              <a:rPr lang="zh-CN" altLang="en-US" sz="1800" b="0" dirty="0" smtClean="0">
                <a:latin typeface="微软雅黑" panose="020B0503020204020204" pitchFamily="34" charset="-122"/>
                <a:ea typeface="微软雅黑" panose="020B0503020204020204" pitchFamily="34" charset="-122"/>
              </a:rPr>
              <a:t>层的一个</a:t>
            </a:r>
            <a:r>
              <a:rPr lang="en-US" altLang="zh-CN" sz="1800" b="0" dirty="0" smtClean="0">
                <a:latin typeface="微软雅黑" panose="020B0503020204020204" pitchFamily="34" charset="-122"/>
                <a:ea typeface="微软雅黑" panose="020B0503020204020204" pitchFamily="34" charset="-122"/>
              </a:rPr>
              <a:t>Android</a:t>
            </a:r>
            <a:r>
              <a:rPr lang="zh-CN" altLang="en-US" sz="1800" b="0" dirty="0" smtClean="0">
                <a:latin typeface="微软雅黑" panose="020B0503020204020204" pitchFamily="34" charset="-122"/>
                <a:ea typeface="微软雅黑" panose="020B0503020204020204" pitchFamily="34" charset="-122"/>
              </a:rPr>
              <a:t>系统服务，在</a:t>
            </a:r>
            <a:r>
              <a:rPr lang="en-US" altLang="zh-CN" sz="1800" b="0" dirty="0" err="1" smtClean="0">
                <a:latin typeface="微软雅黑" panose="020B0503020204020204" pitchFamily="34" charset="-122"/>
                <a:ea typeface="微软雅黑" panose="020B0503020204020204" pitchFamily="34" charset="-122"/>
              </a:rPr>
              <a:t>SystemServer</a:t>
            </a:r>
            <a:r>
              <a:rPr lang="zh-CN" altLang="en-US" sz="1800" b="0" dirty="0" smtClean="0">
                <a:latin typeface="微软雅黑" panose="020B0503020204020204" pitchFamily="34" charset="-122"/>
                <a:ea typeface="微软雅黑" panose="020B0503020204020204" pitchFamily="34" charset="-122"/>
              </a:rPr>
              <a:t>中创建。</a:t>
            </a:r>
            <a:endParaRPr lang="en-US" altLang="zh-CN" sz="180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683562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a:latin typeface="微软雅黑" panose="020B0503020204020204" pitchFamily="34" charset="-122"/>
                <a:ea typeface="微软雅黑" panose="020B0503020204020204" pitchFamily="34" charset="-122"/>
              </a:rPr>
              <a:t>IMS</a:t>
            </a:r>
            <a:r>
              <a:rPr lang="zh-CN" altLang="en-US" sz="2400" b="0" dirty="0">
                <a:latin typeface="微软雅黑" panose="020B0503020204020204" pitchFamily="34" charset="-122"/>
                <a:ea typeface="微软雅黑" panose="020B0503020204020204" pitchFamily="34" charset="-122"/>
              </a:rPr>
              <a:t>是如何启动的</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369332"/>
          </a:xfrm>
          <a:prstGeom prst="rect">
            <a:avLst/>
          </a:prstGeom>
          <a:noFill/>
        </p:spPr>
        <p:txBody>
          <a:bodyPr wrap="square" rtlCol="0">
            <a:spAutoFit/>
          </a:bodyPr>
          <a:lstStyle/>
          <a:p>
            <a:pPr algn="l"/>
            <a:r>
              <a:rPr lang="en-US" altLang="zh-CN" sz="1800" b="0" dirty="0" smtClean="0">
                <a:latin typeface="微软雅黑" panose="020B0503020204020204" pitchFamily="34" charset="-122"/>
                <a:ea typeface="微软雅黑" panose="020B0503020204020204" pitchFamily="34" charset="-122"/>
              </a:rPr>
              <a:t>IMS</a:t>
            </a:r>
            <a:r>
              <a:rPr lang="zh-CN" altLang="en-US" sz="1800" b="0" dirty="0" smtClean="0">
                <a:latin typeface="微软雅黑" panose="020B0503020204020204" pitchFamily="34" charset="-122"/>
                <a:ea typeface="微软雅黑" panose="020B0503020204020204" pitchFamily="34" charset="-122"/>
              </a:rPr>
              <a:t>的启动时序图如下：</a:t>
            </a:r>
            <a:endParaRPr lang="en-US" altLang="zh-CN" sz="1800" b="0" dirty="0" smtClean="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0" y="1340768"/>
            <a:ext cx="9144000" cy="4895393"/>
          </a:xfrm>
          <a:prstGeom prst="rect">
            <a:avLst/>
          </a:prstGeom>
        </p:spPr>
      </p:pic>
    </p:spTree>
    <p:extLst>
      <p:ext uri="{BB962C8B-B14F-4D97-AF65-F5344CB8AC3E}">
        <p14:creationId xmlns:p14="http://schemas.microsoft.com/office/powerpoint/2010/main" val="75167559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a:latin typeface="微软雅黑" panose="020B0503020204020204" pitchFamily="34" charset="-122"/>
                <a:ea typeface="微软雅黑" panose="020B0503020204020204" pitchFamily="34" charset="-122"/>
              </a:rPr>
              <a:t>IMS</a:t>
            </a:r>
            <a:r>
              <a:rPr lang="zh-CN" altLang="en-US" sz="2400" b="0" dirty="0">
                <a:latin typeface="微软雅黑" panose="020B0503020204020204" pitchFamily="34" charset="-122"/>
                <a:ea typeface="微软雅黑" panose="020B0503020204020204" pitchFamily="34" charset="-122"/>
              </a:rPr>
              <a:t>是如何启动的</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6001643"/>
          </a:xfrm>
          <a:prstGeom prst="rect">
            <a:avLst/>
          </a:prstGeom>
          <a:noFill/>
        </p:spPr>
        <p:txBody>
          <a:bodyPr wrap="square" rtlCol="0">
            <a:spAutoFit/>
          </a:bodyPr>
          <a:lstStyle/>
          <a:p>
            <a:pPr algn="l"/>
            <a:r>
              <a:rPr lang="zh-CN" altLang="en-US" sz="1800" b="0" dirty="0">
                <a:latin typeface="微软雅黑" panose="020B0503020204020204" pitchFamily="34" charset="-122"/>
                <a:ea typeface="微软雅黑" panose="020B0503020204020204" pitchFamily="34" charset="-122"/>
              </a:rPr>
              <a:t>与</a:t>
            </a:r>
            <a:r>
              <a:rPr lang="en-US" altLang="zh-CN" sz="1800" b="0" dirty="0">
                <a:latin typeface="微软雅黑" panose="020B0503020204020204" pitchFamily="34" charset="-122"/>
                <a:ea typeface="微软雅黑" panose="020B0503020204020204" pitchFamily="34" charset="-122"/>
              </a:rPr>
              <a:t>AMS</a:t>
            </a:r>
            <a:r>
              <a:rPr lang="zh-CN" altLang="en-US" sz="1800" b="0" dirty="0">
                <a:latin typeface="微软雅黑" panose="020B0503020204020204" pitchFamily="34" charset="-122"/>
                <a:ea typeface="微软雅黑" panose="020B0503020204020204" pitchFamily="34" charset="-122"/>
              </a:rPr>
              <a:t>、</a:t>
            </a:r>
            <a:r>
              <a:rPr lang="en-US" altLang="zh-CN" sz="1800" b="0" dirty="0">
                <a:latin typeface="微软雅黑" panose="020B0503020204020204" pitchFamily="34" charset="-122"/>
                <a:ea typeface="微软雅黑" panose="020B0503020204020204" pitchFamily="34" charset="-122"/>
              </a:rPr>
              <a:t>WMS</a:t>
            </a:r>
            <a:r>
              <a:rPr lang="zh-CN" altLang="en-US" sz="1800" b="0" dirty="0">
                <a:latin typeface="微软雅黑" panose="020B0503020204020204" pitchFamily="34" charset="-122"/>
                <a:ea typeface="微软雅黑" panose="020B0503020204020204" pitchFamily="34" charset="-122"/>
              </a:rPr>
              <a:t>、</a:t>
            </a:r>
            <a:r>
              <a:rPr lang="en-US" altLang="zh-CN" sz="1800" b="0" dirty="0">
                <a:latin typeface="微软雅黑" panose="020B0503020204020204" pitchFamily="34" charset="-122"/>
                <a:ea typeface="微软雅黑" panose="020B0503020204020204" pitchFamily="34" charset="-122"/>
              </a:rPr>
              <a:t>PMS</a:t>
            </a:r>
            <a:r>
              <a:rPr lang="zh-CN" altLang="en-US" sz="1800" b="0" dirty="0">
                <a:latin typeface="微软雅黑" panose="020B0503020204020204" pitchFamily="34" charset="-122"/>
                <a:ea typeface="微软雅黑" panose="020B0503020204020204" pitchFamily="34" charset="-122"/>
              </a:rPr>
              <a:t>一样，</a:t>
            </a:r>
            <a:r>
              <a:rPr lang="en-US" altLang="zh-CN" sz="1800" b="0" dirty="0">
                <a:latin typeface="微软雅黑" panose="020B0503020204020204" pitchFamily="34" charset="-122"/>
                <a:ea typeface="微软雅黑" panose="020B0503020204020204" pitchFamily="34" charset="-122"/>
              </a:rPr>
              <a:t>IMS</a:t>
            </a:r>
            <a:r>
              <a:rPr lang="zh-CN" altLang="en-US" sz="1800" b="0" dirty="0">
                <a:latin typeface="微软雅黑" panose="020B0503020204020204" pitchFamily="34" charset="-122"/>
                <a:ea typeface="微软雅黑" panose="020B0503020204020204" pitchFamily="34" charset="-122"/>
              </a:rPr>
              <a:t>的在</a:t>
            </a:r>
            <a:r>
              <a:rPr lang="en-US" altLang="zh-CN" sz="1800" b="0" dirty="0" err="1">
                <a:latin typeface="微软雅黑" panose="020B0503020204020204" pitchFamily="34" charset="-122"/>
                <a:ea typeface="微软雅黑" panose="020B0503020204020204" pitchFamily="34" charset="-122"/>
              </a:rPr>
              <a:t>SyetemServer</a:t>
            </a:r>
            <a:r>
              <a:rPr lang="zh-CN" altLang="en-US" sz="1800" b="0" dirty="0">
                <a:latin typeface="微软雅黑" panose="020B0503020204020204" pitchFamily="34" charset="-122"/>
                <a:ea typeface="微软雅黑" panose="020B0503020204020204" pitchFamily="34" charset="-122"/>
              </a:rPr>
              <a:t>进程中被创建</a:t>
            </a:r>
            <a:r>
              <a:rPr lang="zh-CN" altLang="en-US" sz="1800" b="0" dirty="0" smtClean="0">
                <a:latin typeface="微软雅黑" panose="020B0503020204020204" pitchFamily="34" charset="-122"/>
                <a:ea typeface="微软雅黑" panose="020B0503020204020204" pitchFamily="34" charset="-122"/>
              </a:rPr>
              <a:t>的。</a:t>
            </a:r>
            <a:endParaRPr lang="en-US" altLang="zh-CN" sz="1800" b="0" dirty="0" smtClean="0">
              <a:latin typeface="微软雅黑" panose="020B0503020204020204" pitchFamily="34" charset="-122"/>
              <a:ea typeface="微软雅黑" panose="020B0503020204020204" pitchFamily="34" charset="-122"/>
            </a:endParaRPr>
          </a:p>
          <a:p>
            <a:pPr algn="l"/>
            <a:r>
              <a:rPr lang="en-US" altLang="zh-CN" sz="1400" b="0" dirty="0" smtClean="0">
                <a:solidFill>
                  <a:srgbClr val="7030A0"/>
                </a:solidFill>
                <a:latin typeface="微软雅黑" panose="020B0503020204020204" pitchFamily="34" charset="-122"/>
                <a:ea typeface="微软雅黑" panose="020B0503020204020204" pitchFamily="34" charset="-122"/>
              </a:rPr>
              <a:t>frameworks/base/services/java/com/android/server/SystemServer.java</a:t>
            </a:r>
          </a:p>
          <a:p>
            <a:pPr algn="l"/>
            <a:r>
              <a:rPr lang="en-US" altLang="zh-CN" sz="1600" b="0" dirty="0">
                <a:latin typeface="微软雅黑" panose="020B0503020204020204" pitchFamily="34" charset="-122"/>
                <a:ea typeface="微软雅黑" panose="020B0503020204020204" pitchFamily="34" charset="-122"/>
              </a:rPr>
              <a:t>zygote</a:t>
            </a:r>
            <a:r>
              <a:rPr lang="zh-CN" altLang="en-US" sz="1600" b="0" dirty="0">
                <a:latin typeface="微软雅黑" panose="020B0503020204020204" pitchFamily="34" charset="-122"/>
                <a:ea typeface="微软雅黑" panose="020B0503020204020204" pitchFamily="34" charset="-122"/>
              </a:rPr>
              <a:t>启动</a:t>
            </a:r>
            <a:r>
              <a:rPr lang="en-US" altLang="zh-CN" sz="1600" b="0" dirty="0" err="1">
                <a:latin typeface="微软雅黑" panose="020B0503020204020204" pitchFamily="34" charset="-122"/>
                <a:ea typeface="微软雅黑" panose="020B0503020204020204" pitchFamily="34" charset="-122"/>
              </a:rPr>
              <a:t>SystemServer</a:t>
            </a:r>
            <a:r>
              <a:rPr lang="zh-CN" altLang="en-US" sz="1600" b="0" dirty="0">
                <a:latin typeface="微软雅黑" panose="020B0503020204020204" pitchFamily="34" charset="-122"/>
                <a:ea typeface="微软雅黑" panose="020B0503020204020204" pitchFamily="34" charset="-122"/>
              </a:rPr>
              <a:t>，调用</a:t>
            </a:r>
            <a:r>
              <a:rPr lang="en-US" altLang="zh-CN" sz="1600" b="0" dirty="0">
                <a:latin typeface="微软雅黑" panose="020B0503020204020204" pitchFamily="34" charset="-122"/>
                <a:ea typeface="微软雅黑" panose="020B0503020204020204" pitchFamily="34" charset="-122"/>
              </a:rPr>
              <a:t>main</a:t>
            </a:r>
            <a:r>
              <a:rPr lang="zh-CN" altLang="en-US" sz="1600" b="0" dirty="0" smtClean="0">
                <a:latin typeface="微软雅黑" panose="020B0503020204020204" pitchFamily="34" charset="-122"/>
                <a:ea typeface="微软雅黑" panose="020B0503020204020204" pitchFamily="34" charset="-122"/>
              </a:rPr>
              <a:t>方法：</a:t>
            </a:r>
            <a:endParaRPr lang="en-US" altLang="zh-CN" sz="1600" b="0" dirty="0" smtClean="0">
              <a:solidFill>
                <a:srgbClr val="7030A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public static void main(String[] </a:t>
            </a:r>
            <a:r>
              <a:rPr lang="en-US" altLang="zh-CN" sz="1400" b="0" dirty="0" err="1">
                <a:solidFill>
                  <a:srgbClr val="0070C0"/>
                </a:solidFill>
                <a:latin typeface="微软雅黑" panose="020B0503020204020204" pitchFamily="34" charset="-122"/>
                <a:ea typeface="微软雅黑" panose="020B0503020204020204" pitchFamily="34" charset="-122"/>
              </a:rPr>
              <a:t>args</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new </a:t>
            </a:r>
            <a:r>
              <a:rPr lang="en-US" altLang="zh-CN" sz="1400" b="0" dirty="0" err="1">
                <a:solidFill>
                  <a:srgbClr val="0070C0"/>
                </a:solidFill>
                <a:latin typeface="微软雅黑" panose="020B0503020204020204" pitchFamily="34" charset="-122"/>
                <a:ea typeface="微软雅黑" panose="020B0503020204020204" pitchFamily="34" charset="-122"/>
              </a:rPr>
              <a:t>SystemServer</a:t>
            </a:r>
            <a:r>
              <a:rPr lang="en-US" altLang="zh-CN" sz="1400" b="0" dirty="0">
                <a:solidFill>
                  <a:srgbClr val="0070C0"/>
                </a:solidFill>
                <a:latin typeface="微软雅黑" panose="020B0503020204020204" pitchFamily="34" charset="-122"/>
                <a:ea typeface="微软雅黑" panose="020B0503020204020204" pitchFamily="34" charset="-122"/>
              </a:rPr>
              <a:t>().run();</a:t>
            </a:r>
          </a:p>
          <a:p>
            <a:pPr algn="l"/>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600" b="0" dirty="0" err="1" smtClean="0">
                <a:latin typeface="微软雅黑" panose="020B0503020204020204" pitchFamily="34" charset="-122"/>
                <a:ea typeface="微软雅黑" panose="020B0503020204020204" pitchFamily="34" charset="-122"/>
              </a:rPr>
              <a:t>startBootstrapServices</a:t>
            </a:r>
            <a:r>
              <a:rPr lang="zh-CN" altLang="en-US" sz="1600" b="0" dirty="0" smtClean="0">
                <a:latin typeface="微软雅黑" panose="020B0503020204020204" pitchFamily="34" charset="-122"/>
                <a:ea typeface="微软雅黑" panose="020B0503020204020204" pitchFamily="34" charset="-122"/>
              </a:rPr>
              <a:t>中启动</a:t>
            </a:r>
            <a:r>
              <a:rPr lang="zh-CN" altLang="en-US" sz="1600" b="0" dirty="0">
                <a:latin typeface="微软雅黑" panose="020B0503020204020204" pitchFamily="34" charset="-122"/>
                <a:ea typeface="微软雅黑" panose="020B0503020204020204" pitchFamily="34" charset="-122"/>
              </a:rPr>
              <a:t>了</a:t>
            </a:r>
            <a:r>
              <a:rPr lang="en-US" altLang="zh-CN" sz="1600" b="0" dirty="0" err="1">
                <a:latin typeface="微软雅黑" panose="020B0503020204020204" pitchFamily="34" charset="-122"/>
                <a:ea typeface="微软雅黑" panose="020B0503020204020204" pitchFamily="34" charset="-122"/>
              </a:rPr>
              <a:t>ActivityManagerService</a:t>
            </a:r>
            <a:r>
              <a:rPr lang="zh-CN" altLang="en-US" sz="1600" b="0" dirty="0">
                <a:latin typeface="微软雅黑" panose="020B0503020204020204" pitchFamily="34" charset="-122"/>
                <a:ea typeface="微软雅黑" panose="020B0503020204020204" pitchFamily="34" charset="-122"/>
              </a:rPr>
              <a:t>、</a:t>
            </a:r>
            <a:r>
              <a:rPr lang="en-US" altLang="zh-CN" sz="1600" b="0" dirty="0" err="1">
                <a:latin typeface="微软雅黑" panose="020B0503020204020204" pitchFamily="34" charset="-122"/>
                <a:ea typeface="微软雅黑" panose="020B0503020204020204" pitchFamily="34" charset="-122"/>
              </a:rPr>
              <a:t>PowerManagerService</a:t>
            </a:r>
            <a:r>
              <a:rPr lang="zh-CN" altLang="en-US" sz="1600" b="0" dirty="0">
                <a:latin typeface="微软雅黑" panose="020B0503020204020204" pitchFamily="34" charset="-122"/>
                <a:ea typeface="微软雅黑" panose="020B0503020204020204" pitchFamily="34" charset="-122"/>
              </a:rPr>
              <a:t>、</a:t>
            </a:r>
            <a:r>
              <a:rPr lang="en-US" altLang="zh-CN" sz="1600" b="0" dirty="0" err="1">
                <a:latin typeface="微软雅黑" panose="020B0503020204020204" pitchFamily="34" charset="-122"/>
                <a:ea typeface="微软雅黑" panose="020B0503020204020204" pitchFamily="34" charset="-122"/>
              </a:rPr>
              <a:t>PackageManagerService</a:t>
            </a:r>
            <a:r>
              <a:rPr lang="zh-CN" altLang="en-US" sz="1600" b="0" dirty="0">
                <a:latin typeface="微软雅黑" panose="020B0503020204020204" pitchFamily="34" charset="-122"/>
                <a:ea typeface="微软雅黑" panose="020B0503020204020204" pitchFamily="34" charset="-122"/>
              </a:rPr>
              <a:t>等</a:t>
            </a:r>
            <a:r>
              <a:rPr lang="zh-CN" altLang="en-US" sz="1600" b="0" dirty="0" smtClean="0">
                <a:latin typeface="微软雅黑" panose="020B0503020204020204" pitchFamily="34" charset="-122"/>
                <a:ea typeface="微软雅黑" panose="020B0503020204020204" pitchFamily="34" charset="-122"/>
              </a:rPr>
              <a:t>服务。</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600" b="0" dirty="0" err="1" smtClean="0">
                <a:latin typeface="微软雅黑" panose="020B0503020204020204" pitchFamily="34" charset="-122"/>
                <a:ea typeface="微软雅黑" panose="020B0503020204020204" pitchFamily="34" charset="-122"/>
              </a:rPr>
              <a:t>startCoreServices</a:t>
            </a:r>
            <a:r>
              <a:rPr lang="zh-CN" altLang="en-US" sz="1600" b="0" dirty="0" smtClean="0">
                <a:latin typeface="微软雅黑" panose="020B0503020204020204" pitchFamily="34" charset="-122"/>
                <a:ea typeface="微软雅黑" panose="020B0503020204020204" pitchFamily="34" charset="-122"/>
              </a:rPr>
              <a:t>启动</a:t>
            </a:r>
            <a:r>
              <a:rPr lang="zh-CN" altLang="en-US" sz="1600" b="0" dirty="0">
                <a:latin typeface="微软雅黑" panose="020B0503020204020204" pitchFamily="34" charset="-122"/>
                <a:ea typeface="微软雅黑" panose="020B0503020204020204" pitchFamily="34" charset="-122"/>
              </a:rPr>
              <a:t>了</a:t>
            </a:r>
            <a:r>
              <a:rPr lang="en-US" altLang="zh-CN" sz="1600" b="0" dirty="0" err="1">
                <a:latin typeface="微软雅黑" panose="020B0503020204020204" pitchFamily="34" charset="-122"/>
                <a:ea typeface="微软雅黑" panose="020B0503020204020204" pitchFamily="34" charset="-122"/>
              </a:rPr>
              <a:t>DropBoxManagerService</a:t>
            </a:r>
            <a:r>
              <a:rPr lang="zh-CN" altLang="en-US" sz="1600" b="0" dirty="0">
                <a:latin typeface="微软雅黑" panose="020B0503020204020204" pitchFamily="34" charset="-122"/>
                <a:ea typeface="微软雅黑" panose="020B0503020204020204" pitchFamily="34" charset="-122"/>
              </a:rPr>
              <a:t>、</a:t>
            </a:r>
            <a:r>
              <a:rPr lang="en-US" altLang="zh-CN" sz="1600" b="0" dirty="0" err="1">
                <a:latin typeface="微软雅黑" panose="020B0503020204020204" pitchFamily="34" charset="-122"/>
                <a:ea typeface="微软雅黑" panose="020B0503020204020204" pitchFamily="34" charset="-122"/>
              </a:rPr>
              <a:t>BatteryService</a:t>
            </a:r>
            <a:r>
              <a:rPr lang="zh-CN" altLang="en-US" sz="1600" b="0" dirty="0">
                <a:latin typeface="微软雅黑" panose="020B0503020204020204" pitchFamily="34" charset="-122"/>
                <a:ea typeface="微软雅黑" panose="020B0503020204020204" pitchFamily="34" charset="-122"/>
              </a:rPr>
              <a:t>、</a:t>
            </a:r>
            <a:r>
              <a:rPr lang="en-US" altLang="zh-CN" sz="1600" b="0" dirty="0" err="1" smtClean="0">
                <a:latin typeface="微软雅黑" panose="020B0503020204020204" pitchFamily="34" charset="-122"/>
                <a:ea typeface="微软雅黑" panose="020B0503020204020204" pitchFamily="34" charset="-122"/>
              </a:rPr>
              <a:t>UsageStatsService</a:t>
            </a:r>
            <a:r>
              <a:rPr lang="zh-CN" altLang="en-US" sz="1600" b="0" dirty="0">
                <a:latin typeface="微软雅黑" panose="020B0503020204020204" pitchFamily="34" charset="-122"/>
                <a:ea typeface="微软雅黑" panose="020B0503020204020204" pitchFamily="34" charset="-122"/>
              </a:rPr>
              <a:t> 、 </a:t>
            </a:r>
            <a:r>
              <a:rPr lang="en-US" altLang="zh-CN" sz="1600" b="0" dirty="0" err="1" smtClean="0">
                <a:latin typeface="微软雅黑" panose="020B0503020204020204" pitchFamily="34" charset="-122"/>
                <a:ea typeface="微软雅黑" panose="020B0503020204020204" pitchFamily="34" charset="-122"/>
              </a:rPr>
              <a:t>WebViewUpdateService</a:t>
            </a:r>
            <a:r>
              <a:rPr lang="zh-CN" altLang="en-US" sz="1600" b="0" dirty="0">
                <a:latin typeface="微软雅黑" panose="020B0503020204020204" pitchFamily="34" charset="-122"/>
                <a:ea typeface="微软雅黑" panose="020B0503020204020204" pitchFamily="34" charset="-122"/>
              </a:rPr>
              <a:t>等服务</a:t>
            </a:r>
            <a:r>
              <a:rPr lang="zh-CN" altLang="en-US" sz="1600" b="0" dirty="0" smtClean="0">
                <a:latin typeface="微软雅黑" panose="020B0503020204020204" pitchFamily="34" charset="-122"/>
                <a:ea typeface="微软雅黑" panose="020B0503020204020204" pitchFamily="34" charset="-122"/>
              </a:rPr>
              <a:t>。</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600" b="0" dirty="0" err="1" smtClean="0">
                <a:latin typeface="微软雅黑" panose="020B0503020204020204" pitchFamily="34" charset="-122"/>
                <a:ea typeface="微软雅黑" panose="020B0503020204020204" pitchFamily="34" charset="-122"/>
              </a:rPr>
              <a:t>startOtherServices</a:t>
            </a:r>
            <a:r>
              <a:rPr lang="zh-CN" altLang="en-US" sz="1600" b="0" dirty="0" smtClean="0">
                <a:latin typeface="微软雅黑" panose="020B0503020204020204" pitchFamily="34" charset="-122"/>
                <a:ea typeface="微软雅黑" panose="020B0503020204020204" pitchFamily="34" charset="-122"/>
              </a:rPr>
              <a:t>中</a:t>
            </a:r>
            <a:r>
              <a:rPr lang="zh-CN" altLang="en-US" sz="1600" b="0" dirty="0">
                <a:latin typeface="微软雅黑" panose="020B0503020204020204" pitchFamily="34" charset="-122"/>
                <a:ea typeface="微软雅黑" panose="020B0503020204020204" pitchFamily="34" charset="-122"/>
              </a:rPr>
              <a:t>启动了</a:t>
            </a:r>
            <a:r>
              <a:rPr lang="en-US" altLang="zh-CN" sz="1600" b="0" dirty="0" err="1">
                <a:latin typeface="微软雅黑" panose="020B0503020204020204" pitchFamily="34" charset="-122"/>
                <a:ea typeface="微软雅黑" panose="020B0503020204020204" pitchFamily="34" charset="-122"/>
              </a:rPr>
              <a:t>CameraService</a:t>
            </a:r>
            <a:r>
              <a:rPr lang="zh-CN" altLang="en-US" sz="1600" b="0" dirty="0">
                <a:latin typeface="微软雅黑" panose="020B0503020204020204" pitchFamily="34" charset="-122"/>
                <a:ea typeface="微软雅黑" panose="020B0503020204020204" pitchFamily="34" charset="-122"/>
              </a:rPr>
              <a:t>、</a:t>
            </a:r>
            <a:r>
              <a:rPr lang="en-US" altLang="zh-CN" sz="1600" b="0" dirty="0" err="1">
                <a:latin typeface="微软雅黑" panose="020B0503020204020204" pitchFamily="34" charset="-122"/>
                <a:ea typeface="微软雅黑" panose="020B0503020204020204" pitchFamily="34" charset="-122"/>
              </a:rPr>
              <a:t>AlarmManagerService</a:t>
            </a:r>
            <a:r>
              <a:rPr lang="zh-CN" altLang="en-US" sz="1600" b="0" dirty="0">
                <a:latin typeface="微软雅黑" panose="020B0503020204020204" pitchFamily="34" charset="-122"/>
                <a:ea typeface="微软雅黑" panose="020B0503020204020204" pitchFamily="34" charset="-122"/>
              </a:rPr>
              <a:t>、</a:t>
            </a:r>
            <a:r>
              <a:rPr lang="en-US" altLang="zh-CN" sz="1600" b="0" dirty="0" err="1" smtClean="0">
                <a:latin typeface="微软雅黑" panose="020B0503020204020204" pitchFamily="34" charset="-122"/>
                <a:ea typeface="微软雅黑" panose="020B0503020204020204" pitchFamily="34" charset="-122"/>
              </a:rPr>
              <a:t>VrManagerService</a:t>
            </a:r>
            <a:r>
              <a:rPr lang="zh-CN" altLang="en-US" sz="1600" b="0" dirty="0" smtClean="0">
                <a:latin typeface="微软雅黑" panose="020B0503020204020204" pitchFamily="34" charset="-122"/>
                <a:ea typeface="微软雅黑" panose="020B0503020204020204" pitchFamily="34" charset="-122"/>
              </a:rPr>
              <a:t>、</a:t>
            </a:r>
            <a:r>
              <a:rPr lang="en-US" altLang="zh-CN" sz="1600" b="0" dirty="0" err="1" smtClean="0">
                <a:latin typeface="微软雅黑" panose="020B0503020204020204" pitchFamily="34" charset="-122"/>
                <a:ea typeface="微软雅黑" panose="020B0503020204020204" pitchFamily="34" charset="-122"/>
              </a:rPr>
              <a:t>InputManagerService</a:t>
            </a:r>
            <a:r>
              <a:rPr lang="zh-CN" altLang="en-US" sz="1600" b="0" dirty="0" smtClean="0">
                <a:latin typeface="微软雅黑" panose="020B0503020204020204" pitchFamily="34" charset="-122"/>
                <a:ea typeface="微软雅黑" panose="020B0503020204020204" pitchFamily="34" charset="-122"/>
              </a:rPr>
              <a:t>、</a:t>
            </a:r>
            <a:r>
              <a:rPr lang="en-US" altLang="zh-CN" sz="1600" b="0" dirty="0" err="1" smtClean="0">
                <a:latin typeface="微软雅黑" panose="020B0503020204020204" pitchFamily="34" charset="-122"/>
                <a:ea typeface="微软雅黑" panose="020B0503020204020204" pitchFamily="34" charset="-122"/>
              </a:rPr>
              <a:t>WindowManagerService</a:t>
            </a:r>
            <a:r>
              <a:rPr lang="zh-CN" altLang="en-US" sz="1600" b="0" dirty="0" smtClean="0">
                <a:latin typeface="微软雅黑" panose="020B0503020204020204" pitchFamily="34" charset="-122"/>
                <a:ea typeface="微软雅黑" panose="020B0503020204020204" pitchFamily="34" charset="-122"/>
              </a:rPr>
              <a:t>等</a:t>
            </a:r>
            <a:r>
              <a:rPr lang="zh-CN" altLang="en-US" sz="1600" b="0" dirty="0">
                <a:latin typeface="微软雅黑" panose="020B0503020204020204" pitchFamily="34" charset="-122"/>
                <a:ea typeface="微软雅黑" panose="020B0503020204020204" pitchFamily="34" charset="-122"/>
              </a:rPr>
              <a:t>服务。</a:t>
            </a:r>
            <a:endParaRPr lang="en-US" altLang="zh-CN" sz="1600" b="0" dirty="0">
              <a:latin typeface="微软雅黑" panose="020B0503020204020204" pitchFamily="34" charset="-122"/>
              <a:ea typeface="微软雅黑" panose="020B0503020204020204" pitchFamily="34" charset="-122"/>
            </a:endParaRP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private </a:t>
            </a:r>
            <a:r>
              <a:rPr lang="en-US" altLang="zh-CN" sz="1400" b="0" dirty="0">
                <a:solidFill>
                  <a:srgbClr val="0070C0"/>
                </a:solidFill>
                <a:latin typeface="微软雅黑" panose="020B0503020204020204" pitchFamily="34" charset="-122"/>
                <a:ea typeface="微软雅黑" panose="020B0503020204020204" pitchFamily="34" charset="-122"/>
              </a:rPr>
              <a:t>void run() </a:t>
            </a:r>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   ……</a:t>
            </a:r>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try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t.traceBegin</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StartServices</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startBootstrapServices</a:t>
            </a:r>
            <a:r>
              <a:rPr lang="en-US" altLang="zh-CN" sz="1400" b="0" dirty="0">
                <a:solidFill>
                  <a:srgbClr val="0070C0"/>
                </a:solidFill>
                <a:latin typeface="微软雅黑" panose="020B0503020204020204" pitchFamily="34" charset="-122"/>
                <a:ea typeface="微软雅黑" panose="020B0503020204020204" pitchFamily="34" charset="-122"/>
              </a:rPr>
              <a:t>(t);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startCoreServices</a:t>
            </a:r>
            <a:r>
              <a:rPr lang="en-US" altLang="zh-CN" sz="1400" b="0" dirty="0">
                <a:solidFill>
                  <a:srgbClr val="0070C0"/>
                </a:solidFill>
                <a:latin typeface="微软雅黑" panose="020B0503020204020204" pitchFamily="34" charset="-122"/>
                <a:ea typeface="微软雅黑" panose="020B0503020204020204" pitchFamily="34" charset="-122"/>
              </a:rPr>
              <a:t>(t);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startOtherServices</a:t>
            </a:r>
            <a:r>
              <a:rPr lang="en-US" altLang="zh-CN" sz="1400" b="0" dirty="0">
                <a:solidFill>
                  <a:srgbClr val="0070C0"/>
                </a:solidFill>
                <a:latin typeface="微软雅黑" panose="020B0503020204020204" pitchFamily="34" charset="-122"/>
                <a:ea typeface="微软雅黑" panose="020B0503020204020204" pitchFamily="34" charset="-122"/>
              </a:rPr>
              <a:t>(t);</a:t>
            </a:r>
          </a:p>
          <a:p>
            <a:pPr algn="l"/>
            <a:r>
              <a:rPr lang="en-US" altLang="zh-CN" sz="1400" b="0" dirty="0">
                <a:solidFill>
                  <a:srgbClr val="0070C0"/>
                </a:solidFill>
                <a:latin typeface="微软雅黑" panose="020B0503020204020204" pitchFamily="34" charset="-122"/>
                <a:ea typeface="微软雅黑" panose="020B0503020204020204" pitchFamily="34" charset="-122"/>
              </a:rPr>
              <a:t>    } catch (</a:t>
            </a:r>
            <a:r>
              <a:rPr lang="en-US" altLang="zh-CN" sz="1400" b="0" dirty="0" err="1">
                <a:solidFill>
                  <a:srgbClr val="0070C0"/>
                </a:solidFill>
                <a:latin typeface="微软雅黑" panose="020B0503020204020204" pitchFamily="34" charset="-122"/>
                <a:ea typeface="微软雅黑" panose="020B0503020204020204" pitchFamily="34" charset="-122"/>
              </a:rPr>
              <a:t>Throwable</a:t>
            </a:r>
            <a:r>
              <a:rPr lang="en-US" altLang="zh-CN" sz="1400" b="0" dirty="0">
                <a:solidFill>
                  <a:srgbClr val="0070C0"/>
                </a:solidFill>
                <a:latin typeface="微软雅黑" panose="020B0503020204020204" pitchFamily="34" charset="-122"/>
                <a:ea typeface="微软雅黑" panose="020B0503020204020204" pitchFamily="34" charset="-122"/>
              </a:rPr>
              <a:t> ex)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a:t>
            </a:r>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 finally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t.traceEnd</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StartServices</a:t>
            </a:r>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   ……</a:t>
            </a:r>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a:t>
            </a:r>
            <a:endParaRPr lang="en-US" altLang="zh-CN" sz="1400" b="0"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4537507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a:latin typeface="微软雅黑" panose="020B0503020204020204" pitchFamily="34" charset="-122"/>
                <a:ea typeface="微软雅黑" panose="020B0503020204020204" pitchFamily="34" charset="-122"/>
              </a:rPr>
              <a:t>IMS</a:t>
            </a:r>
            <a:r>
              <a:rPr lang="zh-CN" altLang="en-US" sz="2400" b="0" dirty="0">
                <a:latin typeface="微软雅黑" panose="020B0503020204020204" pitchFamily="34" charset="-122"/>
                <a:ea typeface="微软雅黑" panose="020B0503020204020204" pitchFamily="34" charset="-122"/>
              </a:rPr>
              <a:t>是如何启动的</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4678204"/>
          </a:xfrm>
          <a:prstGeom prst="rect">
            <a:avLst/>
          </a:prstGeom>
          <a:noFill/>
        </p:spPr>
        <p:txBody>
          <a:bodyPr wrap="square" rtlCol="0">
            <a:spAutoFit/>
          </a:bodyPr>
          <a:lstStyle/>
          <a:p>
            <a:pPr algn="l"/>
            <a:r>
              <a:rPr lang="zh-CN" altLang="en-US" sz="1600" b="0" dirty="0">
                <a:latin typeface="微软雅黑" panose="020B0503020204020204" pitchFamily="34" charset="-122"/>
                <a:ea typeface="微软雅黑" panose="020B0503020204020204" pitchFamily="34" charset="-122"/>
              </a:rPr>
              <a:t>创建了</a:t>
            </a:r>
            <a:r>
              <a:rPr lang="en-US" altLang="zh-CN" sz="1600" b="0" dirty="0">
                <a:latin typeface="微软雅黑" panose="020B0503020204020204" pitchFamily="34" charset="-122"/>
                <a:ea typeface="微软雅黑" panose="020B0503020204020204" pitchFamily="34" charset="-122"/>
              </a:rPr>
              <a:t>IMS</a:t>
            </a:r>
            <a:r>
              <a:rPr lang="zh-CN" altLang="en-US" sz="1600" b="0" dirty="0">
                <a:latin typeface="微软雅黑" panose="020B0503020204020204" pitchFamily="34" charset="-122"/>
                <a:ea typeface="微软雅黑" panose="020B0503020204020204" pitchFamily="34" charset="-122"/>
              </a:rPr>
              <a:t>后，会执行</a:t>
            </a:r>
            <a:r>
              <a:rPr lang="en-US" altLang="zh-CN" sz="1600" b="0" dirty="0">
                <a:latin typeface="微软雅黑" panose="020B0503020204020204" pitchFamily="34" charset="-122"/>
                <a:ea typeface="微软雅黑" panose="020B0503020204020204" pitchFamily="34" charset="-122"/>
              </a:rPr>
              <a:t>WMS</a:t>
            </a:r>
            <a:r>
              <a:rPr lang="zh-CN" altLang="en-US" sz="1600" b="0" dirty="0">
                <a:latin typeface="微软雅黑" panose="020B0503020204020204" pitchFamily="34" charset="-122"/>
                <a:ea typeface="微软雅黑" panose="020B0503020204020204" pitchFamily="34" charset="-122"/>
              </a:rPr>
              <a:t>的</a:t>
            </a:r>
            <a:r>
              <a:rPr lang="en-US" altLang="zh-CN" sz="1600" b="0" dirty="0">
                <a:latin typeface="微软雅黑" panose="020B0503020204020204" pitchFamily="34" charset="-122"/>
                <a:ea typeface="微软雅黑" panose="020B0503020204020204" pitchFamily="34" charset="-122"/>
              </a:rPr>
              <a:t>main</a:t>
            </a:r>
            <a:r>
              <a:rPr lang="zh-CN" altLang="en-US" sz="1600" b="0" dirty="0">
                <a:latin typeface="微软雅黑" panose="020B0503020204020204" pitchFamily="34" charset="-122"/>
                <a:ea typeface="微软雅黑" panose="020B0503020204020204" pitchFamily="34" charset="-122"/>
              </a:rPr>
              <a:t>方法，其内部会创建</a:t>
            </a:r>
            <a:r>
              <a:rPr lang="en-US" altLang="zh-CN" sz="1600" b="0" dirty="0">
                <a:latin typeface="微软雅黑" panose="020B0503020204020204" pitchFamily="34" charset="-122"/>
                <a:ea typeface="微软雅黑" panose="020B0503020204020204" pitchFamily="34" charset="-122"/>
              </a:rPr>
              <a:t>WMS</a:t>
            </a:r>
            <a:r>
              <a:rPr lang="zh-CN" altLang="en-US" sz="1600" b="0" dirty="0">
                <a:latin typeface="微软雅黑" panose="020B0503020204020204" pitchFamily="34" charset="-122"/>
                <a:ea typeface="微软雅黑" panose="020B0503020204020204" pitchFamily="34" charset="-122"/>
              </a:rPr>
              <a:t>。需要注意的是，</a:t>
            </a:r>
            <a:r>
              <a:rPr lang="en-US" altLang="zh-CN" sz="1600" b="0" dirty="0">
                <a:latin typeface="微软雅黑" panose="020B0503020204020204" pitchFamily="34" charset="-122"/>
                <a:ea typeface="微软雅黑" panose="020B0503020204020204" pitchFamily="34" charset="-122"/>
              </a:rPr>
              <a:t>main</a:t>
            </a:r>
            <a:r>
              <a:rPr lang="zh-CN" altLang="en-US" sz="1600" b="0" dirty="0">
                <a:latin typeface="微软雅黑" panose="020B0503020204020204" pitchFamily="34" charset="-122"/>
                <a:ea typeface="微软雅黑" panose="020B0503020204020204" pitchFamily="34" charset="-122"/>
              </a:rPr>
              <a:t>方法的一个参数就是</a:t>
            </a:r>
            <a:r>
              <a:rPr lang="en-US" altLang="zh-CN" sz="1600" b="0" dirty="0">
                <a:latin typeface="微软雅黑" panose="020B0503020204020204" pitchFamily="34" charset="-122"/>
                <a:ea typeface="微软雅黑" panose="020B0503020204020204" pitchFamily="34" charset="-122"/>
              </a:rPr>
              <a:t>IMS</a:t>
            </a:r>
            <a:r>
              <a:rPr lang="zh-CN" altLang="en-US" sz="1600" b="0" dirty="0">
                <a:latin typeface="微软雅黑" panose="020B0503020204020204" pitchFamily="34" charset="-122"/>
                <a:ea typeface="微软雅黑" panose="020B0503020204020204" pitchFamily="34" charset="-122"/>
              </a:rPr>
              <a:t>，因此</a:t>
            </a:r>
            <a:r>
              <a:rPr lang="en-US" altLang="zh-CN" sz="1600" b="0" dirty="0">
                <a:latin typeface="微软雅黑" panose="020B0503020204020204" pitchFamily="34" charset="-122"/>
                <a:ea typeface="微软雅黑" panose="020B0503020204020204" pitchFamily="34" charset="-122"/>
              </a:rPr>
              <a:t>WMS</a:t>
            </a:r>
            <a:r>
              <a:rPr lang="zh-CN" altLang="en-US" sz="1600" b="0" dirty="0">
                <a:latin typeface="微软雅黑" panose="020B0503020204020204" pitchFamily="34" charset="-122"/>
                <a:ea typeface="微软雅黑" panose="020B0503020204020204" pitchFamily="34" charset="-122"/>
              </a:rPr>
              <a:t>内部包含了</a:t>
            </a:r>
            <a:r>
              <a:rPr lang="en-US" altLang="zh-CN" sz="1600" b="0" dirty="0">
                <a:latin typeface="微软雅黑" panose="020B0503020204020204" pitchFamily="34" charset="-122"/>
                <a:ea typeface="微软雅黑" panose="020B0503020204020204" pitchFamily="34" charset="-122"/>
              </a:rPr>
              <a:t>IMS</a:t>
            </a:r>
            <a:r>
              <a:rPr lang="zh-CN" altLang="en-US" sz="1600" b="0" dirty="0">
                <a:latin typeface="微软雅黑" panose="020B0503020204020204" pitchFamily="34" charset="-122"/>
                <a:ea typeface="微软雅黑" panose="020B0503020204020204" pitchFamily="34" charset="-122"/>
              </a:rPr>
              <a:t>的</a:t>
            </a:r>
            <a:r>
              <a:rPr lang="zh-CN" altLang="en-US" sz="1600" b="0" dirty="0" smtClean="0">
                <a:latin typeface="微软雅黑" panose="020B0503020204020204" pitchFamily="34" charset="-122"/>
                <a:ea typeface="微软雅黑" panose="020B0503020204020204" pitchFamily="34" charset="-122"/>
              </a:rPr>
              <a:t>引用。</a:t>
            </a:r>
            <a:endParaRPr lang="en-US" altLang="zh-CN" sz="1600" b="0" dirty="0">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private void </a:t>
            </a:r>
            <a:r>
              <a:rPr lang="en-US" altLang="zh-CN" sz="1400" b="0" dirty="0" err="1">
                <a:solidFill>
                  <a:srgbClr val="0070C0"/>
                </a:solidFill>
                <a:latin typeface="微软雅黑" panose="020B0503020204020204" pitchFamily="34" charset="-122"/>
                <a:ea typeface="微软雅黑" panose="020B0503020204020204" pitchFamily="34" charset="-122"/>
              </a:rPr>
              <a:t>startOtherServices</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NonNull</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TimingsTraceAndSlog</a:t>
            </a:r>
            <a:r>
              <a:rPr lang="en-US" altLang="zh-CN" sz="1400" b="0" dirty="0">
                <a:solidFill>
                  <a:srgbClr val="0070C0"/>
                </a:solidFill>
                <a:latin typeface="微软雅黑" panose="020B0503020204020204" pitchFamily="34" charset="-122"/>
                <a:ea typeface="微软雅黑" panose="020B0503020204020204" pitchFamily="34" charset="-122"/>
              </a:rPr>
              <a:t> 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t.traceBegin</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StartInputManagerService</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FF0000"/>
                </a:solidFill>
                <a:latin typeface="微软雅黑" panose="020B0503020204020204" pitchFamily="34" charset="-122"/>
                <a:ea typeface="微软雅黑" panose="020B0503020204020204" pitchFamily="34" charset="-122"/>
              </a:rPr>
              <a:t>inputManager</a:t>
            </a:r>
            <a:r>
              <a:rPr lang="en-US" altLang="zh-CN" sz="1400" b="0" dirty="0">
                <a:solidFill>
                  <a:srgbClr val="0070C0"/>
                </a:solidFill>
                <a:latin typeface="微软雅黑" panose="020B0503020204020204" pitchFamily="34" charset="-122"/>
                <a:ea typeface="微软雅黑" panose="020B0503020204020204" pitchFamily="34" charset="-122"/>
              </a:rPr>
              <a:t> = new </a:t>
            </a:r>
            <a:r>
              <a:rPr lang="en-US" altLang="zh-CN" sz="1400" b="0" dirty="0" err="1">
                <a:solidFill>
                  <a:srgbClr val="0070C0"/>
                </a:solidFill>
                <a:latin typeface="微软雅黑" panose="020B0503020204020204" pitchFamily="34" charset="-122"/>
                <a:ea typeface="微软雅黑" panose="020B0503020204020204" pitchFamily="34" charset="-122"/>
              </a:rPr>
              <a:t>InputManagerService</a:t>
            </a:r>
            <a:r>
              <a:rPr lang="en-US" altLang="zh-CN" sz="1400" b="0" dirty="0">
                <a:solidFill>
                  <a:srgbClr val="0070C0"/>
                </a:solidFill>
                <a:latin typeface="微软雅黑" panose="020B0503020204020204" pitchFamily="34" charset="-122"/>
                <a:ea typeface="微软雅黑" panose="020B0503020204020204" pitchFamily="34" charset="-122"/>
              </a:rPr>
              <a:t>(context);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t.traceEnd</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t.traceBegin</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StartWindowManagerService</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 WMS needs sensor service ready</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ConcurrentUtils.waitForFutureNoInterrupt</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mSensorServiceStart</a:t>
            </a:r>
            <a:r>
              <a:rPr lang="en-US" altLang="zh-CN" sz="1400" b="0" dirty="0">
                <a:solidFill>
                  <a:srgbClr val="0070C0"/>
                </a:solidFill>
                <a:latin typeface="微软雅黑" panose="020B0503020204020204" pitchFamily="34" charset="-122"/>
                <a:ea typeface="微软雅黑" panose="020B0503020204020204" pitchFamily="34" charset="-122"/>
              </a:rPr>
              <a:t>, START_SENSOR_SERVICE);</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mSensorServiceStart</a:t>
            </a:r>
            <a:r>
              <a:rPr lang="en-US" altLang="zh-CN" sz="1400" b="0" dirty="0">
                <a:solidFill>
                  <a:srgbClr val="0070C0"/>
                </a:solidFill>
                <a:latin typeface="微软雅黑" panose="020B0503020204020204" pitchFamily="34" charset="-122"/>
                <a:ea typeface="微软雅黑" panose="020B0503020204020204" pitchFamily="34" charset="-122"/>
              </a:rPr>
              <a:t> = null;</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wm</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WindowManagerService.main</a:t>
            </a:r>
            <a:r>
              <a:rPr lang="en-US" altLang="zh-CN" sz="1400" b="0" dirty="0">
                <a:solidFill>
                  <a:srgbClr val="0070C0"/>
                </a:solidFill>
                <a:latin typeface="微软雅黑" panose="020B0503020204020204" pitchFamily="34" charset="-122"/>
                <a:ea typeface="微软雅黑" panose="020B0503020204020204" pitchFamily="34" charset="-122"/>
              </a:rPr>
              <a:t>(context, </a:t>
            </a:r>
            <a:r>
              <a:rPr lang="en-US" altLang="zh-CN" sz="1400" b="0" dirty="0" err="1">
                <a:solidFill>
                  <a:srgbClr val="FF0000"/>
                </a:solidFill>
                <a:latin typeface="微软雅黑" panose="020B0503020204020204" pitchFamily="34" charset="-122"/>
                <a:ea typeface="微软雅黑" panose="020B0503020204020204" pitchFamily="34" charset="-122"/>
              </a:rPr>
              <a:t>inputManager</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mFirstBoot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mOnlyCore</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new </a:t>
            </a:r>
            <a:r>
              <a:rPr lang="en-US" altLang="zh-CN" sz="1400" b="0" dirty="0" err="1">
                <a:solidFill>
                  <a:srgbClr val="0070C0"/>
                </a:solidFill>
                <a:latin typeface="微软雅黑" panose="020B0503020204020204" pitchFamily="34" charset="-122"/>
                <a:ea typeface="微软雅黑" panose="020B0503020204020204" pitchFamily="34" charset="-122"/>
              </a:rPr>
              <a:t>PhoneWindowManager</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mActivityManagerService.mActivityTaskManager</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ServiceManager.addService</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Context.WINDOW_SERVICE</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wm</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allowIsolated</a:t>
            </a:r>
            <a:r>
              <a:rPr lang="en-US" altLang="zh-CN" sz="1400" b="0" dirty="0">
                <a:solidFill>
                  <a:srgbClr val="0070C0"/>
                </a:solidFill>
                <a:latin typeface="微软雅黑" panose="020B0503020204020204" pitchFamily="34" charset="-122"/>
                <a:ea typeface="微软雅黑" panose="020B0503020204020204" pitchFamily="34" charset="-122"/>
              </a:rPr>
              <a:t>= */ false,</a:t>
            </a:r>
          </a:p>
          <a:p>
            <a:pPr algn="l"/>
            <a:r>
              <a:rPr lang="en-US" altLang="zh-CN" sz="1400" b="0" dirty="0">
                <a:solidFill>
                  <a:srgbClr val="0070C0"/>
                </a:solidFill>
                <a:latin typeface="微软雅黑" panose="020B0503020204020204" pitchFamily="34" charset="-122"/>
                <a:ea typeface="微软雅黑" panose="020B0503020204020204" pitchFamily="34" charset="-122"/>
              </a:rPr>
              <a:t>            DUMP_FLAG_PRIORITY_CRITICAL | DUMP_FLAG_PROTO);</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ServiceManager.addService</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Context.INPUT_SERVICE</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inputManager</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allowIsolated</a:t>
            </a:r>
            <a:r>
              <a:rPr lang="en-US" altLang="zh-CN" sz="1400" b="0" dirty="0">
                <a:solidFill>
                  <a:srgbClr val="0070C0"/>
                </a:solidFill>
                <a:latin typeface="微软雅黑" panose="020B0503020204020204" pitchFamily="34" charset="-122"/>
                <a:ea typeface="微软雅黑" panose="020B0503020204020204" pitchFamily="34" charset="-122"/>
              </a:rPr>
              <a:t>= */ false, DUMP_FLAG_PRIORITY_CRITICAL);</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t.traceEnd</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5669612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a:latin typeface="微软雅黑" panose="020B0503020204020204" pitchFamily="34" charset="-122"/>
                <a:ea typeface="微软雅黑" panose="020B0503020204020204" pitchFamily="34" charset="-122"/>
              </a:rPr>
              <a:t>IMS</a:t>
            </a:r>
            <a:r>
              <a:rPr lang="zh-CN" altLang="en-US" sz="2400" b="0" dirty="0">
                <a:latin typeface="微软雅黑" panose="020B0503020204020204" pitchFamily="34" charset="-122"/>
                <a:ea typeface="微软雅黑" panose="020B0503020204020204" pitchFamily="34" charset="-122"/>
              </a:rPr>
              <a:t>是如何启动的</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3877985"/>
          </a:xfrm>
          <a:prstGeom prst="rect">
            <a:avLst/>
          </a:prstGeom>
          <a:noFill/>
        </p:spPr>
        <p:txBody>
          <a:bodyPr wrap="square" rtlCol="0">
            <a:spAutoFit/>
          </a:bodyPr>
          <a:lstStyle/>
          <a:p>
            <a:pPr algn="l"/>
            <a:r>
              <a:rPr lang="en-US" altLang="zh-CN" sz="1400" b="0" dirty="0">
                <a:solidFill>
                  <a:srgbClr val="7030A0"/>
                </a:solidFill>
                <a:latin typeface="微软雅黑" panose="020B0503020204020204" pitchFamily="34" charset="-122"/>
                <a:ea typeface="微软雅黑" panose="020B0503020204020204" pitchFamily="34" charset="-122"/>
              </a:rPr>
              <a:t>frameworks/base/services/core/java/com/android/server/input/InputManagerService.java</a:t>
            </a:r>
          </a:p>
          <a:p>
            <a:pPr algn="l"/>
            <a:r>
              <a:rPr lang="en-US" altLang="zh-CN" sz="1600" b="0" dirty="0">
                <a:latin typeface="微软雅黑" panose="020B0503020204020204" pitchFamily="34" charset="-122"/>
                <a:ea typeface="微软雅黑" panose="020B0503020204020204" pitchFamily="34" charset="-122"/>
              </a:rPr>
              <a:t>IMS</a:t>
            </a:r>
            <a:r>
              <a:rPr lang="zh-CN" altLang="en-US" sz="1600" b="0" dirty="0">
                <a:latin typeface="微软雅黑" panose="020B0503020204020204" pitchFamily="34" charset="-122"/>
                <a:ea typeface="微软雅黑" panose="020B0503020204020204" pitchFamily="34" charset="-122"/>
              </a:rPr>
              <a:t>创建时用</a:t>
            </a:r>
            <a:r>
              <a:rPr lang="en-US" altLang="zh-CN" sz="1600" b="0" dirty="0" err="1">
                <a:latin typeface="微软雅黑" panose="020B0503020204020204" pitchFamily="34" charset="-122"/>
                <a:ea typeface="微软雅黑" panose="020B0503020204020204" pitchFamily="34" charset="-122"/>
              </a:rPr>
              <a:t>DisplayThread</a:t>
            </a:r>
            <a:r>
              <a:rPr lang="zh-CN" altLang="en-US" sz="1600" b="0" dirty="0">
                <a:latin typeface="微软雅黑" panose="020B0503020204020204" pitchFamily="34" charset="-122"/>
                <a:ea typeface="微软雅黑" panose="020B0503020204020204" pitchFamily="34" charset="-122"/>
              </a:rPr>
              <a:t>线程的</a:t>
            </a:r>
            <a:r>
              <a:rPr lang="en-US" altLang="zh-CN" sz="1600" b="0" dirty="0" err="1">
                <a:latin typeface="微软雅黑" panose="020B0503020204020204" pitchFamily="34" charset="-122"/>
                <a:ea typeface="微软雅黑" panose="020B0503020204020204" pitchFamily="34" charset="-122"/>
              </a:rPr>
              <a:t>Looper</a:t>
            </a:r>
            <a:r>
              <a:rPr lang="zh-CN" altLang="en-US" sz="1600" b="0" dirty="0">
                <a:latin typeface="微软雅黑" panose="020B0503020204020204" pitchFamily="34" charset="-122"/>
                <a:ea typeface="微软雅黑" panose="020B0503020204020204" pitchFamily="34" charset="-122"/>
              </a:rPr>
              <a:t>创建了</a:t>
            </a:r>
            <a:r>
              <a:rPr lang="en-US" altLang="zh-CN" sz="1600" b="0" dirty="0" err="1">
                <a:latin typeface="微软雅黑" panose="020B0503020204020204" pitchFamily="34" charset="-122"/>
                <a:ea typeface="微软雅黑" panose="020B0503020204020204" pitchFamily="34" charset="-122"/>
              </a:rPr>
              <a:t>InputManagerHandler</a:t>
            </a:r>
            <a:r>
              <a:rPr lang="zh-CN" altLang="en-US" sz="1600" b="0" dirty="0" smtClean="0">
                <a:latin typeface="微软雅黑" panose="020B0503020204020204" pitchFamily="34" charset="-122"/>
                <a:ea typeface="微软雅黑" panose="020B0503020204020204" pitchFamily="34" charset="-122"/>
              </a:rPr>
              <a:t>，这样</a:t>
            </a:r>
            <a:r>
              <a:rPr lang="en-US" altLang="zh-CN" sz="1600" b="0" dirty="0" err="1" smtClean="0">
                <a:latin typeface="微软雅黑" panose="020B0503020204020204" pitchFamily="34" charset="-122"/>
                <a:ea typeface="微软雅黑" panose="020B0503020204020204" pitchFamily="34" charset="-122"/>
              </a:rPr>
              <a:t>InputManagerHandler</a:t>
            </a:r>
            <a:r>
              <a:rPr lang="zh-CN" altLang="en-US" sz="1600" b="0" dirty="0">
                <a:latin typeface="微软雅黑" panose="020B0503020204020204" pitchFamily="34" charset="-122"/>
                <a:ea typeface="微软雅黑" panose="020B0503020204020204" pitchFamily="34" charset="-122"/>
              </a:rPr>
              <a:t>会运行在</a:t>
            </a:r>
            <a:r>
              <a:rPr lang="en-US" altLang="zh-CN" sz="1600" b="0" dirty="0" err="1">
                <a:latin typeface="微软雅黑" panose="020B0503020204020204" pitchFamily="34" charset="-122"/>
                <a:ea typeface="微软雅黑" panose="020B0503020204020204" pitchFamily="34" charset="-122"/>
              </a:rPr>
              <a:t>DisplayThread</a:t>
            </a:r>
            <a:r>
              <a:rPr lang="zh-CN" altLang="en-US" sz="1600" b="0" dirty="0">
                <a:latin typeface="微软雅黑" panose="020B0503020204020204" pitchFamily="34" charset="-122"/>
                <a:ea typeface="微软雅黑" panose="020B0503020204020204" pitchFamily="34" charset="-122"/>
              </a:rPr>
              <a:t>线程，</a:t>
            </a:r>
            <a:r>
              <a:rPr lang="en-US" altLang="zh-CN" sz="1600" b="0" dirty="0" err="1">
                <a:latin typeface="微软雅黑" panose="020B0503020204020204" pitchFamily="34" charset="-122"/>
                <a:ea typeface="微软雅黑" panose="020B0503020204020204" pitchFamily="34" charset="-122"/>
              </a:rPr>
              <a:t>DisplayThread</a:t>
            </a:r>
            <a:r>
              <a:rPr lang="zh-CN" altLang="en-US" sz="1600" b="0" dirty="0">
                <a:latin typeface="微软雅黑" panose="020B0503020204020204" pitchFamily="34" charset="-122"/>
                <a:ea typeface="微软雅黑" panose="020B0503020204020204" pitchFamily="34" charset="-122"/>
              </a:rPr>
              <a:t>线程是系统共享的单例前台线程，仅供</a:t>
            </a:r>
            <a:r>
              <a:rPr lang="en-US" altLang="zh-CN" sz="1600" b="0" dirty="0" err="1">
                <a:latin typeface="微软雅黑" panose="020B0503020204020204" pitchFamily="34" charset="-122"/>
                <a:ea typeface="微软雅黑" panose="020B0503020204020204" pitchFamily="34" charset="-122"/>
              </a:rPr>
              <a:t>WindowManager</a:t>
            </a:r>
            <a:r>
              <a:rPr lang="zh-CN" altLang="en-US" sz="1600" b="0" dirty="0">
                <a:latin typeface="微软雅黑" panose="020B0503020204020204" pitchFamily="34" charset="-122"/>
                <a:ea typeface="微软雅黑" panose="020B0503020204020204" pitchFamily="34" charset="-122"/>
              </a:rPr>
              <a:t>、</a:t>
            </a:r>
            <a:r>
              <a:rPr lang="en-US" altLang="zh-CN" sz="1600" b="0" dirty="0" err="1">
                <a:latin typeface="微软雅黑" panose="020B0503020204020204" pitchFamily="34" charset="-122"/>
                <a:ea typeface="微软雅黑" panose="020B0503020204020204" pitchFamily="34" charset="-122"/>
              </a:rPr>
              <a:t>DisplayManager</a:t>
            </a:r>
            <a:r>
              <a:rPr lang="zh-CN" altLang="en-US" sz="1600" b="0" dirty="0">
                <a:latin typeface="微软雅黑" panose="020B0503020204020204" pitchFamily="34" charset="-122"/>
                <a:ea typeface="微软雅黑" panose="020B0503020204020204" pitchFamily="34" charset="-122"/>
              </a:rPr>
              <a:t>和</a:t>
            </a:r>
            <a:r>
              <a:rPr lang="en-US" altLang="zh-CN" sz="1600" b="0" dirty="0" err="1">
                <a:latin typeface="微软雅黑" panose="020B0503020204020204" pitchFamily="34" charset="-122"/>
                <a:ea typeface="微软雅黑" panose="020B0503020204020204" pitchFamily="34" charset="-122"/>
              </a:rPr>
              <a:t>InputManager</a:t>
            </a:r>
            <a:r>
              <a:rPr lang="zh-CN" altLang="en-US" sz="1600" b="0" dirty="0">
                <a:latin typeface="微软雅黑" panose="020B0503020204020204" pitchFamily="34" charset="-122"/>
                <a:ea typeface="微软雅黑" panose="020B0503020204020204" pitchFamily="34" charset="-122"/>
              </a:rPr>
              <a:t>使用</a:t>
            </a:r>
            <a:r>
              <a:rPr lang="zh-CN" altLang="en-US" sz="1600" b="0" dirty="0" smtClean="0">
                <a:latin typeface="微软雅黑" panose="020B0503020204020204" pitchFamily="34" charset="-122"/>
                <a:ea typeface="微软雅黑" panose="020B0503020204020204" pitchFamily="34" charset="-122"/>
              </a:rPr>
              <a:t>。最后调用</a:t>
            </a:r>
            <a:r>
              <a:rPr lang="zh-CN" altLang="en-US" sz="1600" b="0" dirty="0">
                <a:latin typeface="微软雅黑" panose="020B0503020204020204" pitchFamily="34" charset="-122"/>
                <a:ea typeface="微软雅黑" panose="020B0503020204020204" pitchFamily="34" charset="-122"/>
              </a:rPr>
              <a:t>了</a:t>
            </a:r>
            <a:r>
              <a:rPr lang="en-US" altLang="zh-CN" sz="1600" b="0" dirty="0" err="1">
                <a:latin typeface="微软雅黑" panose="020B0503020204020204" pitchFamily="34" charset="-122"/>
                <a:ea typeface="微软雅黑" panose="020B0503020204020204" pitchFamily="34" charset="-122"/>
              </a:rPr>
              <a:t>nativeInit</a:t>
            </a:r>
            <a:r>
              <a:rPr lang="zh-CN" altLang="en-US" sz="1600" b="0" dirty="0">
                <a:latin typeface="微软雅黑" panose="020B0503020204020204" pitchFamily="34" charset="-122"/>
                <a:ea typeface="微软雅黑" panose="020B0503020204020204" pitchFamily="34" charset="-122"/>
              </a:rPr>
              <a:t>方法</a:t>
            </a:r>
            <a:r>
              <a:rPr lang="zh-CN" altLang="en-US" sz="1600" b="0" dirty="0" smtClean="0">
                <a:latin typeface="微软雅黑" panose="020B0503020204020204" pitchFamily="34" charset="-122"/>
                <a:ea typeface="微软雅黑" panose="020B0503020204020204" pitchFamily="34" charset="-122"/>
              </a:rPr>
              <a:t>，通过</a:t>
            </a:r>
            <a:r>
              <a:rPr lang="en-US" altLang="zh-CN" sz="1600" b="0" dirty="0">
                <a:latin typeface="微软雅黑" panose="020B0503020204020204" pitchFamily="34" charset="-122"/>
                <a:ea typeface="微软雅黑" panose="020B0503020204020204" pitchFamily="34" charset="-122"/>
              </a:rPr>
              <a:t>JNI</a:t>
            </a:r>
            <a:r>
              <a:rPr lang="zh-CN" altLang="en-US" sz="1600" b="0" dirty="0">
                <a:latin typeface="微软雅黑" panose="020B0503020204020204" pitchFamily="34" charset="-122"/>
                <a:ea typeface="微软雅黑" panose="020B0503020204020204" pitchFamily="34" charset="-122"/>
              </a:rPr>
              <a:t>调用</a:t>
            </a:r>
            <a:r>
              <a:rPr lang="en-US" altLang="zh-CN" sz="1600" b="0" dirty="0" smtClean="0">
                <a:latin typeface="微软雅黑" panose="020B0503020204020204" pitchFamily="34" charset="-122"/>
                <a:ea typeface="微软雅黑" panose="020B0503020204020204" pitchFamily="34" charset="-122"/>
              </a:rPr>
              <a:t>Native</a:t>
            </a:r>
            <a:r>
              <a:rPr lang="zh-CN" altLang="en-US" sz="1600" b="0" dirty="0" smtClean="0">
                <a:latin typeface="微软雅黑" panose="020B0503020204020204" pitchFamily="34" charset="-122"/>
                <a:ea typeface="微软雅黑" panose="020B0503020204020204" pitchFamily="34" charset="-122"/>
              </a:rPr>
              <a:t>的初始化方法 </a:t>
            </a:r>
            <a:r>
              <a:rPr lang="zh-CN" altLang="en-US" sz="1600" b="0" dirty="0">
                <a:latin typeface="微软雅黑" panose="020B0503020204020204" pitchFamily="34" charset="-122"/>
                <a:ea typeface="微软雅黑" panose="020B0503020204020204" pitchFamily="34" charset="-122"/>
              </a:rPr>
              <a:t>。</a:t>
            </a:r>
            <a:endParaRPr lang="en-US" altLang="zh-CN" sz="1600" b="0" dirty="0">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public </a:t>
            </a:r>
            <a:r>
              <a:rPr lang="en-US" altLang="zh-CN" sz="1400" b="0" dirty="0" err="1">
                <a:solidFill>
                  <a:srgbClr val="0070C0"/>
                </a:solidFill>
                <a:latin typeface="微软雅黑" panose="020B0503020204020204" pitchFamily="34" charset="-122"/>
                <a:ea typeface="微软雅黑" panose="020B0503020204020204" pitchFamily="34" charset="-122"/>
              </a:rPr>
              <a:t>InputManagerService</a:t>
            </a:r>
            <a:r>
              <a:rPr lang="en-US" altLang="zh-CN" sz="1400" b="0" dirty="0">
                <a:solidFill>
                  <a:srgbClr val="0070C0"/>
                </a:solidFill>
                <a:latin typeface="微软雅黑" panose="020B0503020204020204" pitchFamily="34" charset="-122"/>
                <a:ea typeface="微软雅黑" panose="020B0503020204020204" pitchFamily="34" charset="-122"/>
              </a:rPr>
              <a:t>(Context context)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this.mContext</a:t>
            </a:r>
            <a:r>
              <a:rPr lang="en-US" altLang="zh-CN" sz="1400" b="0" dirty="0">
                <a:solidFill>
                  <a:srgbClr val="0070C0"/>
                </a:solidFill>
                <a:latin typeface="微软雅黑" panose="020B0503020204020204" pitchFamily="34" charset="-122"/>
                <a:ea typeface="微软雅黑" panose="020B0503020204020204" pitchFamily="34" charset="-122"/>
              </a:rPr>
              <a:t> = context;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this.mHandler</a:t>
            </a:r>
            <a:r>
              <a:rPr lang="en-US" altLang="zh-CN" sz="1400" b="0" dirty="0">
                <a:solidFill>
                  <a:srgbClr val="0070C0"/>
                </a:solidFill>
                <a:latin typeface="微软雅黑" panose="020B0503020204020204" pitchFamily="34" charset="-122"/>
                <a:ea typeface="微软雅黑" panose="020B0503020204020204" pitchFamily="34" charset="-122"/>
              </a:rPr>
              <a:t> = new </a:t>
            </a:r>
            <a:r>
              <a:rPr lang="en-US" altLang="zh-CN" sz="1400" b="0" dirty="0" err="1">
                <a:solidFill>
                  <a:srgbClr val="0070C0"/>
                </a:solidFill>
                <a:latin typeface="微软雅黑" panose="020B0503020204020204" pitchFamily="34" charset="-122"/>
                <a:ea typeface="微软雅黑" panose="020B0503020204020204" pitchFamily="34" charset="-122"/>
              </a:rPr>
              <a:t>InputManagerHandler</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DisplayThread.get</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getLooper</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mStaticAssociations</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loadStaticInputPortAssociations</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mUseDevInputEventForAudioJack</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context.getResources</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getBoolean</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R.bool.config_useDevInputEventForAudioJack</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Slog.i</a:t>
            </a:r>
            <a:r>
              <a:rPr lang="en-US" altLang="zh-CN" sz="1400" b="0" dirty="0">
                <a:solidFill>
                  <a:srgbClr val="0070C0"/>
                </a:solidFill>
                <a:latin typeface="微软雅黑" panose="020B0503020204020204" pitchFamily="34" charset="-122"/>
                <a:ea typeface="微软雅黑" panose="020B0503020204020204" pitchFamily="34" charset="-122"/>
              </a:rPr>
              <a:t>(TAG, "Initializing input manager, </a:t>
            </a:r>
            <a:r>
              <a:rPr lang="en-US" altLang="zh-CN" sz="1400" b="0" dirty="0" err="1">
                <a:solidFill>
                  <a:srgbClr val="0070C0"/>
                </a:solidFill>
                <a:latin typeface="微软雅黑" panose="020B0503020204020204" pitchFamily="34" charset="-122"/>
                <a:ea typeface="微软雅黑" panose="020B0503020204020204" pitchFamily="34" charset="-122"/>
              </a:rPr>
              <a:t>mUseDevInputEventForAudioJack</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mUseDevInputEventForAudioJack</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mPtr</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FF0000"/>
                </a:solidFill>
                <a:latin typeface="微软雅黑" panose="020B0503020204020204" pitchFamily="34" charset="-122"/>
                <a:ea typeface="微软雅黑" panose="020B0503020204020204" pitchFamily="34" charset="-122"/>
              </a:rPr>
              <a:t>nativeInit</a:t>
            </a:r>
            <a:r>
              <a:rPr lang="en-US" altLang="zh-CN" sz="1400" b="0" dirty="0">
                <a:solidFill>
                  <a:srgbClr val="0070C0"/>
                </a:solidFill>
                <a:latin typeface="微软雅黑" panose="020B0503020204020204" pitchFamily="34" charset="-122"/>
                <a:ea typeface="微软雅黑" panose="020B0503020204020204" pitchFamily="34" charset="-122"/>
              </a:rPr>
              <a:t>(this, </a:t>
            </a:r>
            <a:r>
              <a:rPr lang="en-US" altLang="zh-CN" sz="1400" b="0" dirty="0" err="1">
                <a:solidFill>
                  <a:srgbClr val="0070C0"/>
                </a:solidFill>
                <a:latin typeface="微软雅黑" panose="020B0503020204020204" pitchFamily="34" charset="-122"/>
                <a:ea typeface="微软雅黑" panose="020B0503020204020204" pitchFamily="34" charset="-122"/>
              </a:rPr>
              <a:t>mContext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mHandler.getLooper</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getQueue</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8198570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a:latin typeface="微软雅黑" panose="020B0503020204020204" pitchFamily="34" charset="-122"/>
                <a:ea typeface="微软雅黑" panose="020B0503020204020204" pitchFamily="34" charset="-122"/>
              </a:rPr>
              <a:t>IMS</a:t>
            </a:r>
            <a:r>
              <a:rPr lang="zh-CN" altLang="en-US" sz="2400" b="0" dirty="0">
                <a:latin typeface="微软雅黑" panose="020B0503020204020204" pitchFamily="34" charset="-122"/>
                <a:ea typeface="微软雅黑" panose="020B0503020204020204" pitchFamily="34" charset="-122"/>
              </a:rPr>
              <a:t>是如何启动的</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4493538"/>
          </a:xfrm>
          <a:prstGeom prst="rect">
            <a:avLst/>
          </a:prstGeom>
          <a:noFill/>
        </p:spPr>
        <p:txBody>
          <a:bodyPr wrap="square" rtlCol="0">
            <a:spAutoFit/>
          </a:bodyPr>
          <a:lstStyle/>
          <a:p>
            <a:pPr algn="l"/>
            <a:r>
              <a:rPr lang="en-US" altLang="zh-CN" sz="1400" b="0" dirty="0" smtClean="0">
                <a:solidFill>
                  <a:srgbClr val="7030A0"/>
                </a:solidFill>
                <a:latin typeface="微软雅黑" panose="020B0503020204020204" pitchFamily="34" charset="-122"/>
                <a:ea typeface="微软雅黑" panose="020B0503020204020204" pitchFamily="34" charset="-122"/>
              </a:rPr>
              <a:t>frameworks/base/services/core/</a:t>
            </a:r>
            <a:r>
              <a:rPr lang="en-US" altLang="zh-CN" sz="1400" b="0" dirty="0" err="1" smtClean="0">
                <a:solidFill>
                  <a:srgbClr val="7030A0"/>
                </a:solidFill>
                <a:latin typeface="微软雅黑" panose="020B0503020204020204" pitchFamily="34" charset="-122"/>
                <a:ea typeface="微软雅黑" panose="020B0503020204020204" pitchFamily="34" charset="-122"/>
              </a:rPr>
              <a:t>jni</a:t>
            </a:r>
            <a:r>
              <a:rPr lang="en-US" altLang="zh-CN" sz="1400" b="0" dirty="0" smtClean="0">
                <a:solidFill>
                  <a:srgbClr val="7030A0"/>
                </a:solidFill>
                <a:latin typeface="微软雅黑" panose="020B0503020204020204" pitchFamily="34" charset="-122"/>
                <a:ea typeface="微软雅黑" panose="020B0503020204020204" pitchFamily="34" charset="-122"/>
              </a:rPr>
              <a:t>/com_android_server_input_InputManagerService.cpp</a:t>
            </a:r>
            <a:endParaRPr lang="en-US" altLang="zh-CN" sz="1400" b="0" dirty="0">
              <a:solidFill>
                <a:srgbClr val="7030A0"/>
              </a:solidFill>
              <a:latin typeface="微软雅黑" panose="020B0503020204020204" pitchFamily="34" charset="-122"/>
              <a:ea typeface="微软雅黑" panose="020B0503020204020204" pitchFamily="34" charset="-122"/>
            </a:endParaRPr>
          </a:p>
          <a:p>
            <a:pPr algn="l"/>
            <a:r>
              <a:rPr lang="zh-CN" altLang="en-US" sz="1600" b="0" dirty="0">
                <a:latin typeface="微软雅黑" panose="020B0503020204020204" pitchFamily="34" charset="-122"/>
                <a:ea typeface="微软雅黑" panose="020B0503020204020204" pitchFamily="34" charset="-122"/>
              </a:rPr>
              <a:t>主要</a:t>
            </a:r>
            <a:r>
              <a:rPr lang="zh-CN" altLang="en-US" sz="1600" b="0" dirty="0" smtClean="0">
                <a:latin typeface="微软雅黑" panose="020B0503020204020204" pitchFamily="34" charset="-122"/>
                <a:ea typeface="微软雅黑" panose="020B0503020204020204" pitchFamily="34" charset="-122"/>
              </a:rPr>
              <a:t>创建</a:t>
            </a:r>
            <a:r>
              <a:rPr lang="zh-CN" altLang="en-US" sz="1600" b="0" dirty="0">
                <a:latin typeface="微软雅黑" panose="020B0503020204020204" pitchFamily="34" charset="-122"/>
                <a:ea typeface="微软雅黑" panose="020B0503020204020204" pitchFamily="34" charset="-122"/>
              </a:rPr>
              <a:t>了</a:t>
            </a:r>
            <a:r>
              <a:rPr lang="en-US" altLang="zh-CN" sz="1600" b="0" dirty="0" err="1">
                <a:latin typeface="微软雅黑" panose="020B0503020204020204" pitchFamily="34" charset="-122"/>
                <a:ea typeface="微软雅黑" panose="020B0503020204020204" pitchFamily="34" charset="-122"/>
              </a:rPr>
              <a:t>NativeInputManager</a:t>
            </a:r>
            <a:r>
              <a:rPr lang="zh-CN" altLang="en-US" sz="1600" b="0" dirty="0">
                <a:latin typeface="微软雅黑" panose="020B0503020204020204" pitchFamily="34" charset="-122"/>
                <a:ea typeface="微软雅黑" panose="020B0503020204020204" pitchFamily="34" charset="-122"/>
              </a:rPr>
              <a:t>，最后会调用</a:t>
            </a:r>
            <a:r>
              <a:rPr lang="en-US" altLang="zh-CN" sz="1600" b="0" dirty="0" err="1">
                <a:latin typeface="微软雅黑" panose="020B0503020204020204" pitchFamily="34" charset="-122"/>
                <a:ea typeface="微软雅黑" panose="020B0503020204020204" pitchFamily="34" charset="-122"/>
              </a:rPr>
              <a:t>reinterpret_cast</a:t>
            </a:r>
            <a:r>
              <a:rPr lang="zh-CN" altLang="en-US" sz="1600" b="0" dirty="0">
                <a:latin typeface="微软雅黑" panose="020B0503020204020204" pitchFamily="34" charset="-122"/>
                <a:ea typeface="微软雅黑" panose="020B0503020204020204" pitchFamily="34" charset="-122"/>
              </a:rPr>
              <a:t>运算符将</a:t>
            </a:r>
            <a:r>
              <a:rPr lang="en-US" altLang="zh-CN" sz="1600" b="0" dirty="0" err="1">
                <a:latin typeface="微软雅黑" panose="020B0503020204020204" pitchFamily="34" charset="-122"/>
                <a:ea typeface="微软雅黑" panose="020B0503020204020204" pitchFamily="34" charset="-122"/>
              </a:rPr>
              <a:t>NativeInputManager</a:t>
            </a:r>
            <a:r>
              <a:rPr lang="zh-CN" altLang="en-US" sz="1600" b="0" dirty="0">
                <a:latin typeface="微软雅黑" panose="020B0503020204020204" pitchFamily="34" charset="-122"/>
                <a:ea typeface="微软雅黑" panose="020B0503020204020204" pitchFamily="34" charset="-122"/>
              </a:rPr>
              <a:t>指针强制转换并返回。</a:t>
            </a:r>
            <a:endParaRPr lang="en-US" altLang="zh-CN" sz="1600" b="0" dirty="0">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static </a:t>
            </a:r>
            <a:r>
              <a:rPr lang="en-US" altLang="zh-CN" sz="1400" b="0" dirty="0" err="1">
                <a:solidFill>
                  <a:srgbClr val="0070C0"/>
                </a:solidFill>
                <a:latin typeface="微软雅黑" panose="020B0503020204020204" pitchFamily="34" charset="-122"/>
                <a:ea typeface="微软雅黑" panose="020B0503020204020204" pitchFamily="34" charset="-122"/>
              </a:rPr>
              <a:t>jlong</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nativeInit</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JNIEnv</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env</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jclass</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clazz</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jobject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serviceObj</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jobject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contextObj</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jobject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messageQueueObj</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NativeInputManager</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im</a:t>
            </a:r>
            <a:r>
              <a:rPr lang="en-US" altLang="zh-CN" sz="1400" b="0" dirty="0">
                <a:solidFill>
                  <a:srgbClr val="0070C0"/>
                </a:solidFill>
                <a:latin typeface="微软雅黑" panose="020B0503020204020204" pitchFamily="34" charset="-122"/>
                <a:ea typeface="微软雅黑" panose="020B0503020204020204" pitchFamily="34" charset="-122"/>
              </a:rPr>
              <a:t> = new </a:t>
            </a:r>
            <a:r>
              <a:rPr lang="en-US" altLang="zh-CN" sz="1400" b="0" dirty="0" err="1">
                <a:solidFill>
                  <a:srgbClr val="0070C0"/>
                </a:solidFill>
                <a:latin typeface="微软雅黑" panose="020B0503020204020204" pitchFamily="34" charset="-122"/>
                <a:ea typeface="微软雅黑" panose="020B0503020204020204" pitchFamily="34" charset="-122"/>
              </a:rPr>
              <a:t>NativeInputManager</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contextObj</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serviceObj</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messageQueue</a:t>
            </a:r>
            <a:r>
              <a:rPr lang="en-US" altLang="zh-CN" sz="1400" b="0" dirty="0">
                <a:solidFill>
                  <a:srgbClr val="0070C0"/>
                </a:solidFill>
                <a:latin typeface="微软雅黑" panose="020B0503020204020204" pitchFamily="34" charset="-122"/>
                <a:ea typeface="微软雅黑" panose="020B0503020204020204" pitchFamily="34" charset="-122"/>
              </a:rPr>
              <a:t>-&gt;</a:t>
            </a:r>
            <a:r>
              <a:rPr lang="en-US" altLang="zh-CN" sz="1400" b="0" dirty="0" err="1">
                <a:solidFill>
                  <a:srgbClr val="0070C0"/>
                </a:solidFill>
                <a:latin typeface="微软雅黑" panose="020B0503020204020204" pitchFamily="34" charset="-122"/>
                <a:ea typeface="微软雅黑" panose="020B0503020204020204" pitchFamily="34" charset="-122"/>
              </a:rPr>
              <a:t>getLooper</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im</a:t>
            </a:r>
            <a:r>
              <a:rPr lang="en-US" altLang="zh-CN" sz="1400" b="0" dirty="0">
                <a:solidFill>
                  <a:srgbClr val="0070C0"/>
                </a:solidFill>
                <a:latin typeface="微软雅黑" panose="020B0503020204020204" pitchFamily="34" charset="-122"/>
                <a:ea typeface="微软雅黑" panose="020B0503020204020204" pitchFamily="34" charset="-122"/>
              </a:rPr>
              <a:t>-&gt;</a:t>
            </a:r>
            <a:r>
              <a:rPr lang="en-US" altLang="zh-CN" sz="1400" b="0" dirty="0" err="1">
                <a:solidFill>
                  <a:srgbClr val="0070C0"/>
                </a:solidFill>
                <a:latin typeface="微软雅黑" panose="020B0503020204020204" pitchFamily="34" charset="-122"/>
                <a:ea typeface="微软雅黑" panose="020B0503020204020204" pitchFamily="34" charset="-122"/>
              </a:rPr>
              <a:t>incStrong</a:t>
            </a:r>
            <a:r>
              <a:rPr lang="en-US" altLang="zh-CN" sz="1400" b="0" dirty="0">
                <a:solidFill>
                  <a:srgbClr val="0070C0"/>
                </a:solidFill>
                <a:latin typeface="微软雅黑" panose="020B0503020204020204" pitchFamily="34" charset="-122"/>
                <a:ea typeface="微软雅黑" panose="020B0503020204020204" pitchFamily="34" charset="-122"/>
              </a:rPr>
              <a:t>(0);</a:t>
            </a:r>
          </a:p>
          <a:p>
            <a:pPr algn="l"/>
            <a:r>
              <a:rPr lang="en-US" altLang="zh-CN" sz="1400" b="0" dirty="0">
                <a:solidFill>
                  <a:srgbClr val="0070C0"/>
                </a:solidFill>
                <a:latin typeface="微软雅黑" panose="020B0503020204020204" pitchFamily="34" charset="-122"/>
                <a:ea typeface="微软雅黑" panose="020B0503020204020204" pitchFamily="34" charset="-122"/>
              </a:rPr>
              <a:t>    return </a:t>
            </a:r>
            <a:r>
              <a:rPr lang="en-US" altLang="zh-CN" sz="1400" b="0" dirty="0" err="1">
                <a:solidFill>
                  <a:srgbClr val="0070C0"/>
                </a:solidFill>
                <a:latin typeface="微软雅黑" panose="020B0503020204020204" pitchFamily="34" charset="-122"/>
                <a:ea typeface="微软雅黑" panose="020B0503020204020204" pitchFamily="34" charset="-122"/>
              </a:rPr>
              <a:t>reinterpret_cast</a:t>
            </a:r>
            <a:r>
              <a:rPr lang="en-US" altLang="zh-CN" sz="1400" b="0" dirty="0">
                <a:solidFill>
                  <a:srgbClr val="0070C0"/>
                </a:solidFill>
                <a:latin typeface="微软雅黑" panose="020B0503020204020204" pitchFamily="34" charset="-122"/>
                <a:ea typeface="微软雅黑" panose="020B0503020204020204" pitchFamily="34" charset="-122"/>
              </a:rPr>
              <a:t>&lt;</a:t>
            </a:r>
            <a:r>
              <a:rPr lang="en-US" altLang="zh-CN" sz="1400" b="0" dirty="0" err="1">
                <a:solidFill>
                  <a:srgbClr val="0070C0"/>
                </a:solidFill>
                <a:latin typeface="微软雅黑" panose="020B0503020204020204" pitchFamily="34" charset="-122"/>
                <a:ea typeface="微软雅黑" panose="020B0503020204020204" pitchFamily="34" charset="-122"/>
              </a:rPr>
              <a:t>jlong</a:t>
            </a:r>
            <a:r>
              <a:rPr lang="en-US" altLang="zh-CN" sz="1400" b="0" dirty="0">
                <a:solidFill>
                  <a:srgbClr val="0070C0"/>
                </a:solidFill>
                <a:latin typeface="微软雅黑" panose="020B0503020204020204" pitchFamily="34" charset="-122"/>
                <a:ea typeface="微软雅黑" panose="020B0503020204020204" pitchFamily="34" charset="-122"/>
              </a:rPr>
              <a:t>&gt;(</a:t>
            </a:r>
            <a:r>
              <a:rPr lang="en-US" altLang="zh-CN" sz="1400" b="0" dirty="0" err="1">
                <a:solidFill>
                  <a:srgbClr val="0070C0"/>
                </a:solidFill>
                <a:latin typeface="微软雅黑" panose="020B0503020204020204" pitchFamily="34" charset="-122"/>
                <a:ea typeface="微软雅黑" panose="020B0503020204020204" pitchFamily="34" charset="-122"/>
              </a:rPr>
              <a:t>im</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en-US" altLang="zh-CN" sz="1600" b="0" dirty="0" err="1" smtClean="0">
                <a:latin typeface="微软雅黑" panose="020B0503020204020204" pitchFamily="34" charset="-122"/>
                <a:ea typeface="微软雅黑" panose="020B0503020204020204" pitchFamily="34" charset="-122"/>
              </a:rPr>
              <a:t>NativeInputManager</a:t>
            </a:r>
            <a:r>
              <a:rPr lang="zh-CN" altLang="en-US" sz="1600" b="0" dirty="0">
                <a:latin typeface="微软雅黑" panose="020B0503020204020204" pitchFamily="34" charset="-122"/>
                <a:ea typeface="微软雅黑" panose="020B0503020204020204" pitchFamily="34" charset="-122"/>
              </a:rPr>
              <a:t>构造函数中创建</a:t>
            </a:r>
            <a:r>
              <a:rPr lang="zh-CN" altLang="en-US" sz="1600" b="0" dirty="0" smtClean="0">
                <a:latin typeface="微软雅黑" panose="020B0503020204020204" pitchFamily="34" charset="-122"/>
                <a:ea typeface="微软雅黑" panose="020B0503020204020204" pitchFamily="34" charset="-122"/>
              </a:rPr>
              <a:t>了</a:t>
            </a:r>
            <a:r>
              <a:rPr lang="en-US" altLang="zh-CN" sz="1600" b="0" dirty="0" err="1" smtClean="0">
                <a:latin typeface="微软雅黑" panose="020B0503020204020204" pitchFamily="34" charset="-122"/>
                <a:ea typeface="微软雅黑" panose="020B0503020204020204" pitchFamily="34" charset="-122"/>
              </a:rPr>
              <a:t>InputManager</a:t>
            </a:r>
            <a:r>
              <a:rPr lang="zh-CN" altLang="en-US" sz="1600" b="0" dirty="0" smtClean="0">
                <a:latin typeface="微软雅黑" panose="020B0503020204020204" pitchFamily="34" charset="-122"/>
                <a:ea typeface="微软雅黑" panose="020B0503020204020204" pitchFamily="34" charset="-122"/>
              </a:rPr>
              <a:t>，并把</a:t>
            </a:r>
            <a:r>
              <a:rPr lang="en-US" altLang="zh-CN" sz="1600" b="0" dirty="0" err="1" smtClean="0">
                <a:latin typeface="微软雅黑" panose="020B0503020204020204" pitchFamily="34" charset="-122"/>
                <a:ea typeface="微软雅黑" panose="020B0503020204020204" pitchFamily="34" charset="-122"/>
              </a:rPr>
              <a:t>InputManager</a:t>
            </a:r>
            <a:r>
              <a:rPr lang="zh-CN" altLang="en-US" sz="1600" b="0" dirty="0" smtClean="0">
                <a:latin typeface="微软雅黑" panose="020B0503020204020204" pitchFamily="34" charset="-122"/>
                <a:ea typeface="微软雅黑" panose="020B0503020204020204" pitchFamily="34" charset="-122"/>
              </a:rPr>
              <a:t>注册到系统。</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400" b="0" dirty="0" err="1">
                <a:solidFill>
                  <a:srgbClr val="0070C0"/>
                </a:solidFill>
                <a:latin typeface="微软雅黑" panose="020B0503020204020204" pitchFamily="34" charset="-122"/>
                <a:ea typeface="微软雅黑" panose="020B0503020204020204" pitchFamily="34" charset="-122"/>
              </a:rPr>
              <a:t>NativeInputManager</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NativeInputManager</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jobject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contextObj</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jobject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serviceObj</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const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sp</a:t>
            </a:r>
            <a:r>
              <a:rPr lang="en-US" altLang="zh-CN" sz="1400" b="0" dirty="0">
                <a:solidFill>
                  <a:srgbClr val="0070C0"/>
                </a:solidFill>
                <a:latin typeface="微软雅黑" panose="020B0503020204020204" pitchFamily="34" charset="-122"/>
                <a:ea typeface="微软雅黑" panose="020B0503020204020204" pitchFamily="34" charset="-122"/>
              </a:rPr>
              <a:t>&lt;</a:t>
            </a:r>
            <a:r>
              <a:rPr lang="en-US" altLang="zh-CN" sz="1400" b="0" dirty="0" err="1">
                <a:solidFill>
                  <a:srgbClr val="0070C0"/>
                </a:solidFill>
                <a:latin typeface="微软雅黑" panose="020B0503020204020204" pitchFamily="34" charset="-122"/>
                <a:ea typeface="微软雅黑" panose="020B0503020204020204" pitchFamily="34" charset="-122"/>
              </a:rPr>
              <a:t>Looper</a:t>
            </a:r>
            <a:r>
              <a:rPr lang="en-US" altLang="zh-CN" sz="1400" b="0" dirty="0">
                <a:solidFill>
                  <a:srgbClr val="0070C0"/>
                </a:solidFill>
                <a:latin typeface="微软雅黑" panose="020B0503020204020204" pitchFamily="34" charset="-122"/>
                <a:ea typeface="微软雅黑" panose="020B0503020204020204" pitchFamily="34" charset="-122"/>
              </a:rPr>
              <a:t>&gt;&amp; </a:t>
            </a:r>
            <a:r>
              <a:rPr lang="en-US" altLang="zh-CN" sz="1400" b="0" dirty="0" err="1">
                <a:solidFill>
                  <a:srgbClr val="0070C0"/>
                </a:solidFill>
                <a:latin typeface="微软雅黑" panose="020B0503020204020204" pitchFamily="34" charset="-122"/>
                <a:ea typeface="微软雅黑" panose="020B0503020204020204" pitchFamily="34" charset="-122"/>
              </a:rPr>
              <a:t>looper</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mLooper</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looper</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mInteractive</a:t>
            </a:r>
            <a:r>
              <a:rPr lang="en-US" altLang="zh-CN" sz="1400" b="0" dirty="0">
                <a:solidFill>
                  <a:srgbClr val="0070C0"/>
                </a:solidFill>
                <a:latin typeface="微软雅黑" panose="020B0503020204020204" pitchFamily="34" charset="-122"/>
                <a:ea typeface="微软雅黑" panose="020B0503020204020204" pitchFamily="34" charset="-122"/>
              </a:rPr>
              <a:t>(true)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mInputManager</a:t>
            </a:r>
            <a:r>
              <a:rPr lang="en-US" altLang="zh-CN" sz="1400" b="0" dirty="0">
                <a:solidFill>
                  <a:srgbClr val="0070C0"/>
                </a:solidFill>
                <a:latin typeface="微软雅黑" panose="020B0503020204020204" pitchFamily="34" charset="-122"/>
                <a:ea typeface="微软雅黑" panose="020B0503020204020204" pitchFamily="34" charset="-122"/>
              </a:rPr>
              <a:t> = new </a:t>
            </a:r>
            <a:r>
              <a:rPr lang="en-US" altLang="zh-CN" sz="1400" b="0" dirty="0" err="1">
                <a:solidFill>
                  <a:srgbClr val="0070C0"/>
                </a:solidFill>
                <a:latin typeface="微软雅黑" panose="020B0503020204020204" pitchFamily="34" charset="-122"/>
                <a:ea typeface="微软雅黑" panose="020B0503020204020204" pitchFamily="34" charset="-122"/>
              </a:rPr>
              <a:t>InputManager</a:t>
            </a:r>
            <a:r>
              <a:rPr lang="en-US" altLang="zh-CN" sz="1400" b="0" dirty="0">
                <a:solidFill>
                  <a:srgbClr val="0070C0"/>
                </a:solidFill>
                <a:latin typeface="微软雅黑" panose="020B0503020204020204" pitchFamily="34" charset="-122"/>
                <a:ea typeface="微软雅黑" panose="020B0503020204020204" pitchFamily="34" charset="-122"/>
              </a:rPr>
              <a:t>(this, this);</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defaultServiceManager</a:t>
            </a:r>
            <a:r>
              <a:rPr lang="en-US" altLang="zh-CN" sz="1400" b="0" dirty="0">
                <a:solidFill>
                  <a:srgbClr val="0070C0"/>
                </a:solidFill>
                <a:latin typeface="微软雅黑" panose="020B0503020204020204" pitchFamily="34" charset="-122"/>
                <a:ea typeface="微软雅黑" panose="020B0503020204020204" pitchFamily="34" charset="-122"/>
              </a:rPr>
              <a:t>()-&gt;</a:t>
            </a:r>
            <a:r>
              <a:rPr lang="en-US" altLang="zh-CN" sz="1400" b="0" dirty="0" err="1">
                <a:solidFill>
                  <a:srgbClr val="0070C0"/>
                </a:solidFill>
                <a:latin typeface="微软雅黑" panose="020B0503020204020204" pitchFamily="34" charset="-122"/>
                <a:ea typeface="微软雅黑" panose="020B0503020204020204" pitchFamily="34" charset="-122"/>
              </a:rPr>
              <a:t>addService</a:t>
            </a:r>
            <a:r>
              <a:rPr lang="en-US" altLang="zh-CN" sz="1400" b="0" dirty="0">
                <a:solidFill>
                  <a:srgbClr val="0070C0"/>
                </a:solidFill>
                <a:latin typeface="微软雅黑" panose="020B0503020204020204" pitchFamily="34" charset="-122"/>
                <a:ea typeface="微软雅黑" panose="020B0503020204020204" pitchFamily="34" charset="-122"/>
              </a:rPr>
              <a:t>(String16("</a:t>
            </a:r>
            <a:r>
              <a:rPr lang="en-US" altLang="zh-CN" sz="1400" b="0" dirty="0" err="1">
                <a:solidFill>
                  <a:srgbClr val="0070C0"/>
                </a:solidFill>
                <a:latin typeface="微软雅黑" panose="020B0503020204020204" pitchFamily="34" charset="-122"/>
                <a:ea typeface="微软雅黑" panose="020B0503020204020204" pitchFamily="34" charset="-122"/>
              </a:rPr>
              <a:t>inputflinger</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mInputManager</a:t>
            </a:r>
            <a:r>
              <a:rPr lang="en-US" altLang="zh-CN" sz="1400" b="0" dirty="0">
                <a:solidFill>
                  <a:srgbClr val="0070C0"/>
                </a:solidFill>
                <a:latin typeface="微软雅黑" panose="020B0503020204020204" pitchFamily="34" charset="-122"/>
                <a:ea typeface="微软雅黑" panose="020B0503020204020204" pitchFamily="34" charset="-122"/>
              </a:rPr>
              <a:t>, false);</a:t>
            </a:r>
          </a:p>
          <a:p>
            <a:pPr algn="l"/>
            <a:r>
              <a:rPr lang="en-US" altLang="zh-CN" sz="1400" b="0" dirty="0">
                <a:solidFill>
                  <a:srgbClr val="0070C0"/>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32253217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a:latin typeface="微软雅黑" panose="020B0503020204020204" pitchFamily="34" charset="-122"/>
                <a:ea typeface="微软雅黑" panose="020B0503020204020204" pitchFamily="34" charset="-122"/>
              </a:rPr>
              <a:t>IMS</a:t>
            </a:r>
            <a:r>
              <a:rPr lang="zh-CN" altLang="en-US" sz="2400" b="0" dirty="0">
                <a:latin typeface="微软雅黑" panose="020B0503020204020204" pitchFamily="34" charset="-122"/>
                <a:ea typeface="微软雅黑" panose="020B0503020204020204" pitchFamily="34" charset="-122"/>
              </a:rPr>
              <a:t>是如何启动的</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5663089"/>
          </a:xfrm>
          <a:prstGeom prst="rect">
            <a:avLst/>
          </a:prstGeom>
          <a:noFill/>
        </p:spPr>
        <p:txBody>
          <a:bodyPr wrap="square" rtlCol="0">
            <a:spAutoFit/>
          </a:bodyPr>
          <a:lstStyle/>
          <a:p>
            <a:pPr algn="l"/>
            <a:r>
              <a:rPr lang="en-US" altLang="zh-CN" sz="1400" b="0" dirty="0">
                <a:solidFill>
                  <a:srgbClr val="7030A0"/>
                </a:solidFill>
                <a:latin typeface="微软雅黑" panose="020B0503020204020204" pitchFamily="34" charset="-122"/>
                <a:ea typeface="微软雅黑" panose="020B0503020204020204" pitchFamily="34" charset="-122"/>
              </a:rPr>
              <a:t>frameworks/native/services/</a:t>
            </a:r>
            <a:r>
              <a:rPr lang="en-US" altLang="zh-CN" sz="1400" b="0" dirty="0" err="1">
                <a:solidFill>
                  <a:srgbClr val="7030A0"/>
                </a:solidFill>
                <a:latin typeface="微软雅黑" panose="020B0503020204020204" pitchFamily="34" charset="-122"/>
                <a:ea typeface="微软雅黑" panose="020B0503020204020204" pitchFamily="34" charset="-122"/>
              </a:rPr>
              <a:t>inputflinger</a:t>
            </a:r>
            <a:r>
              <a:rPr lang="en-US" altLang="zh-CN" sz="1400" b="0" dirty="0">
                <a:solidFill>
                  <a:srgbClr val="7030A0"/>
                </a:solidFill>
                <a:latin typeface="微软雅黑" panose="020B0503020204020204" pitchFamily="34" charset="-122"/>
                <a:ea typeface="微软雅黑" panose="020B0503020204020204" pitchFamily="34" charset="-122"/>
              </a:rPr>
              <a:t>/InputManager.cpp</a:t>
            </a:r>
          </a:p>
          <a:p>
            <a:pPr algn="l"/>
            <a:r>
              <a:rPr lang="en-US" altLang="zh-CN" sz="1600" b="0" dirty="0" err="1">
                <a:latin typeface="微软雅黑" panose="020B0503020204020204" pitchFamily="34" charset="-122"/>
                <a:ea typeface="微软雅黑" panose="020B0503020204020204" pitchFamily="34" charset="-122"/>
              </a:rPr>
              <a:t>InputManager</a:t>
            </a:r>
            <a:r>
              <a:rPr lang="zh-CN" altLang="en-US" sz="1600" b="0" dirty="0">
                <a:latin typeface="微软雅黑" panose="020B0503020204020204" pitchFamily="34" charset="-122"/>
                <a:ea typeface="微软雅黑" panose="020B0503020204020204" pitchFamily="34" charset="-122"/>
              </a:rPr>
              <a:t>创建了三个模块，</a:t>
            </a:r>
            <a:r>
              <a:rPr lang="en-US" altLang="zh-CN" sz="1600" b="0" dirty="0" err="1">
                <a:latin typeface="微软雅黑" panose="020B0503020204020204" pitchFamily="34" charset="-122"/>
                <a:ea typeface="微软雅黑" panose="020B0503020204020204" pitchFamily="34" charset="-122"/>
              </a:rPr>
              <a:t>InputReader</a:t>
            </a:r>
            <a:r>
              <a:rPr lang="zh-CN" altLang="en-US" sz="1600" b="0" dirty="0">
                <a:latin typeface="微软雅黑" panose="020B0503020204020204" pitchFamily="34" charset="-122"/>
                <a:ea typeface="微软雅黑" panose="020B0503020204020204" pitchFamily="34" charset="-122"/>
              </a:rPr>
              <a:t>、</a:t>
            </a:r>
            <a:r>
              <a:rPr lang="en-US" altLang="zh-CN" sz="1600" b="0" dirty="0" err="1">
                <a:latin typeface="微软雅黑" panose="020B0503020204020204" pitchFamily="34" charset="-122"/>
                <a:ea typeface="微软雅黑" panose="020B0503020204020204" pitchFamily="34" charset="-122"/>
              </a:rPr>
              <a:t>InputClassifier</a:t>
            </a:r>
            <a:r>
              <a:rPr lang="zh-CN" altLang="en-US" sz="1600" b="0" dirty="0">
                <a:latin typeface="微软雅黑" panose="020B0503020204020204" pitchFamily="34" charset="-122"/>
                <a:ea typeface="微软雅黑" panose="020B0503020204020204" pitchFamily="34" charset="-122"/>
              </a:rPr>
              <a:t>、</a:t>
            </a:r>
            <a:r>
              <a:rPr lang="en-US" altLang="zh-CN" sz="1600" b="0" dirty="0" err="1">
                <a:latin typeface="微软雅黑" panose="020B0503020204020204" pitchFamily="34" charset="-122"/>
                <a:ea typeface="微软雅黑" panose="020B0503020204020204" pitchFamily="34" charset="-122"/>
              </a:rPr>
              <a:t>InputDispatcher</a:t>
            </a:r>
            <a:r>
              <a:rPr lang="zh-CN" altLang="en-US" sz="1600" b="0" dirty="0">
                <a:latin typeface="微软雅黑" panose="020B0503020204020204" pitchFamily="34" charset="-122"/>
                <a:ea typeface="微软雅黑" panose="020B0503020204020204" pitchFamily="34" charset="-122"/>
              </a:rPr>
              <a:t>。</a:t>
            </a:r>
            <a:r>
              <a:rPr lang="en-US" altLang="zh-CN" sz="1600" b="0" dirty="0" err="1">
                <a:latin typeface="微软雅黑" panose="020B0503020204020204" pitchFamily="34" charset="-122"/>
                <a:ea typeface="微软雅黑" panose="020B0503020204020204" pitchFamily="34" charset="-122"/>
              </a:rPr>
              <a:t>InputReader</a:t>
            </a:r>
            <a:r>
              <a:rPr lang="zh-CN" altLang="en-US" sz="1600" b="0" dirty="0">
                <a:latin typeface="微软雅黑" panose="020B0503020204020204" pitchFamily="34" charset="-122"/>
                <a:ea typeface="微软雅黑" panose="020B0503020204020204" pitchFamily="34" charset="-122"/>
              </a:rPr>
              <a:t>负责从</a:t>
            </a:r>
            <a:r>
              <a:rPr lang="en-US" altLang="zh-CN" sz="1600" b="0" dirty="0" err="1">
                <a:latin typeface="微软雅黑" panose="020B0503020204020204" pitchFamily="34" charset="-122"/>
                <a:ea typeface="微软雅黑" panose="020B0503020204020204" pitchFamily="34" charset="-122"/>
              </a:rPr>
              <a:t>EventHub</a:t>
            </a:r>
            <a:r>
              <a:rPr lang="zh-CN" altLang="en-US" sz="1600" b="0" dirty="0">
                <a:latin typeface="微软雅黑" panose="020B0503020204020204" pitchFamily="34" charset="-122"/>
                <a:ea typeface="微软雅黑" panose="020B0503020204020204" pitchFamily="34" charset="-122"/>
              </a:rPr>
              <a:t>中获取事件，然后把事件加工后，发送给</a:t>
            </a:r>
            <a:r>
              <a:rPr lang="en-US" altLang="zh-CN" sz="1600" b="0" dirty="0" err="1">
                <a:latin typeface="微软雅黑" panose="020B0503020204020204" pitchFamily="34" charset="-122"/>
                <a:ea typeface="微软雅黑" panose="020B0503020204020204" pitchFamily="34" charset="-122"/>
              </a:rPr>
              <a:t>InputClassfier</a:t>
            </a:r>
            <a:r>
              <a:rPr lang="zh-CN" altLang="en-US" sz="1600" b="0" dirty="0">
                <a:latin typeface="微软雅黑" panose="020B0503020204020204" pitchFamily="34" charset="-122"/>
                <a:ea typeface="微软雅黑" panose="020B0503020204020204" pitchFamily="34" charset="-122"/>
              </a:rPr>
              <a:t>。</a:t>
            </a:r>
            <a:r>
              <a:rPr lang="en-US" altLang="zh-CN" sz="1600" b="0" dirty="0" err="1">
                <a:latin typeface="微软雅黑" panose="020B0503020204020204" pitchFamily="34" charset="-122"/>
                <a:ea typeface="微软雅黑" panose="020B0503020204020204" pitchFamily="34" charset="-122"/>
              </a:rPr>
              <a:t>InputClassifer</a:t>
            </a:r>
            <a:r>
              <a:rPr lang="zh-CN" altLang="en-US" sz="1600" b="0" dirty="0">
                <a:latin typeface="微软雅黑" panose="020B0503020204020204" pitchFamily="34" charset="-122"/>
                <a:ea typeface="微软雅黑" panose="020B0503020204020204" pitchFamily="34" charset="-122"/>
              </a:rPr>
              <a:t>会把事件发送给</a:t>
            </a:r>
            <a:r>
              <a:rPr lang="en-US" altLang="zh-CN" sz="1600" b="0" dirty="0" err="1">
                <a:latin typeface="微软雅黑" panose="020B0503020204020204" pitchFamily="34" charset="-122"/>
                <a:ea typeface="微软雅黑" panose="020B0503020204020204" pitchFamily="34" charset="-122"/>
              </a:rPr>
              <a:t>InputDispatcher</a:t>
            </a:r>
            <a:r>
              <a:rPr lang="zh-CN" altLang="en-US" sz="1600" b="0" dirty="0">
                <a:latin typeface="微软雅黑" panose="020B0503020204020204" pitchFamily="34" charset="-122"/>
                <a:ea typeface="微软雅黑" panose="020B0503020204020204" pitchFamily="34" charset="-122"/>
              </a:rPr>
              <a:t>，但是它</a:t>
            </a:r>
            <a:r>
              <a:rPr lang="zh-CN" altLang="en-US" sz="1600" b="0" dirty="0" smtClean="0">
                <a:latin typeface="微软雅黑" panose="020B0503020204020204" pitchFamily="34" charset="-122"/>
                <a:ea typeface="微软雅黑" panose="020B0503020204020204" pitchFamily="34" charset="-122"/>
              </a:rPr>
              <a:t>会调用</a:t>
            </a:r>
            <a:r>
              <a:rPr lang="en-US" altLang="zh-CN" sz="1600" b="0" dirty="0" smtClean="0">
                <a:latin typeface="微软雅黑" panose="020B0503020204020204" pitchFamily="34" charset="-122"/>
                <a:ea typeface="微软雅黑" panose="020B0503020204020204" pitchFamily="34" charset="-122"/>
              </a:rPr>
              <a:t>HAL</a:t>
            </a:r>
            <a:r>
              <a:rPr lang="zh-CN" altLang="en-US" sz="1600" b="0" dirty="0" smtClean="0">
                <a:latin typeface="微软雅黑" panose="020B0503020204020204" pitchFamily="34" charset="-122"/>
                <a:ea typeface="微软雅黑" panose="020B0503020204020204" pitchFamily="34" charset="-122"/>
              </a:rPr>
              <a:t>接口对触摸获取其</a:t>
            </a:r>
            <a:r>
              <a:rPr lang="en-US" altLang="zh-CN" sz="1600" b="0" dirty="0" smtClean="0">
                <a:latin typeface="微软雅黑" panose="020B0503020204020204" pitchFamily="34" charset="-122"/>
                <a:ea typeface="微软雅黑" panose="020B0503020204020204" pitchFamily="34" charset="-122"/>
              </a:rPr>
              <a:t>Classification</a:t>
            </a:r>
            <a:r>
              <a:rPr lang="zh-CN" altLang="en-US" sz="1600" b="0" dirty="0" smtClean="0">
                <a:latin typeface="微软雅黑" panose="020B0503020204020204" pitchFamily="34" charset="-122"/>
                <a:ea typeface="微软雅黑" panose="020B0503020204020204" pitchFamily="34" charset="-122"/>
              </a:rPr>
              <a:t>，一般用于</a:t>
            </a:r>
            <a:r>
              <a:rPr lang="en-US" altLang="zh-CN" sz="1600" b="0" dirty="0" smtClean="0">
                <a:latin typeface="微软雅黑" panose="020B0503020204020204" pitchFamily="34" charset="-122"/>
                <a:ea typeface="微软雅黑" panose="020B0503020204020204" pitchFamily="34" charset="-122"/>
              </a:rPr>
              <a:t>3d touch</a:t>
            </a:r>
            <a:r>
              <a:rPr lang="zh-CN" altLang="en-US" sz="1600" b="0" dirty="0" smtClean="0">
                <a:latin typeface="微软雅黑" panose="020B0503020204020204" pitchFamily="34" charset="-122"/>
                <a:ea typeface="微软雅黑" panose="020B0503020204020204" pitchFamily="34" charset="-122"/>
              </a:rPr>
              <a:t>压感场景，目前项目中并没有用到，只作为</a:t>
            </a:r>
            <a:r>
              <a:rPr lang="en-US" altLang="zh-CN" sz="1600" b="0" dirty="0" err="1" smtClean="0">
                <a:latin typeface="微软雅黑" panose="020B0503020204020204" pitchFamily="34" charset="-122"/>
                <a:ea typeface="微软雅黑" panose="020B0503020204020204" pitchFamily="34" charset="-122"/>
              </a:rPr>
              <a:t>InputDispatcher</a:t>
            </a:r>
            <a:r>
              <a:rPr lang="zh-CN" altLang="en-US" sz="1600" b="0" dirty="0" smtClean="0">
                <a:latin typeface="微软雅黑" panose="020B0503020204020204" pitchFamily="34" charset="-122"/>
                <a:ea typeface="微软雅黑" panose="020B0503020204020204" pitchFamily="34" charset="-122"/>
              </a:rPr>
              <a:t>的中转类使用，无实际功能。</a:t>
            </a:r>
            <a:r>
              <a:rPr lang="zh-CN" altLang="en-US" sz="1600" b="0" dirty="0">
                <a:latin typeface="微软雅黑" panose="020B0503020204020204" pitchFamily="34" charset="-122"/>
                <a:ea typeface="微软雅黑" panose="020B0503020204020204" pitchFamily="34" charset="-122"/>
              </a:rPr>
              <a:t>最后</a:t>
            </a:r>
            <a:r>
              <a:rPr lang="en-US" altLang="zh-CN" sz="1600" b="0" dirty="0" err="1" smtClean="0">
                <a:latin typeface="微软雅黑" panose="020B0503020204020204" pitchFamily="34" charset="-122"/>
                <a:ea typeface="微软雅黑" panose="020B0503020204020204" pitchFamily="34" charset="-122"/>
              </a:rPr>
              <a:t>InputDispatcher</a:t>
            </a:r>
            <a:r>
              <a:rPr lang="zh-CN" altLang="en-US" sz="1600" b="0" dirty="0">
                <a:latin typeface="微软雅黑" panose="020B0503020204020204" pitchFamily="34" charset="-122"/>
                <a:ea typeface="微软雅黑" panose="020B0503020204020204" pitchFamily="34" charset="-122"/>
              </a:rPr>
              <a:t>负责</a:t>
            </a:r>
            <a:r>
              <a:rPr lang="zh-CN" altLang="en-US" sz="1600" b="0" dirty="0" smtClean="0">
                <a:latin typeface="微软雅黑" panose="020B0503020204020204" pitchFamily="34" charset="-122"/>
                <a:ea typeface="微软雅黑" panose="020B0503020204020204" pitchFamily="34" charset="-122"/>
              </a:rPr>
              <a:t>对</a:t>
            </a:r>
            <a:r>
              <a:rPr lang="zh-CN" altLang="en-US" sz="1600" b="0" dirty="0">
                <a:latin typeface="微软雅黑" panose="020B0503020204020204" pitchFamily="34" charset="-122"/>
                <a:ea typeface="微软雅黑" panose="020B0503020204020204" pitchFamily="34" charset="-122"/>
              </a:rPr>
              <a:t>进行</a:t>
            </a:r>
            <a:r>
              <a:rPr lang="zh-CN" altLang="en-US" sz="1600" b="0" dirty="0" smtClean="0">
                <a:latin typeface="微软雅黑" panose="020B0503020204020204" pitchFamily="34" charset="-122"/>
                <a:ea typeface="微软雅黑" panose="020B0503020204020204" pitchFamily="34" charset="-122"/>
              </a:rPr>
              <a:t>事件向应用层分发。</a:t>
            </a:r>
            <a:endParaRPr lang="en-US" altLang="zh-CN" sz="1600" b="0" dirty="0">
              <a:latin typeface="微软雅黑" panose="020B0503020204020204" pitchFamily="34" charset="-122"/>
              <a:ea typeface="微软雅黑" panose="020B0503020204020204" pitchFamily="34" charset="-122"/>
            </a:endParaRPr>
          </a:p>
          <a:p>
            <a:pPr algn="l"/>
            <a:r>
              <a:rPr lang="en-US" altLang="zh-CN" sz="1400" b="0" dirty="0" err="1">
                <a:solidFill>
                  <a:srgbClr val="0070C0"/>
                </a:solidFill>
                <a:latin typeface="微软雅黑" panose="020B0503020204020204" pitchFamily="34" charset="-122"/>
                <a:ea typeface="微软雅黑" panose="020B0503020204020204" pitchFamily="34" charset="-122"/>
              </a:rPr>
              <a:t>InputManager</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InputManager</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const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sp</a:t>
            </a:r>
            <a:r>
              <a:rPr lang="en-US" altLang="zh-CN" sz="1400" b="0" dirty="0">
                <a:solidFill>
                  <a:srgbClr val="0070C0"/>
                </a:solidFill>
                <a:latin typeface="微软雅黑" panose="020B0503020204020204" pitchFamily="34" charset="-122"/>
                <a:ea typeface="微软雅黑" panose="020B0503020204020204" pitchFamily="34" charset="-122"/>
              </a:rPr>
              <a:t>&lt;</a:t>
            </a:r>
            <a:r>
              <a:rPr lang="en-US" altLang="zh-CN" sz="1400" b="0" dirty="0" err="1">
                <a:solidFill>
                  <a:srgbClr val="0070C0"/>
                </a:solidFill>
                <a:latin typeface="微软雅黑" panose="020B0503020204020204" pitchFamily="34" charset="-122"/>
                <a:ea typeface="微软雅黑" panose="020B0503020204020204" pitchFamily="34" charset="-122"/>
              </a:rPr>
              <a:t>InputReaderPolicyInterface</a:t>
            </a:r>
            <a:r>
              <a:rPr lang="en-US" altLang="zh-CN" sz="1400" b="0" dirty="0">
                <a:solidFill>
                  <a:srgbClr val="0070C0"/>
                </a:solidFill>
                <a:latin typeface="微软雅黑" panose="020B0503020204020204" pitchFamily="34" charset="-122"/>
                <a:ea typeface="微软雅黑" panose="020B0503020204020204" pitchFamily="34" charset="-122"/>
              </a:rPr>
              <a:t>&gt;&amp; </a:t>
            </a:r>
            <a:r>
              <a:rPr lang="en-US" altLang="zh-CN" sz="1400" b="0" dirty="0" err="1">
                <a:solidFill>
                  <a:srgbClr val="0070C0"/>
                </a:solidFill>
                <a:latin typeface="微软雅黑" panose="020B0503020204020204" pitchFamily="34" charset="-122"/>
                <a:ea typeface="微软雅黑" panose="020B0503020204020204" pitchFamily="34" charset="-122"/>
              </a:rPr>
              <a:t>readerPolicy</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const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sp</a:t>
            </a:r>
            <a:r>
              <a:rPr lang="en-US" altLang="zh-CN" sz="1400" b="0" dirty="0">
                <a:solidFill>
                  <a:srgbClr val="0070C0"/>
                </a:solidFill>
                <a:latin typeface="微软雅黑" panose="020B0503020204020204" pitchFamily="34" charset="-122"/>
                <a:ea typeface="微软雅黑" panose="020B0503020204020204" pitchFamily="34" charset="-122"/>
              </a:rPr>
              <a:t>&lt;</a:t>
            </a:r>
            <a:r>
              <a:rPr lang="en-US" altLang="zh-CN" sz="1400" b="0" dirty="0" err="1">
                <a:solidFill>
                  <a:srgbClr val="0070C0"/>
                </a:solidFill>
                <a:latin typeface="微软雅黑" panose="020B0503020204020204" pitchFamily="34" charset="-122"/>
                <a:ea typeface="微软雅黑" panose="020B0503020204020204" pitchFamily="34" charset="-122"/>
              </a:rPr>
              <a:t>InputDispatcherPolicyInterface</a:t>
            </a:r>
            <a:r>
              <a:rPr lang="en-US" altLang="zh-CN" sz="1400" b="0" dirty="0">
                <a:solidFill>
                  <a:srgbClr val="0070C0"/>
                </a:solidFill>
                <a:latin typeface="微软雅黑" panose="020B0503020204020204" pitchFamily="34" charset="-122"/>
                <a:ea typeface="微软雅黑" panose="020B0503020204020204" pitchFamily="34" charset="-122"/>
              </a:rPr>
              <a:t>&gt;&amp; </a:t>
            </a:r>
            <a:r>
              <a:rPr lang="en-US" altLang="zh-CN" sz="1400" b="0" dirty="0" err="1">
                <a:solidFill>
                  <a:srgbClr val="0070C0"/>
                </a:solidFill>
                <a:latin typeface="微软雅黑" panose="020B0503020204020204" pitchFamily="34" charset="-122"/>
                <a:ea typeface="微软雅黑" panose="020B0503020204020204" pitchFamily="34" charset="-122"/>
              </a:rPr>
              <a:t>dispatcherPolicy</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mDispatcher</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createInputDispatcher</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dispatcherPolicy</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mClassifier</a:t>
            </a:r>
            <a:r>
              <a:rPr lang="en-US" altLang="zh-CN" sz="1400" b="0" dirty="0">
                <a:solidFill>
                  <a:srgbClr val="0070C0"/>
                </a:solidFill>
                <a:latin typeface="微软雅黑" panose="020B0503020204020204" pitchFamily="34" charset="-122"/>
                <a:ea typeface="微软雅黑" panose="020B0503020204020204" pitchFamily="34" charset="-122"/>
              </a:rPr>
              <a:t> = new </a:t>
            </a:r>
            <a:r>
              <a:rPr lang="en-US" altLang="zh-CN" sz="1400" b="0" dirty="0" err="1">
                <a:solidFill>
                  <a:srgbClr val="0070C0"/>
                </a:solidFill>
                <a:latin typeface="微软雅黑" panose="020B0503020204020204" pitchFamily="34" charset="-122"/>
                <a:ea typeface="微软雅黑" panose="020B0503020204020204" pitchFamily="34" charset="-122"/>
              </a:rPr>
              <a:t>InputClassifier</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mDispatcher</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mReader</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smtClean="0">
                <a:solidFill>
                  <a:srgbClr val="0070C0"/>
                </a:solidFill>
                <a:latin typeface="微软雅黑" panose="020B0503020204020204" pitchFamily="34" charset="-122"/>
                <a:ea typeface="微软雅黑" panose="020B0503020204020204" pitchFamily="34" charset="-122"/>
              </a:rPr>
              <a:t>createInputReader</a:t>
            </a:r>
            <a:r>
              <a:rPr lang="en-US" altLang="zh-CN" sz="1400" b="0" dirty="0" smtClean="0">
                <a:solidFill>
                  <a:srgbClr val="0070C0"/>
                </a:solidFill>
                <a:latin typeface="微软雅黑" panose="020B0503020204020204" pitchFamily="34" charset="-122"/>
                <a:ea typeface="微软雅黑" panose="020B0503020204020204" pitchFamily="34" charset="-122"/>
              </a:rPr>
              <a:t>(</a:t>
            </a:r>
            <a:r>
              <a:rPr lang="en-US" altLang="zh-CN" sz="1400" b="0" dirty="0" err="1" smtClean="0">
                <a:solidFill>
                  <a:srgbClr val="0070C0"/>
                </a:solidFill>
                <a:latin typeface="微软雅黑" panose="020B0503020204020204" pitchFamily="34" charset="-122"/>
                <a:ea typeface="微软雅黑" panose="020B0503020204020204" pitchFamily="34" charset="-122"/>
              </a:rPr>
              <a:t>readerPolicy</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mClassifier</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en-US" altLang="zh-CN" sz="1400" b="0" dirty="0" smtClean="0">
                <a:solidFill>
                  <a:srgbClr val="7030A0"/>
                </a:solidFill>
                <a:latin typeface="微软雅黑" panose="020B0503020204020204" pitchFamily="34" charset="-122"/>
                <a:ea typeface="微软雅黑" panose="020B0503020204020204" pitchFamily="34" charset="-122"/>
              </a:rPr>
              <a:t>frameworks/native/services/</a:t>
            </a:r>
            <a:r>
              <a:rPr lang="en-US" altLang="zh-CN" sz="1400" b="0" dirty="0" err="1" smtClean="0">
                <a:solidFill>
                  <a:srgbClr val="7030A0"/>
                </a:solidFill>
                <a:latin typeface="微软雅黑" panose="020B0503020204020204" pitchFamily="34" charset="-122"/>
                <a:ea typeface="微软雅黑" panose="020B0503020204020204" pitchFamily="34" charset="-122"/>
              </a:rPr>
              <a:t>inputflinger</a:t>
            </a:r>
            <a:r>
              <a:rPr lang="en-US" altLang="zh-CN" sz="1400" b="0" dirty="0" smtClean="0">
                <a:solidFill>
                  <a:srgbClr val="7030A0"/>
                </a:solidFill>
                <a:latin typeface="微软雅黑" panose="020B0503020204020204" pitchFamily="34" charset="-122"/>
                <a:ea typeface="微软雅黑" panose="020B0503020204020204" pitchFamily="34" charset="-122"/>
              </a:rPr>
              <a:t>/dispatcher/InputDispatcherFactory.cpp</a:t>
            </a:r>
            <a:endParaRPr lang="en-US" altLang="zh-CN" sz="1400" b="0" dirty="0">
              <a:solidFill>
                <a:srgbClr val="7030A0"/>
              </a:solidFill>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创建</a:t>
            </a:r>
            <a:r>
              <a:rPr lang="en-US" altLang="zh-CN" sz="1600" b="0" dirty="0" err="1" smtClean="0">
                <a:latin typeface="微软雅黑" panose="020B0503020204020204" pitchFamily="34" charset="-122"/>
                <a:ea typeface="微软雅黑" panose="020B0503020204020204" pitchFamily="34" charset="-122"/>
              </a:rPr>
              <a:t>InputDispatcher</a:t>
            </a:r>
            <a:r>
              <a:rPr lang="zh-CN" altLang="en-US" sz="1600" b="0" dirty="0" smtClean="0">
                <a:latin typeface="微软雅黑" panose="020B0503020204020204" pitchFamily="34" charset="-122"/>
                <a:ea typeface="微软雅黑" panose="020B0503020204020204" pitchFamily="34" charset="-122"/>
              </a:rPr>
              <a:t>实例。</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400" b="0" dirty="0" err="1">
                <a:solidFill>
                  <a:srgbClr val="0070C0"/>
                </a:solidFill>
                <a:latin typeface="微软雅黑" panose="020B0503020204020204" pitchFamily="34" charset="-122"/>
                <a:ea typeface="微软雅黑" panose="020B0503020204020204" pitchFamily="34" charset="-122"/>
              </a:rPr>
              <a:t>sp</a:t>
            </a:r>
            <a:r>
              <a:rPr lang="en-US" altLang="zh-CN" sz="1400" b="0" dirty="0">
                <a:solidFill>
                  <a:srgbClr val="0070C0"/>
                </a:solidFill>
                <a:latin typeface="微软雅黑" panose="020B0503020204020204" pitchFamily="34" charset="-122"/>
                <a:ea typeface="微软雅黑" panose="020B0503020204020204" pitchFamily="34" charset="-122"/>
              </a:rPr>
              <a:t>&lt;</a:t>
            </a:r>
            <a:r>
              <a:rPr lang="en-US" altLang="zh-CN" sz="1400" b="0" dirty="0" err="1">
                <a:solidFill>
                  <a:srgbClr val="0070C0"/>
                </a:solidFill>
                <a:latin typeface="微软雅黑" panose="020B0503020204020204" pitchFamily="34" charset="-122"/>
                <a:ea typeface="微软雅黑" panose="020B0503020204020204" pitchFamily="34" charset="-122"/>
              </a:rPr>
              <a:t>InputDispatcherInterface</a:t>
            </a:r>
            <a:r>
              <a:rPr lang="en-US" altLang="zh-CN" sz="1400" b="0" dirty="0">
                <a:solidFill>
                  <a:srgbClr val="0070C0"/>
                </a:solidFill>
                <a:latin typeface="微软雅黑" panose="020B0503020204020204" pitchFamily="34" charset="-122"/>
                <a:ea typeface="微软雅黑" panose="020B0503020204020204" pitchFamily="34" charset="-122"/>
              </a:rPr>
              <a:t>&gt; </a:t>
            </a:r>
            <a:r>
              <a:rPr lang="en-US" altLang="zh-CN" sz="1400" b="0" dirty="0" err="1">
                <a:solidFill>
                  <a:srgbClr val="0070C0"/>
                </a:solidFill>
                <a:latin typeface="微软雅黑" panose="020B0503020204020204" pitchFamily="34" charset="-122"/>
                <a:ea typeface="微软雅黑" panose="020B0503020204020204" pitchFamily="34" charset="-122"/>
              </a:rPr>
              <a:t>createInputDispatcher</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const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sp</a:t>
            </a:r>
            <a:r>
              <a:rPr lang="en-US" altLang="zh-CN" sz="1400" b="0" dirty="0">
                <a:solidFill>
                  <a:srgbClr val="0070C0"/>
                </a:solidFill>
                <a:latin typeface="微软雅黑" panose="020B0503020204020204" pitchFamily="34" charset="-122"/>
                <a:ea typeface="微软雅黑" panose="020B0503020204020204" pitchFamily="34" charset="-122"/>
              </a:rPr>
              <a:t>&lt;</a:t>
            </a:r>
            <a:r>
              <a:rPr lang="en-US" altLang="zh-CN" sz="1400" b="0" dirty="0" err="1">
                <a:solidFill>
                  <a:srgbClr val="0070C0"/>
                </a:solidFill>
                <a:latin typeface="微软雅黑" panose="020B0503020204020204" pitchFamily="34" charset="-122"/>
                <a:ea typeface="微软雅黑" panose="020B0503020204020204" pitchFamily="34" charset="-122"/>
              </a:rPr>
              <a:t>InputDispatcherPolicyInterface</a:t>
            </a:r>
            <a:r>
              <a:rPr lang="en-US" altLang="zh-CN" sz="1400" b="0" dirty="0">
                <a:solidFill>
                  <a:srgbClr val="0070C0"/>
                </a:solidFill>
                <a:latin typeface="微软雅黑" panose="020B0503020204020204" pitchFamily="34" charset="-122"/>
                <a:ea typeface="微软雅黑" panose="020B0503020204020204" pitchFamily="34" charset="-122"/>
              </a:rPr>
              <a:t>&gt;&amp; policy) {</a:t>
            </a:r>
          </a:p>
          <a:p>
            <a:pPr algn="l"/>
            <a:r>
              <a:rPr lang="en-US" altLang="zh-CN" sz="1400" b="0" dirty="0">
                <a:solidFill>
                  <a:srgbClr val="0070C0"/>
                </a:solidFill>
                <a:latin typeface="微软雅黑" panose="020B0503020204020204" pitchFamily="34" charset="-122"/>
                <a:ea typeface="微软雅黑" panose="020B0503020204020204" pitchFamily="34" charset="-122"/>
              </a:rPr>
              <a:t>    return new android::</a:t>
            </a:r>
            <a:r>
              <a:rPr lang="en-US" altLang="zh-CN" sz="1400" b="0" dirty="0" err="1">
                <a:solidFill>
                  <a:srgbClr val="0070C0"/>
                </a:solidFill>
                <a:latin typeface="微软雅黑" panose="020B0503020204020204" pitchFamily="34" charset="-122"/>
                <a:ea typeface="微软雅黑" panose="020B0503020204020204" pitchFamily="34" charset="-122"/>
              </a:rPr>
              <a:t>inputdispatcher</a:t>
            </a:r>
            <a:r>
              <a:rPr lang="en-US" altLang="zh-CN" sz="1400" b="0" dirty="0" smtClean="0">
                <a:solidFill>
                  <a:srgbClr val="0070C0"/>
                </a:solidFill>
                <a:latin typeface="微软雅黑" panose="020B0503020204020204" pitchFamily="34" charset="-122"/>
                <a:ea typeface="微软雅黑" panose="020B0503020204020204" pitchFamily="34" charset="-122"/>
              </a:rPr>
              <a:t>::</a:t>
            </a:r>
            <a:r>
              <a:rPr lang="en-US" altLang="zh-CN" sz="1400" b="0" dirty="0" err="1" smtClean="0">
                <a:solidFill>
                  <a:srgbClr val="0070C0"/>
                </a:solidFill>
                <a:latin typeface="微软雅黑" panose="020B0503020204020204" pitchFamily="34" charset="-122"/>
                <a:ea typeface="微软雅黑" panose="020B0503020204020204" pitchFamily="34" charset="-122"/>
              </a:rPr>
              <a:t>InputDispatcher</a:t>
            </a:r>
            <a:r>
              <a:rPr lang="en-US" altLang="zh-CN" sz="1400" b="0" dirty="0" smtClean="0">
                <a:solidFill>
                  <a:srgbClr val="0070C0"/>
                </a:solidFill>
                <a:latin typeface="微软雅黑" panose="020B0503020204020204" pitchFamily="34" charset="-122"/>
                <a:ea typeface="微软雅黑" panose="020B0503020204020204" pitchFamily="34" charset="-122"/>
              </a:rPr>
              <a:t>(policy);</a:t>
            </a:r>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en-US" altLang="zh-CN" sz="1400" b="0" dirty="0" smtClean="0">
                <a:solidFill>
                  <a:srgbClr val="7030A0"/>
                </a:solidFill>
                <a:latin typeface="微软雅黑" panose="020B0503020204020204" pitchFamily="34" charset="-122"/>
                <a:ea typeface="微软雅黑" panose="020B0503020204020204" pitchFamily="34" charset="-122"/>
              </a:rPr>
              <a:t>frameworks/native/services/</a:t>
            </a:r>
            <a:r>
              <a:rPr lang="en-US" altLang="zh-CN" sz="1400" b="0" dirty="0" err="1" smtClean="0">
                <a:solidFill>
                  <a:srgbClr val="7030A0"/>
                </a:solidFill>
                <a:latin typeface="微软雅黑" panose="020B0503020204020204" pitchFamily="34" charset="-122"/>
                <a:ea typeface="微软雅黑" panose="020B0503020204020204" pitchFamily="34" charset="-122"/>
              </a:rPr>
              <a:t>inputflinger</a:t>
            </a:r>
            <a:r>
              <a:rPr lang="en-US" altLang="zh-CN" sz="1400" b="0" dirty="0" smtClean="0">
                <a:solidFill>
                  <a:srgbClr val="7030A0"/>
                </a:solidFill>
                <a:latin typeface="微软雅黑" panose="020B0503020204020204" pitchFamily="34" charset="-122"/>
                <a:ea typeface="微软雅黑" panose="020B0503020204020204" pitchFamily="34" charset="-122"/>
              </a:rPr>
              <a:t>/reader/InputReaderFactory.cpp</a:t>
            </a:r>
            <a:endParaRPr lang="en-US" altLang="zh-CN" sz="1400" b="0" dirty="0">
              <a:solidFill>
                <a:srgbClr val="7030A0"/>
              </a:solidFill>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创建</a:t>
            </a:r>
            <a:r>
              <a:rPr lang="en-US" altLang="zh-CN" sz="1600" b="0" dirty="0" err="1" smtClean="0">
                <a:latin typeface="微软雅黑" panose="020B0503020204020204" pitchFamily="34" charset="-122"/>
                <a:ea typeface="微软雅黑" panose="020B0503020204020204" pitchFamily="34" charset="-122"/>
              </a:rPr>
              <a:t>InputReader</a:t>
            </a:r>
            <a:r>
              <a:rPr lang="zh-CN" altLang="en-US" sz="1600" b="0" dirty="0" smtClean="0">
                <a:latin typeface="微软雅黑" panose="020B0503020204020204" pitchFamily="34" charset="-122"/>
                <a:ea typeface="微软雅黑" panose="020B0503020204020204" pitchFamily="34" charset="-122"/>
              </a:rPr>
              <a:t>和</a:t>
            </a:r>
            <a:r>
              <a:rPr lang="en-US" altLang="zh-CN" sz="1600" b="0" dirty="0" err="1" smtClean="0">
                <a:latin typeface="微软雅黑" panose="020B0503020204020204" pitchFamily="34" charset="-122"/>
                <a:ea typeface="微软雅黑" panose="020B0503020204020204" pitchFamily="34" charset="-122"/>
              </a:rPr>
              <a:t>EventHub</a:t>
            </a:r>
            <a:r>
              <a:rPr lang="zh-CN" altLang="en-US" sz="1600" b="0" dirty="0" smtClean="0">
                <a:latin typeface="微软雅黑" panose="020B0503020204020204" pitchFamily="34" charset="-122"/>
                <a:ea typeface="微软雅黑" panose="020B0503020204020204" pitchFamily="34" charset="-122"/>
              </a:rPr>
              <a:t>实例。</a:t>
            </a:r>
            <a:endParaRPr lang="en-US" altLang="zh-CN" sz="1600" b="0" dirty="0">
              <a:latin typeface="微软雅黑" panose="020B0503020204020204" pitchFamily="34" charset="-122"/>
              <a:ea typeface="微软雅黑" panose="020B0503020204020204" pitchFamily="34" charset="-122"/>
            </a:endParaRPr>
          </a:p>
          <a:p>
            <a:pPr algn="l"/>
            <a:r>
              <a:rPr lang="en-US" altLang="zh-CN" sz="1400" b="0" dirty="0" err="1">
                <a:solidFill>
                  <a:srgbClr val="0070C0"/>
                </a:solidFill>
                <a:latin typeface="微软雅黑" panose="020B0503020204020204" pitchFamily="34" charset="-122"/>
                <a:ea typeface="微软雅黑" panose="020B0503020204020204" pitchFamily="34" charset="-122"/>
              </a:rPr>
              <a:t>sp</a:t>
            </a:r>
            <a:r>
              <a:rPr lang="en-US" altLang="zh-CN" sz="1400" b="0" dirty="0">
                <a:solidFill>
                  <a:srgbClr val="0070C0"/>
                </a:solidFill>
                <a:latin typeface="微软雅黑" panose="020B0503020204020204" pitchFamily="34" charset="-122"/>
                <a:ea typeface="微软雅黑" panose="020B0503020204020204" pitchFamily="34" charset="-122"/>
              </a:rPr>
              <a:t>&lt;</a:t>
            </a:r>
            <a:r>
              <a:rPr lang="en-US" altLang="zh-CN" sz="1400" b="0" dirty="0" err="1">
                <a:solidFill>
                  <a:srgbClr val="0070C0"/>
                </a:solidFill>
                <a:latin typeface="微软雅黑" panose="020B0503020204020204" pitchFamily="34" charset="-122"/>
                <a:ea typeface="微软雅黑" panose="020B0503020204020204" pitchFamily="34" charset="-122"/>
              </a:rPr>
              <a:t>InputReaderInterface</a:t>
            </a:r>
            <a:r>
              <a:rPr lang="en-US" altLang="zh-CN" sz="1400" b="0" dirty="0">
                <a:solidFill>
                  <a:srgbClr val="0070C0"/>
                </a:solidFill>
                <a:latin typeface="微软雅黑" panose="020B0503020204020204" pitchFamily="34" charset="-122"/>
                <a:ea typeface="微软雅黑" panose="020B0503020204020204" pitchFamily="34" charset="-122"/>
              </a:rPr>
              <a:t>&gt; </a:t>
            </a:r>
            <a:r>
              <a:rPr lang="en-US" altLang="zh-CN" sz="1400" b="0" dirty="0" err="1">
                <a:solidFill>
                  <a:srgbClr val="0070C0"/>
                </a:solidFill>
                <a:latin typeface="微软雅黑" panose="020B0503020204020204" pitchFamily="34" charset="-122"/>
                <a:ea typeface="微软雅黑" panose="020B0503020204020204" pitchFamily="34" charset="-122"/>
              </a:rPr>
              <a:t>createInputReader</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const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sp</a:t>
            </a:r>
            <a:r>
              <a:rPr lang="en-US" altLang="zh-CN" sz="1400" b="0" dirty="0">
                <a:solidFill>
                  <a:srgbClr val="0070C0"/>
                </a:solidFill>
                <a:latin typeface="微软雅黑" panose="020B0503020204020204" pitchFamily="34" charset="-122"/>
                <a:ea typeface="微软雅黑" panose="020B0503020204020204" pitchFamily="34" charset="-122"/>
              </a:rPr>
              <a:t>&lt;</a:t>
            </a:r>
            <a:r>
              <a:rPr lang="en-US" altLang="zh-CN" sz="1400" b="0" dirty="0" err="1">
                <a:solidFill>
                  <a:srgbClr val="0070C0"/>
                </a:solidFill>
                <a:latin typeface="微软雅黑" panose="020B0503020204020204" pitchFamily="34" charset="-122"/>
                <a:ea typeface="微软雅黑" panose="020B0503020204020204" pitchFamily="34" charset="-122"/>
              </a:rPr>
              <a:t>InputReaderPolicyInterface</a:t>
            </a:r>
            <a:r>
              <a:rPr lang="en-US" altLang="zh-CN" sz="1400" b="0" dirty="0">
                <a:solidFill>
                  <a:srgbClr val="0070C0"/>
                </a:solidFill>
                <a:latin typeface="微软雅黑" panose="020B0503020204020204" pitchFamily="34" charset="-122"/>
                <a:ea typeface="微软雅黑" panose="020B0503020204020204" pitchFamily="34" charset="-122"/>
              </a:rPr>
              <a:t>&gt;&amp; policy,</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const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sp</a:t>
            </a:r>
            <a:r>
              <a:rPr lang="en-US" altLang="zh-CN" sz="1400" b="0" dirty="0" smtClean="0">
                <a:solidFill>
                  <a:srgbClr val="0070C0"/>
                </a:solidFill>
                <a:latin typeface="微软雅黑" panose="020B0503020204020204" pitchFamily="34" charset="-122"/>
                <a:ea typeface="微软雅黑" panose="020B0503020204020204" pitchFamily="34" charset="-122"/>
              </a:rPr>
              <a:t>&lt;</a:t>
            </a:r>
            <a:r>
              <a:rPr lang="en-US" altLang="zh-CN" sz="1400" b="0" dirty="0" err="1" smtClean="0">
                <a:solidFill>
                  <a:srgbClr val="0070C0"/>
                </a:solidFill>
                <a:latin typeface="微软雅黑" panose="020B0503020204020204" pitchFamily="34" charset="-122"/>
                <a:ea typeface="微软雅黑" panose="020B0503020204020204" pitchFamily="34" charset="-122"/>
              </a:rPr>
              <a:t>InputListenerInterface</a:t>
            </a:r>
            <a:r>
              <a:rPr lang="en-US" altLang="zh-CN" sz="1400" b="0" dirty="0">
                <a:solidFill>
                  <a:srgbClr val="0070C0"/>
                </a:solidFill>
                <a:latin typeface="微软雅黑" panose="020B0503020204020204" pitchFamily="34" charset="-122"/>
                <a:ea typeface="微软雅黑" panose="020B0503020204020204" pitchFamily="34" charset="-122"/>
              </a:rPr>
              <a:t>&gt;&amp; listener) {</a:t>
            </a:r>
          </a:p>
          <a:p>
            <a:pPr algn="l"/>
            <a:r>
              <a:rPr lang="en-US" altLang="zh-CN" sz="1400" b="0" dirty="0">
                <a:solidFill>
                  <a:srgbClr val="0070C0"/>
                </a:solidFill>
                <a:latin typeface="微软雅黑" panose="020B0503020204020204" pitchFamily="34" charset="-122"/>
                <a:ea typeface="微软雅黑" panose="020B0503020204020204" pitchFamily="34" charset="-122"/>
              </a:rPr>
              <a:t>    return new </a:t>
            </a:r>
            <a:r>
              <a:rPr lang="en-US" altLang="zh-CN" sz="1400" b="0" dirty="0" err="1">
                <a:solidFill>
                  <a:srgbClr val="0070C0"/>
                </a:solidFill>
                <a:latin typeface="微软雅黑" panose="020B0503020204020204" pitchFamily="34" charset="-122"/>
                <a:ea typeface="微软雅黑" panose="020B0503020204020204" pitchFamily="34" charset="-122"/>
              </a:rPr>
              <a:t>InputReader</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FF0000"/>
                </a:solidFill>
                <a:latin typeface="微软雅黑" panose="020B0503020204020204" pitchFamily="34" charset="-122"/>
                <a:ea typeface="微软雅黑" panose="020B0503020204020204" pitchFamily="34" charset="-122"/>
              </a:rPr>
              <a:t>std</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en-US" altLang="zh-CN" sz="1400" b="0" dirty="0" err="1" smtClean="0">
                <a:solidFill>
                  <a:srgbClr val="FF0000"/>
                </a:solidFill>
                <a:latin typeface="微软雅黑" panose="020B0503020204020204" pitchFamily="34" charset="-122"/>
                <a:ea typeface="微软雅黑" panose="020B0503020204020204" pitchFamily="34" charset="-122"/>
              </a:rPr>
              <a:t>make_unique</a:t>
            </a:r>
            <a:r>
              <a:rPr lang="en-US" altLang="zh-CN" sz="1400" b="0" dirty="0" smtClean="0">
                <a:solidFill>
                  <a:srgbClr val="FF0000"/>
                </a:solidFill>
                <a:latin typeface="微软雅黑" panose="020B0503020204020204" pitchFamily="34" charset="-122"/>
                <a:ea typeface="微软雅黑" panose="020B0503020204020204" pitchFamily="34" charset="-122"/>
              </a:rPr>
              <a:t>&lt;</a:t>
            </a:r>
            <a:r>
              <a:rPr lang="en-US" altLang="zh-CN" sz="1400" b="0" dirty="0" err="1" smtClean="0">
                <a:solidFill>
                  <a:srgbClr val="FF0000"/>
                </a:solidFill>
                <a:latin typeface="微软雅黑" panose="020B0503020204020204" pitchFamily="34" charset="-122"/>
                <a:ea typeface="微软雅黑" panose="020B0503020204020204" pitchFamily="34" charset="-122"/>
              </a:rPr>
              <a:t>EventHub</a:t>
            </a:r>
            <a:r>
              <a:rPr lang="en-US" altLang="zh-CN" sz="1400" b="0" dirty="0" smtClean="0">
                <a:solidFill>
                  <a:srgbClr val="FF0000"/>
                </a:solidFill>
                <a:latin typeface="微软雅黑" panose="020B0503020204020204" pitchFamily="34" charset="-122"/>
                <a:ea typeface="微软雅黑" panose="020B0503020204020204" pitchFamily="34" charset="-122"/>
              </a:rPr>
              <a:t>&gt;()</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0070C0"/>
                </a:solidFill>
                <a:latin typeface="微软雅黑" panose="020B0503020204020204" pitchFamily="34" charset="-122"/>
                <a:ea typeface="微软雅黑" panose="020B0503020204020204" pitchFamily="34" charset="-122"/>
              </a:rPr>
              <a:t>policy, listener);</a:t>
            </a:r>
          </a:p>
          <a:p>
            <a:pPr algn="l"/>
            <a:r>
              <a:rPr lang="en-US" altLang="zh-CN" sz="1400" b="0" dirty="0">
                <a:solidFill>
                  <a:srgbClr val="0070C0"/>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77070559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err="1">
                <a:latin typeface="微软雅黑" panose="020B0503020204020204" pitchFamily="34" charset="-122"/>
                <a:ea typeface="微软雅黑" panose="020B0503020204020204" pitchFamily="34" charset="-122"/>
              </a:rPr>
              <a:t>EventHub</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2677656"/>
          </a:xfrm>
          <a:prstGeom prst="rect">
            <a:avLst/>
          </a:prstGeom>
          <a:noFill/>
        </p:spPr>
        <p:txBody>
          <a:bodyPr wrap="square" rtlCol="0">
            <a:spAutoFit/>
          </a:bodyPr>
          <a:lstStyle/>
          <a:p>
            <a:pPr algn="l"/>
            <a:r>
              <a:rPr lang="en-US" altLang="zh-CN" sz="1800" b="0" dirty="0" err="1" smtClean="0">
                <a:latin typeface="微软雅黑" panose="020B0503020204020204" pitchFamily="34" charset="-122"/>
                <a:ea typeface="微软雅黑" panose="020B0503020204020204" pitchFamily="34" charset="-122"/>
              </a:rPr>
              <a:t>EventHub</a:t>
            </a:r>
            <a:r>
              <a:rPr lang="zh-CN" altLang="en-US" sz="1800" b="0" dirty="0" smtClean="0">
                <a:latin typeface="微软雅黑" panose="020B0503020204020204" pitchFamily="34" charset="-122"/>
                <a:ea typeface="微软雅黑" panose="020B0503020204020204" pitchFamily="34" charset="-122"/>
              </a:rPr>
              <a:t>的</a:t>
            </a:r>
            <a:r>
              <a:rPr lang="zh-CN" altLang="en-US" sz="1800" b="0" dirty="0" smtClean="0">
                <a:latin typeface="微软雅黑" panose="020B0503020204020204" pitchFamily="34" charset="-122"/>
                <a:ea typeface="微软雅黑" panose="020B0503020204020204" pitchFamily="34" charset="-122"/>
              </a:rPr>
              <a:t>位置如下，主要做</a:t>
            </a:r>
            <a:r>
              <a:rPr lang="en-US" altLang="zh-CN" sz="1800" b="0" dirty="0" smtClean="0">
                <a:latin typeface="微软雅黑" panose="020B0503020204020204" pitchFamily="34" charset="-122"/>
                <a:ea typeface="微软雅黑" panose="020B0503020204020204" pitchFamily="34" charset="-122"/>
              </a:rPr>
              <a:t>2</a:t>
            </a:r>
            <a:r>
              <a:rPr lang="zh-CN" altLang="en-US" sz="1800" b="0" dirty="0" smtClean="0">
                <a:latin typeface="微软雅黑" panose="020B0503020204020204" pitchFamily="34" charset="-122"/>
                <a:ea typeface="微软雅黑" panose="020B0503020204020204" pitchFamily="34" charset="-122"/>
              </a:rPr>
              <a:t>件事：</a:t>
            </a:r>
            <a:endParaRPr lang="en-US" altLang="zh-CN" sz="1800" b="0" dirty="0" smtClean="0">
              <a:latin typeface="微软雅黑" panose="020B0503020204020204" pitchFamily="34" charset="-122"/>
              <a:ea typeface="微软雅黑" panose="020B0503020204020204" pitchFamily="34" charset="-122"/>
            </a:endParaRPr>
          </a:p>
          <a:p>
            <a:pPr algn="l"/>
            <a:r>
              <a:rPr lang="en-US" altLang="zh-CN" sz="1400" b="0" dirty="0" smtClean="0">
                <a:solidFill>
                  <a:srgbClr val="7030A0"/>
                </a:solidFill>
                <a:latin typeface="微软雅黑" panose="020B0503020204020204" pitchFamily="34" charset="-122"/>
                <a:ea typeface="微软雅黑" panose="020B0503020204020204" pitchFamily="34" charset="-122"/>
              </a:rPr>
              <a:t>frameworks/native/services/</a:t>
            </a:r>
            <a:r>
              <a:rPr lang="en-US" altLang="zh-CN" sz="1400" b="0" dirty="0" err="1" smtClean="0">
                <a:solidFill>
                  <a:srgbClr val="7030A0"/>
                </a:solidFill>
                <a:latin typeface="微软雅黑" panose="020B0503020204020204" pitchFamily="34" charset="-122"/>
                <a:ea typeface="微软雅黑" panose="020B0503020204020204" pitchFamily="34" charset="-122"/>
              </a:rPr>
              <a:t>inputflinger</a:t>
            </a:r>
            <a:r>
              <a:rPr lang="en-US" altLang="zh-CN" sz="1400" b="0" dirty="0" smtClean="0">
                <a:solidFill>
                  <a:srgbClr val="7030A0"/>
                </a:solidFill>
                <a:latin typeface="微软雅黑" panose="020B0503020204020204" pitchFamily="34" charset="-122"/>
                <a:ea typeface="微软雅黑" panose="020B0503020204020204" pitchFamily="34" charset="-122"/>
              </a:rPr>
              <a:t>/reader/EventHub.cpp</a:t>
            </a:r>
            <a:endParaRPr lang="en-US" altLang="zh-CN" sz="1400" b="0" dirty="0">
              <a:solidFill>
                <a:srgbClr val="7030A0"/>
              </a:solidFill>
              <a:latin typeface="微软雅黑" panose="020B0503020204020204" pitchFamily="34" charset="-122"/>
              <a:ea typeface="微软雅黑" panose="020B0503020204020204" pitchFamily="34" charset="-122"/>
            </a:endParaRPr>
          </a:p>
          <a:p>
            <a:pPr algn="l"/>
            <a:r>
              <a:rPr lang="en-US" altLang="zh-CN" sz="1800" b="0" dirty="0" smtClean="0">
                <a:latin typeface="微软雅黑" panose="020B0503020204020204" pitchFamily="34" charset="-122"/>
                <a:ea typeface="微软雅黑" panose="020B0503020204020204" pitchFamily="34" charset="-122"/>
              </a:rPr>
              <a:t>1.</a:t>
            </a:r>
            <a:r>
              <a:rPr lang="zh-CN" altLang="en-US" sz="1800" b="0" dirty="0" smtClean="0">
                <a:latin typeface="微软雅黑" panose="020B0503020204020204" pitchFamily="34" charset="-122"/>
                <a:ea typeface="微软雅黑" panose="020B0503020204020204" pitchFamily="34" charset="-122"/>
              </a:rPr>
              <a:t>输入设备管理</a:t>
            </a:r>
            <a:endParaRPr lang="en-US" altLang="zh-CN" sz="1800" b="0" dirty="0" smtClean="0">
              <a:latin typeface="微软雅黑" panose="020B0503020204020204" pitchFamily="34" charset="-122"/>
              <a:ea typeface="微软雅黑" panose="020B0503020204020204" pitchFamily="34" charset="-122"/>
            </a:endParaRPr>
          </a:p>
          <a:p>
            <a:pPr algn="l"/>
            <a:r>
              <a:rPr lang="zh-CN" altLang="en-US" sz="1600" b="0" dirty="0">
                <a:latin typeface="微软雅黑" panose="020B0503020204020204" pitchFamily="34" charset="-122"/>
                <a:ea typeface="微软雅黑" panose="020B0503020204020204" pitchFamily="34" charset="-122"/>
              </a:rPr>
              <a:t>每个输入设备在</a:t>
            </a:r>
            <a:r>
              <a:rPr lang="en-US" altLang="zh-CN" sz="1600" b="0" dirty="0">
                <a:latin typeface="微软雅黑" panose="020B0503020204020204" pitchFamily="34" charset="-122"/>
                <a:ea typeface="微软雅黑" panose="020B0503020204020204" pitchFamily="34" charset="-122"/>
              </a:rPr>
              <a:t>dev/input/</a:t>
            </a:r>
            <a:r>
              <a:rPr lang="zh-CN" altLang="en-US" sz="1600" b="0" dirty="0">
                <a:latin typeface="微软雅黑" panose="020B0503020204020204" pitchFamily="34" charset="-122"/>
                <a:ea typeface="微软雅黑" panose="020B0503020204020204" pitchFamily="34" charset="-122"/>
              </a:rPr>
              <a:t>下有一个设备节点，设备节点包含输入设备的所有信息，</a:t>
            </a:r>
            <a:r>
              <a:rPr lang="en-US" altLang="zh-CN" sz="1600" b="0" dirty="0" err="1">
                <a:latin typeface="微软雅黑" panose="020B0503020204020204" pitchFamily="34" charset="-122"/>
                <a:ea typeface="微软雅黑" panose="020B0503020204020204" pitchFamily="34" charset="-122"/>
              </a:rPr>
              <a:t>EventHub</a:t>
            </a:r>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负责在设备节点可用时加载并维护这些信息，并在设备节点被删除时将其移除，设备信息会用名为</a:t>
            </a:r>
            <a:r>
              <a:rPr lang="en-US" altLang="zh-CN" sz="1600" b="0" dirty="0">
                <a:latin typeface="微软雅黑" panose="020B0503020204020204" pitchFamily="34" charset="-122"/>
                <a:ea typeface="微软雅黑" panose="020B0503020204020204" pitchFamily="34" charset="-122"/>
              </a:rPr>
              <a:t>Device</a:t>
            </a:r>
            <a:r>
              <a:rPr lang="zh-CN" altLang="en-US" sz="1600" b="0" dirty="0">
                <a:latin typeface="微软雅黑" panose="020B0503020204020204" pitchFamily="34" charset="-122"/>
                <a:ea typeface="微软雅黑" panose="020B0503020204020204" pitchFamily="34" charset="-122"/>
              </a:rPr>
              <a:t>的私有结构体保存。</a:t>
            </a:r>
            <a:endParaRPr lang="en-US" altLang="zh-CN" sz="1600" b="0" dirty="0">
              <a:latin typeface="微软雅黑" panose="020B0503020204020204" pitchFamily="34" charset="-122"/>
              <a:ea typeface="微软雅黑" panose="020B0503020204020204" pitchFamily="34" charset="-122"/>
            </a:endParaRPr>
          </a:p>
          <a:p>
            <a:pPr algn="l"/>
            <a:r>
              <a:rPr lang="en-US" altLang="zh-CN" sz="1800" b="0" dirty="0" smtClean="0">
                <a:latin typeface="微软雅黑" panose="020B0503020204020204" pitchFamily="34" charset="-122"/>
                <a:ea typeface="微软雅黑" panose="020B0503020204020204" pitchFamily="34" charset="-122"/>
              </a:rPr>
              <a:t>2.</a:t>
            </a:r>
            <a:r>
              <a:rPr lang="zh-CN" altLang="en-US" sz="1800" b="0" dirty="0">
                <a:latin typeface="微软雅黑" panose="020B0503020204020204" pitchFamily="34" charset="-122"/>
                <a:ea typeface="微软雅黑" panose="020B0503020204020204" pitchFamily="34" charset="-122"/>
              </a:rPr>
              <a:t>原始输入事件的监听与</a:t>
            </a:r>
            <a:r>
              <a:rPr lang="zh-CN" altLang="en-US" sz="1800" b="0" dirty="0" smtClean="0">
                <a:latin typeface="微软雅黑" panose="020B0503020204020204" pitchFamily="34" charset="-122"/>
                <a:ea typeface="微软雅黑" panose="020B0503020204020204" pitchFamily="34" charset="-122"/>
              </a:rPr>
              <a:t>读取</a:t>
            </a:r>
            <a:endParaRPr lang="en-US" altLang="zh-CN" sz="1800" b="0" dirty="0" smtClean="0">
              <a:latin typeface="微软雅黑" panose="020B0503020204020204" pitchFamily="34" charset="-122"/>
              <a:ea typeface="微软雅黑" panose="020B0503020204020204" pitchFamily="34" charset="-122"/>
            </a:endParaRPr>
          </a:p>
          <a:p>
            <a:pPr algn="l"/>
            <a:r>
              <a:rPr lang="zh-CN" altLang="en-US" sz="1600" b="0" dirty="0">
                <a:latin typeface="微软雅黑" panose="020B0503020204020204" pitchFamily="34" charset="-122"/>
                <a:ea typeface="微软雅黑" panose="020B0503020204020204" pitchFamily="34" charset="-122"/>
              </a:rPr>
              <a:t>当设备的原始输入事件到来之时，</a:t>
            </a:r>
            <a:r>
              <a:rPr lang="en-US" altLang="zh-CN" sz="1600" b="0" dirty="0" err="1">
                <a:latin typeface="微软雅黑" panose="020B0503020204020204" pitchFamily="34" charset="-122"/>
                <a:ea typeface="微软雅黑" panose="020B0503020204020204" pitchFamily="34" charset="-122"/>
              </a:rPr>
              <a:t>getevents</a:t>
            </a:r>
            <a:r>
              <a:rPr lang="zh-CN" altLang="en-US" sz="1600" b="0" dirty="0">
                <a:latin typeface="微软雅黑" panose="020B0503020204020204" pitchFamily="34" charset="-122"/>
                <a:ea typeface="微软雅黑" panose="020B0503020204020204" pitchFamily="34" charset="-122"/>
              </a:rPr>
              <a:t>函数将会获得一个</a:t>
            </a:r>
            <a:r>
              <a:rPr lang="en-US" altLang="zh-CN" sz="1600" b="0" dirty="0" err="1">
                <a:latin typeface="微软雅黑" panose="020B0503020204020204" pitchFamily="34" charset="-122"/>
                <a:ea typeface="微软雅黑" panose="020B0503020204020204" pitchFamily="34" charset="-122"/>
              </a:rPr>
              <a:t>Epoll</a:t>
            </a:r>
            <a:r>
              <a:rPr lang="zh-CN" altLang="en-US" sz="1600" b="0" dirty="0">
                <a:latin typeface="微软雅黑" panose="020B0503020204020204" pitchFamily="34" charset="-122"/>
                <a:ea typeface="微软雅黑" panose="020B0503020204020204" pitchFamily="34" charset="-122"/>
              </a:rPr>
              <a:t>事件，然后根据</a:t>
            </a:r>
            <a:r>
              <a:rPr lang="en-US" altLang="zh-CN" sz="1600" b="0" dirty="0" err="1">
                <a:latin typeface="微软雅黑" panose="020B0503020204020204" pitchFamily="34" charset="-122"/>
                <a:ea typeface="微软雅黑" panose="020B0503020204020204" pitchFamily="34" charset="-122"/>
              </a:rPr>
              <a:t>Epoll</a:t>
            </a:r>
            <a:r>
              <a:rPr lang="zh-CN" altLang="en-US" sz="1600" b="0" dirty="0">
                <a:latin typeface="微软雅黑" panose="020B0503020204020204" pitchFamily="34" charset="-122"/>
                <a:ea typeface="微软雅黑" panose="020B0503020204020204" pitchFamily="34" charset="-122"/>
              </a:rPr>
              <a:t>事件读取文件描述符的原始输入事件，将其填充到</a:t>
            </a:r>
            <a:r>
              <a:rPr lang="en-US" altLang="zh-CN" sz="1600" b="0" dirty="0" err="1">
                <a:latin typeface="微软雅黑" panose="020B0503020204020204" pitchFamily="34" charset="-122"/>
                <a:ea typeface="微软雅黑" panose="020B0503020204020204" pitchFamily="34" charset="-122"/>
              </a:rPr>
              <a:t>RawEvents</a:t>
            </a:r>
            <a:r>
              <a:rPr lang="zh-CN" altLang="en-US" sz="1600" b="0" dirty="0">
                <a:latin typeface="微软雅黑" panose="020B0503020204020204" pitchFamily="34" charset="-122"/>
                <a:ea typeface="微软雅黑" panose="020B0503020204020204" pitchFamily="34" charset="-122"/>
              </a:rPr>
              <a:t>结构体并放入</a:t>
            </a:r>
            <a:r>
              <a:rPr lang="en-US" altLang="zh-CN" sz="1600" b="0" dirty="0">
                <a:latin typeface="微软雅黑" panose="020B0503020204020204" pitchFamily="34" charset="-122"/>
                <a:ea typeface="微软雅黑" panose="020B0503020204020204" pitchFamily="34" charset="-122"/>
              </a:rPr>
              <a:t>buffer</a:t>
            </a:r>
            <a:r>
              <a:rPr lang="zh-CN" altLang="en-US" sz="1600" b="0" dirty="0">
                <a:latin typeface="微软雅黑" panose="020B0503020204020204" pitchFamily="34" charset="-122"/>
                <a:ea typeface="微软雅黑" panose="020B0503020204020204" pitchFamily="34" charset="-122"/>
              </a:rPr>
              <a:t>中被调用者取走。</a:t>
            </a:r>
            <a:endParaRPr lang="en-US" altLang="zh-CN" sz="1600" b="0" dirty="0">
              <a:latin typeface="微软雅黑" panose="020B0503020204020204" pitchFamily="34" charset="-122"/>
              <a:ea typeface="微软雅黑" panose="020B0503020204020204" pitchFamily="34" charset="-122"/>
            </a:endParaRPr>
          </a:p>
          <a:p>
            <a:pPr algn="l"/>
            <a:endParaRPr lang="en-US" altLang="zh-CN" sz="1400" b="0" dirty="0">
              <a:solidFill>
                <a:srgbClr val="0070C0"/>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1763688" y="3212976"/>
            <a:ext cx="4752528" cy="3359081"/>
          </a:xfrm>
          <a:prstGeom prst="rect">
            <a:avLst/>
          </a:prstGeom>
        </p:spPr>
      </p:pic>
    </p:spTree>
    <p:extLst>
      <p:ext uri="{BB962C8B-B14F-4D97-AF65-F5344CB8AC3E}">
        <p14:creationId xmlns:p14="http://schemas.microsoft.com/office/powerpoint/2010/main" val="40002217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err="1" smtClean="0">
                <a:latin typeface="微软雅黑" panose="020B0503020204020204" pitchFamily="34" charset="-122"/>
                <a:ea typeface="微软雅黑" panose="020B0503020204020204" pitchFamily="34" charset="-122"/>
              </a:rPr>
              <a:t>EventHub</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5509200"/>
          </a:xfrm>
          <a:prstGeom prst="rect">
            <a:avLst/>
          </a:prstGeom>
          <a:noFill/>
        </p:spPr>
        <p:txBody>
          <a:bodyPr wrap="square" rtlCol="0">
            <a:spAutoFit/>
          </a:bodyPr>
          <a:lstStyle/>
          <a:p>
            <a:pPr algn="l"/>
            <a:r>
              <a:rPr lang="zh-CN" altLang="en-US" sz="1800" b="0" dirty="0" smtClean="0">
                <a:latin typeface="微软雅黑" panose="020B0503020204020204" pitchFamily="34" charset="-122"/>
                <a:ea typeface="微软雅黑" panose="020B0503020204020204" pitchFamily="34" charset="-122"/>
              </a:rPr>
              <a:t>使用如下命令可以检测</a:t>
            </a:r>
            <a:r>
              <a:rPr lang="en-US" altLang="zh-CN" sz="1800" b="0" dirty="0" smtClean="0">
                <a:latin typeface="微软雅黑" panose="020B0503020204020204" pitchFamily="34" charset="-122"/>
                <a:ea typeface="微软雅黑" panose="020B0503020204020204" pitchFamily="34" charset="-122"/>
              </a:rPr>
              <a:t>/dev/input</a:t>
            </a:r>
            <a:r>
              <a:rPr lang="zh-CN" altLang="en-US" sz="1800" b="0" dirty="0" smtClean="0">
                <a:latin typeface="微软雅黑" panose="020B0503020204020204" pitchFamily="34" charset="-122"/>
                <a:ea typeface="微软雅黑" panose="020B0503020204020204" pitchFamily="34" charset="-122"/>
              </a:rPr>
              <a:t>的事件：</a:t>
            </a:r>
            <a:endParaRPr lang="en-US" altLang="zh-CN" sz="1800" b="0" dirty="0" smtClean="0">
              <a:latin typeface="微软雅黑" panose="020B0503020204020204" pitchFamily="34" charset="-122"/>
              <a:ea typeface="微软雅黑" panose="020B0503020204020204" pitchFamily="34" charset="-122"/>
            </a:endParaRPr>
          </a:p>
          <a:p>
            <a:pPr algn="l"/>
            <a:r>
              <a:rPr lang="en-US" altLang="zh-CN" sz="1800" b="0" dirty="0" err="1">
                <a:solidFill>
                  <a:srgbClr val="0070C0"/>
                </a:solidFill>
                <a:latin typeface="微软雅黑" panose="020B0503020204020204" pitchFamily="34" charset="-122"/>
                <a:ea typeface="微软雅黑" panose="020B0503020204020204" pitchFamily="34" charset="-122"/>
              </a:rPr>
              <a:t>getevent</a:t>
            </a:r>
            <a:r>
              <a:rPr lang="en-US" altLang="zh-CN" sz="1800" b="0" dirty="0">
                <a:solidFill>
                  <a:srgbClr val="0070C0"/>
                </a:solidFill>
                <a:latin typeface="微软雅黑" panose="020B0503020204020204" pitchFamily="34" charset="-122"/>
                <a:ea typeface="微软雅黑" panose="020B0503020204020204" pitchFamily="34" charset="-122"/>
              </a:rPr>
              <a:t> </a:t>
            </a:r>
            <a:r>
              <a:rPr lang="en-US" altLang="zh-CN" sz="1800" b="0" dirty="0" smtClean="0">
                <a:solidFill>
                  <a:srgbClr val="0070C0"/>
                </a:solidFill>
                <a:latin typeface="微软雅黑" panose="020B0503020204020204" pitchFamily="34" charset="-122"/>
                <a:ea typeface="微软雅黑" panose="020B0503020204020204" pitchFamily="34" charset="-122"/>
              </a:rPr>
              <a:t>–l</a:t>
            </a:r>
          </a:p>
          <a:p>
            <a:pPr algn="l"/>
            <a:endParaRPr lang="en-US" altLang="zh-CN" sz="1800" b="0" dirty="0" smtClean="0">
              <a:latin typeface="微软雅黑" panose="020B0503020204020204" pitchFamily="34" charset="-122"/>
              <a:ea typeface="微软雅黑" panose="020B0503020204020204" pitchFamily="34" charset="-122"/>
            </a:endParaRPr>
          </a:p>
          <a:p>
            <a:pPr algn="l"/>
            <a:endParaRPr lang="en-US" altLang="zh-CN" sz="1800" b="0" dirty="0">
              <a:latin typeface="微软雅黑" panose="020B0503020204020204" pitchFamily="34" charset="-122"/>
              <a:ea typeface="微软雅黑" panose="020B0503020204020204" pitchFamily="34" charset="-122"/>
            </a:endParaRPr>
          </a:p>
          <a:p>
            <a:pPr algn="l"/>
            <a:endParaRPr lang="en-US" altLang="zh-CN" sz="1800" b="0" dirty="0" smtClean="0">
              <a:latin typeface="微软雅黑" panose="020B0503020204020204" pitchFamily="34" charset="-122"/>
              <a:ea typeface="微软雅黑" panose="020B0503020204020204" pitchFamily="34" charset="-122"/>
            </a:endParaRPr>
          </a:p>
          <a:p>
            <a:pPr algn="l"/>
            <a:endParaRPr lang="en-US" altLang="zh-CN" sz="1800" b="0" dirty="0">
              <a:latin typeface="微软雅黑" panose="020B0503020204020204" pitchFamily="34" charset="-122"/>
              <a:ea typeface="微软雅黑" panose="020B0503020204020204" pitchFamily="34" charset="-122"/>
            </a:endParaRPr>
          </a:p>
          <a:p>
            <a:pPr algn="l"/>
            <a:endParaRPr lang="en-US" altLang="zh-CN" sz="1800" b="0" dirty="0" smtClean="0">
              <a:latin typeface="微软雅黑" panose="020B0503020204020204" pitchFamily="34" charset="-122"/>
              <a:ea typeface="微软雅黑" panose="020B0503020204020204" pitchFamily="34" charset="-122"/>
            </a:endParaRPr>
          </a:p>
          <a:p>
            <a:pPr algn="l"/>
            <a:endParaRPr lang="en-US" altLang="zh-CN" sz="1800" b="0" dirty="0">
              <a:latin typeface="微软雅黑" panose="020B0503020204020204" pitchFamily="34" charset="-122"/>
              <a:ea typeface="微软雅黑" panose="020B0503020204020204" pitchFamily="34" charset="-122"/>
            </a:endParaRPr>
          </a:p>
          <a:p>
            <a:pPr algn="l"/>
            <a:endParaRPr lang="en-US" altLang="zh-CN" sz="1800" b="0" dirty="0" smtClean="0">
              <a:latin typeface="微软雅黑" panose="020B0503020204020204" pitchFamily="34" charset="-122"/>
              <a:ea typeface="微软雅黑" panose="020B0503020204020204" pitchFamily="34" charset="-122"/>
            </a:endParaRPr>
          </a:p>
          <a:p>
            <a:pPr algn="l">
              <a:lnSpc>
                <a:spcPts val="2400"/>
              </a:lnSpc>
            </a:pPr>
            <a:r>
              <a:rPr lang="zh-CN" altLang="en-US" sz="1800" b="0" dirty="0" smtClean="0">
                <a:latin typeface="微软雅黑" panose="020B0503020204020204" pitchFamily="34" charset="-122"/>
                <a:ea typeface="微软雅黑" panose="020B0503020204020204" pitchFamily="34" charset="-122"/>
              </a:rPr>
              <a:t>此时</a:t>
            </a:r>
            <a:r>
              <a:rPr lang="en-US" altLang="zh-CN" sz="1800" b="0" dirty="0" smtClean="0">
                <a:latin typeface="微软雅黑" panose="020B0503020204020204" pitchFamily="34" charset="-122"/>
                <a:ea typeface="微软雅黑" panose="020B0503020204020204" pitchFamily="34" charset="-122"/>
              </a:rPr>
              <a:t>touch</a:t>
            </a:r>
            <a:r>
              <a:rPr lang="zh-CN" altLang="en-US" sz="1800" b="0" dirty="0" smtClean="0">
                <a:latin typeface="微软雅黑" panose="020B0503020204020204" pitchFamily="34" charset="-122"/>
                <a:ea typeface="微软雅黑" panose="020B0503020204020204" pitchFamily="34" charset="-122"/>
              </a:rPr>
              <a:t>一下屏幕，会有类似如下的输出：</a:t>
            </a:r>
            <a:endParaRPr lang="en-US" altLang="zh-CN" sz="1400" b="0" dirty="0" smtClean="0">
              <a:solidFill>
                <a:srgbClr val="0070C0"/>
              </a:solidFill>
              <a:latin typeface="微软雅黑" panose="020B0503020204020204" pitchFamily="34" charset="-122"/>
              <a:ea typeface="微软雅黑" panose="020B0503020204020204" pitchFamily="34" charset="-122"/>
            </a:endParaRPr>
          </a:p>
          <a:p>
            <a:pPr algn="l"/>
            <a:r>
              <a:rPr lang="en-US" altLang="zh-CN" sz="1300" b="0" dirty="0" smtClean="0">
                <a:solidFill>
                  <a:srgbClr val="0070C0"/>
                </a:solidFill>
                <a:latin typeface="微软雅黑" panose="020B0503020204020204" pitchFamily="34" charset="-122"/>
                <a:ea typeface="微软雅黑" panose="020B0503020204020204" pitchFamily="34" charset="-122"/>
              </a:rPr>
              <a:t>                                                                                                                             -&gt;</a:t>
            </a:r>
            <a:r>
              <a:rPr lang="zh-CN" altLang="en-US" sz="1300" b="0" dirty="0" smtClean="0">
                <a:solidFill>
                  <a:srgbClr val="0070C0"/>
                </a:solidFill>
                <a:latin typeface="微软雅黑" panose="020B0503020204020204" pitchFamily="34" charset="-122"/>
                <a:ea typeface="微软雅黑" panose="020B0503020204020204" pitchFamily="34" charset="-122"/>
              </a:rPr>
              <a:t>事件开始</a:t>
            </a:r>
            <a:endParaRPr lang="en-US" altLang="zh-CN" sz="1300" b="0" dirty="0">
              <a:solidFill>
                <a:srgbClr val="0070C0"/>
              </a:solidFill>
              <a:latin typeface="微软雅黑" panose="020B0503020204020204" pitchFamily="34" charset="-122"/>
              <a:ea typeface="微软雅黑" panose="020B0503020204020204" pitchFamily="34" charset="-122"/>
            </a:endParaRPr>
          </a:p>
          <a:p>
            <a:pPr algn="l"/>
            <a:r>
              <a:rPr lang="en-US" altLang="zh-CN" sz="1300" b="0" dirty="0" smtClean="0">
                <a:solidFill>
                  <a:srgbClr val="0070C0"/>
                </a:solidFill>
                <a:latin typeface="微软雅黑" panose="020B0503020204020204" pitchFamily="34" charset="-122"/>
                <a:ea typeface="微软雅黑" panose="020B0503020204020204" pitchFamily="34" charset="-122"/>
              </a:rPr>
              <a:t>                                                                                                                             -&gt;</a:t>
            </a:r>
            <a:r>
              <a:rPr lang="zh-CN" altLang="en-US" sz="1300" b="0" dirty="0" smtClean="0">
                <a:solidFill>
                  <a:srgbClr val="0070C0"/>
                </a:solidFill>
                <a:latin typeface="微软雅黑" panose="020B0503020204020204" pitchFamily="34" charset="-122"/>
                <a:ea typeface="微软雅黑" panose="020B0503020204020204" pitchFamily="34" charset="-122"/>
              </a:rPr>
              <a:t>触摸范围</a:t>
            </a:r>
            <a:endParaRPr lang="en-US" altLang="zh-CN" sz="1300" b="0" dirty="0">
              <a:solidFill>
                <a:srgbClr val="0070C0"/>
              </a:solidFill>
              <a:latin typeface="微软雅黑" panose="020B0503020204020204" pitchFamily="34" charset="-122"/>
              <a:ea typeface="微软雅黑" panose="020B0503020204020204" pitchFamily="34" charset="-122"/>
            </a:endParaRPr>
          </a:p>
          <a:p>
            <a:pPr algn="l"/>
            <a:r>
              <a:rPr lang="en-US" altLang="zh-CN" sz="1300" b="0" dirty="0">
                <a:solidFill>
                  <a:srgbClr val="0070C0"/>
                </a:solidFill>
                <a:latin typeface="微软雅黑" panose="020B0503020204020204" pitchFamily="34" charset="-122"/>
                <a:ea typeface="微软雅黑" panose="020B0503020204020204" pitchFamily="34" charset="-122"/>
              </a:rPr>
              <a:t>                                                                                                          </a:t>
            </a:r>
            <a:r>
              <a:rPr lang="en-US" altLang="zh-CN" sz="1300" b="0" dirty="0" smtClean="0">
                <a:solidFill>
                  <a:srgbClr val="0070C0"/>
                </a:solidFill>
                <a:latin typeface="微软雅黑" panose="020B0503020204020204" pitchFamily="34" charset="-122"/>
                <a:ea typeface="微软雅黑" panose="020B0503020204020204" pitchFamily="34" charset="-122"/>
              </a:rPr>
              <a:t>                   -&gt;</a:t>
            </a:r>
            <a:r>
              <a:rPr lang="zh-CN" altLang="en-US" sz="1300" b="0" dirty="0" smtClean="0">
                <a:solidFill>
                  <a:srgbClr val="0070C0"/>
                </a:solidFill>
                <a:latin typeface="微软雅黑" panose="020B0503020204020204" pitchFamily="34" charset="-122"/>
                <a:ea typeface="微软雅黑" panose="020B0503020204020204" pitchFamily="34" charset="-122"/>
              </a:rPr>
              <a:t>触摸范围长轴</a:t>
            </a:r>
            <a:endParaRPr lang="en-US" altLang="zh-CN" sz="1300" b="0" dirty="0">
              <a:solidFill>
                <a:srgbClr val="0070C0"/>
              </a:solidFill>
              <a:latin typeface="微软雅黑" panose="020B0503020204020204" pitchFamily="34" charset="-122"/>
              <a:ea typeface="微软雅黑" panose="020B0503020204020204" pitchFamily="34" charset="-122"/>
            </a:endParaRPr>
          </a:p>
          <a:p>
            <a:pPr algn="l"/>
            <a:r>
              <a:rPr lang="en-US" altLang="zh-CN" sz="1300" b="0" dirty="0">
                <a:solidFill>
                  <a:srgbClr val="0070C0"/>
                </a:solidFill>
                <a:latin typeface="微软雅黑" panose="020B0503020204020204" pitchFamily="34" charset="-122"/>
                <a:ea typeface="微软雅黑" panose="020B0503020204020204" pitchFamily="34" charset="-122"/>
              </a:rPr>
              <a:t>                                                                                                                </a:t>
            </a:r>
            <a:r>
              <a:rPr lang="en-US" altLang="zh-CN" sz="1300" b="0" dirty="0" smtClean="0">
                <a:solidFill>
                  <a:srgbClr val="0070C0"/>
                </a:solidFill>
                <a:latin typeface="微软雅黑" panose="020B0503020204020204" pitchFamily="34" charset="-122"/>
                <a:ea typeface="微软雅黑" panose="020B0503020204020204" pitchFamily="34" charset="-122"/>
              </a:rPr>
              <a:t>             -&gt;x</a:t>
            </a:r>
            <a:r>
              <a:rPr lang="zh-CN" altLang="en-US" sz="1300" b="0" dirty="0" smtClean="0">
                <a:solidFill>
                  <a:srgbClr val="0070C0"/>
                </a:solidFill>
                <a:latin typeface="微软雅黑" panose="020B0503020204020204" pitchFamily="34" charset="-122"/>
                <a:ea typeface="微软雅黑" panose="020B0503020204020204" pitchFamily="34" charset="-122"/>
              </a:rPr>
              <a:t>坐标</a:t>
            </a:r>
            <a:endParaRPr lang="en-US" altLang="zh-CN" sz="1300" b="0" dirty="0">
              <a:solidFill>
                <a:srgbClr val="0070C0"/>
              </a:solidFill>
              <a:latin typeface="微软雅黑" panose="020B0503020204020204" pitchFamily="34" charset="-122"/>
              <a:ea typeface="微软雅黑" panose="020B0503020204020204" pitchFamily="34" charset="-122"/>
            </a:endParaRPr>
          </a:p>
          <a:p>
            <a:pPr algn="l"/>
            <a:r>
              <a:rPr lang="en-US" altLang="zh-CN" sz="1300" b="0" dirty="0">
                <a:solidFill>
                  <a:srgbClr val="0070C0"/>
                </a:solidFill>
                <a:latin typeface="微软雅黑" panose="020B0503020204020204" pitchFamily="34" charset="-122"/>
                <a:ea typeface="微软雅黑" panose="020B0503020204020204" pitchFamily="34" charset="-122"/>
              </a:rPr>
              <a:t>                                                                                                      </a:t>
            </a:r>
            <a:r>
              <a:rPr lang="en-US" altLang="zh-CN" sz="1300" b="0" dirty="0" smtClean="0">
                <a:solidFill>
                  <a:srgbClr val="0070C0"/>
                </a:solidFill>
                <a:latin typeface="微软雅黑" panose="020B0503020204020204" pitchFamily="34" charset="-122"/>
                <a:ea typeface="微软雅黑" panose="020B0503020204020204" pitchFamily="34" charset="-122"/>
              </a:rPr>
              <a:t>                       -&gt;y</a:t>
            </a:r>
            <a:r>
              <a:rPr lang="zh-CN" altLang="en-US" sz="1300" b="0" dirty="0" smtClean="0">
                <a:solidFill>
                  <a:srgbClr val="0070C0"/>
                </a:solidFill>
                <a:latin typeface="微软雅黑" panose="020B0503020204020204" pitchFamily="34" charset="-122"/>
                <a:ea typeface="微软雅黑" panose="020B0503020204020204" pitchFamily="34" charset="-122"/>
              </a:rPr>
              <a:t>坐标</a:t>
            </a:r>
            <a:endParaRPr lang="en-US" altLang="zh-CN" sz="1300" b="0" dirty="0">
              <a:solidFill>
                <a:srgbClr val="0070C0"/>
              </a:solidFill>
              <a:latin typeface="微软雅黑" panose="020B0503020204020204" pitchFamily="34" charset="-122"/>
              <a:ea typeface="微软雅黑" panose="020B0503020204020204" pitchFamily="34" charset="-122"/>
            </a:endParaRPr>
          </a:p>
          <a:p>
            <a:pPr algn="l"/>
            <a:r>
              <a:rPr lang="en-US" altLang="zh-CN" sz="1300" b="0" dirty="0">
                <a:solidFill>
                  <a:srgbClr val="0070C0"/>
                </a:solidFill>
                <a:latin typeface="微软雅黑" panose="020B0503020204020204" pitchFamily="34" charset="-122"/>
                <a:ea typeface="微软雅黑" panose="020B0503020204020204" pitchFamily="34" charset="-122"/>
              </a:rPr>
              <a:t>                                                                                                             </a:t>
            </a:r>
            <a:r>
              <a:rPr lang="en-US" altLang="zh-CN" sz="1300" b="0" dirty="0" smtClean="0">
                <a:solidFill>
                  <a:srgbClr val="0070C0"/>
                </a:solidFill>
                <a:latin typeface="微软雅黑" panose="020B0503020204020204" pitchFamily="34" charset="-122"/>
                <a:ea typeface="微软雅黑" panose="020B0503020204020204" pitchFamily="34" charset="-122"/>
              </a:rPr>
              <a:t>                -&gt;</a:t>
            </a:r>
            <a:r>
              <a:rPr lang="zh-CN" altLang="en-US" sz="1300" b="0" dirty="0" smtClean="0">
                <a:solidFill>
                  <a:srgbClr val="0070C0"/>
                </a:solidFill>
                <a:latin typeface="微软雅黑" panose="020B0503020204020204" pitchFamily="34" charset="-122"/>
                <a:ea typeface="微软雅黑" panose="020B0503020204020204" pitchFamily="34" charset="-122"/>
              </a:rPr>
              <a:t>按下</a:t>
            </a:r>
            <a:endParaRPr lang="en-US" altLang="zh-CN" sz="1300" b="0" dirty="0">
              <a:solidFill>
                <a:srgbClr val="0070C0"/>
              </a:solidFill>
              <a:latin typeface="微软雅黑" panose="020B0503020204020204" pitchFamily="34" charset="-122"/>
              <a:ea typeface="微软雅黑" panose="020B0503020204020204" pitchFamily="34" charset="-122"/>
            </a:endParaRPr>
          </a:p>
          <a:p>
            <a:pPr algn="l"/>
            <a:r>
              <a:rPr lang="en-US" altLang="zh-CN" sz="1300" b="0" dirty="0">
                <a:solidFill>
                  <a:srgbClr val="0070C0"/>
                </a:solidFill>
                <a:latin typeface="微软雅黑" panose="020B0503020204020204" pitchFamily="34" charset="-122"/>
                <a:ea typeface="微软雅黑" panose="020B0503020204020204" pitchFamily="34" charset="-122"/>
              </a:rPr>
              <a:t>                                                                                                                   </a:t>
            </a:r>
            <a:r>
              <a:rPr lang="en-US" altLang="zh-CN" sz="1300" b="0" dirty="0" smtClean="0">
                <a:solidFill>
                  <a:srgbClr val="0070C0"/>
                </a:solidFill>
                <a:latin typeface="微软雅黑" panose="020B0503020204020204" pitchFamily="34" charset="-122"/>
                <a:ea typeface="微软雅黑" panose="020B0503020204020204" pitchFamily="34" charset="-122"/>
              </a:rPr>
              <a:t>          -&gt;</a:t>
            </a:r>
            <a:r>
              <a:rPr lang="zh-CN" altLang="en-US" sz="1300" b="0" dirty="0">
                <a:solidFill>
                  <a:srgbClr val="0070C0"/>
                </a:solidFill>
                <a:latin typeface="微软雅黑" panose="020B0503020204020204" pitchFamily="34" charset="-122"/>
                <a:ea typeface="微软雅黑" panose="020B0503020204020204" pitchFamily="34" charset="-122"/>
              </a:rPr>
              <a:t>事件</a:t>
            </a:r>
            <a:r>
              <a:rPr lang="zh-CN" altLang="en-US" sz="1300" b="0" dirty="0" smtClean="0">
                <a:solidFill>
                  <a:srgbClr val="0070C0"/>
                </a:solidFill>
                <a:latin typeface="微软雅黑" panose="020B0503020204020204" pitchFamily="34" charset="-122"/>
                <a:ea typeface="微软雅黑" panose="020B0503020204020204" pitchFamily="34" charset="-122"/>
              </a:rPr>
              <a:t>同步</a:t>
            </a:r>
            <a:endParaRPr lang="en-US" altLang="zh-CN" sz="1300" b="0" dirty="0">
              <a:solidFill>
                <a:srgbClr val="0070C0"/>
              </a:solidFill>
              <a:latin typeface="微软雅黑" panose="020B0503020204020204" pitchFamily="34" charset="-122"/>
              <a:ea typeface="微软雅黑" panose="020B0503020204020204" pitchFamily="34" charset="-122"/>
            </a:endParaRPr>
          </a:p>
          <a:p>
            <a:pPr algn="l"/>
            <a:r>
              <a:rPr lang="en-US" altLang="zh-CN" sz="1300" b="0" dirty="0">
                <a:solidFill>
                  <a:srgbClr val="0070C0"/>
                </a:solidFill>
                <a:latin typeface="微软雅黑" panose="020B0503020204020204" pitchFamily="34" charset="-122"/>
                <a:ea typeface="微软雅黑" panose="020B0503020204020204" pitchFamily="34" charset="-122"/>
              </a:rPr>
              <a:t>                                                                                                                             </a:t>
            </a:r>
            <a:r>
              <a:rPr lang="en-US" altLang="zh-CN" sz="1300" b="0" dirty="0" smtClean="0">
                <a:solidFill>
                  <a:srgbClr val="0070C0"/>
                </a:solidFill>
                <a:latin typeface="微软雅黑" panose="020B0503020204020204" pitchFamily="34" charset="-122"/>
                <a:ea typeface="微软雅黑" panose="020B0503020204020204" pitchFamily="34" charset="-122"/>
              </a:rPr>
              <a:t>-&gt;</a:t>
            </a:r>
            <a:r>
              <a:rPr lang="zh-CN" altLang="en-US" sz="1300" b="0" dirty="0" smtClean="0">
                <a:solidFill>
                  <a:srgbClr val="0070C0"/>
                </a:solidFill>
                <a:latin typeface="微软雅黑" panose="020B0503020204020204" pitchFamily="34" charset="-122"/>
                <a:ea typeface="微软雅黑" panose="020B0503020204020204" pitchFamily="34" charset="-122"/>
              </a:rPr>
              <a:t>事件结束</a:t>
            </a:r>
            <a:endParaRPr lang="en-US" altLang="zh-CN" sz="1300" b="0" dirty="0">
              <a:solidFill>
                <a:srgbClr val="0070C0"/>
              </a:solidFill>
              <a:latin typeface="微软雅黑" panose="020B0503020204020204" pitchFamily="34" charset="-122"/>
              <a:ea typeface="微软雅黑" panose="020B0503020204020204" pitchFamily="34" charset="-122"/>
            </a:endParaRPr>
          </a:p>
          <a:p>
            <a:pPr algn="l"/>
            <a:r>
              <a:rPr lang="en-US" altLang="zh-CN" sz="1300" b="0" dirty="0">
                <a:solidFill>
                  <a:srgbClr val="0070C0"/>
                </a:solidFill>
                <a:latin typeface="微软雅黑" panose="020B0503020204020204" pitchFamily="34" charset="-122"/>
                <a:ea typeface="微软雅黑" panose="020B0503020204020204" pitchFamily="34" charset="-122"/>
              </a:rPr>
              <a:t>                                                                                                                             </a:t>
            </a:r>
            <a:r>
              <a:rPr lang="en-US" altLang="zh-CN" sz="1300" b="0" dirty="0" smtClean="0">
                <a:solidFill>
                  <a:srgbClr val="0070C0"/>
                </a:solidFill>
                <a:latin typeface="微软雅黑" panose="020B0503020204020204" pitchFamily="34" charset="-122"/>
                <a:ea typeface="微软雅黑" panose="020B0503020204020204" pitchFamily="34" charset="-122"/>
              </a:rPr>
              <a:t>-&gt;</a:t>
            </a:r>
            <a:r>
              <a:rPr lang="zh-CN" altLang="en-US" sz="1300" b="0" dirty="0" smtClean="0">
                <a:solidFill>
                  <a:srgbClr val="0070C0"/>
                </a:solidFill>
                <a:latin typeface="微软雅黑" panose="020B0503020204020204" pitchFamily="34" charset="-122"/>
                <a:ea typeface="微软雅黑" panose="020B0503020204020204" pitchFamily="34" charset="-122"/>
              </a:rPr>
              <a:t>抬起</a:t>
            </a:r>
            <a:endParaRPr lang="en-US" altLang="zh-CN" sz="1300" b="0" dirty="0">
              <a:solidFill>
                <a:srgbClr val="0070C0"/>
              </a:solidFill>
              <a:latin typeface="微软雅黑" panose="020B0503020204020204" pitchFamily="34" charset="-122"/>
              <a:ea typeface="微软雅黑" panose="020B0503020204020204" pitchFamily="34" charset="-122"/>
            </a:endParaRPr>
          </a:p>
          <a:p>
            <a:pPr algn="l"/>
            <a:r>
              <a:rPr lang="en-US" altLang="zh-CN" sz="1300" b="0" dirty="0">
                <a:solidFill>
                  <a:srgbClr val="0070C0"/>
                </a:solidFill>
                <a:latin typeface="微软雅黑" panose="020B0503020204020204" pitchFamily="34" charset="-122"/>
                <a:ea typeface="微软雅黑" panose="020B0503020204020204" pitchFamily="34" charset="-122"/>
              </a:rPr>
              <a:t>                                                                                                                             </a:t>
            </a:r>
            <a:r>
              <a:rPr lang="en-US" altLang="zh-CN" sz="1300" b="0" dirty="0" smtClean="0">
                <a:solidFill>
                  <a:srgbClr val="0070C0"/>
                </a:solidFill>
                <a:latin typeface="微软雅黑" panose="020B0503020204020204" pitchFamily="34" charset="-122"/>
                <a:ea typeface="微软雅黑" panose="020B0503020204020204" pitchFamily="34" charset="-122"/>
              </a:rPr>
              <a:t>-&gt;</a:t>
            </a:r>
            <a:r>
              <a:rPr lang="zh-CN" altLang="en-US" sz="1300" b="0" dirty="0">
                <a:solidFill>
                  <a:srgbClr val="0070C0"/>
                </a:solidFill>
                <a:latin typeface="微软雅黑" panose="020B0503020204020204" pitchFamily="34" charset="-122"/>
                <a:ea typeface="微软雅黑" panose="020B0503020204020204" pitchFamily="34" charset="-122"/>
              </a:rPr>
              <a:t>事件</a:t>
            </a:r>
            <a:r>
              <a:rPr lang="zh-CN" altLang="en-US" sz="1300" b="0" dirty="0" smtClean="0">
                <a:solidFill>
                  <a:srgbClr val="0070C0"/>
                </a:solidFill>
                <a:latin typeface="微软雅黑" panose="020B0503020204020204" pitchFamily="34" charset="-122"/>
                <a:ea typeface="微软雅黑" panose="020B0503020204020204" pitchFamily="34" charset="-122"/>
              </a:rPr>
              <a:t>同步</a:t>
            </a:r>
            <a:endParaRPr lang="en-US" altLang="zh-CN" sz="1400" b="0" dirty="0">
              <a:solidFill>
                <a:srgbClr val="0070C0"/>
              </a:solidFill>
              <a:latin typeface="微软雅黑" panose="020B0503020204020204" pitchFamily="34" charset="-122"/>
              <a:ea typeface="微软雅黑" panose="020B0503020204020204" pitchFamily="34" charset="-122"/>
            </a:endParaRPr>
          </a:p>
          <a:p>
            <a:pPr algn="l"/>
            <a:endParaRPr lang="en-US" altLang="zh-CN" sz="800" b="0" dirty="0" smtClean="0">
              <a:solidFill>
                <a:srgbClr val="0070C0"/>
              </a:solidFill>
              <a:latin typeface="微软雅黑" panose="020B0503020204020204" pitchFamily="34" charset="-122"/>
              <a:ea typeface="微软雅黑" panose="020B0503020204020204" pitchFamily="34" charset="-122"/>
            </a:endParaRPr>
          </a:p>
          <a:p>
            <a:pPr algn="l"/>
            <a:r>
              <a:rPr lang="zh-CN" altLang="en-US" sz="1800" b="0" dirty="0">
                <a:latin typeface="微软雅黑" panose="020B0503020204020204" pitchFamily="34" charset="-122"/>
                <a:ea typeface="微软雅黑" panose="020B0503020204020204" pitchFamily="34" charset="-122"/>
              </a:rPr>
              <a:t>该指令可以</a:t>
            </a:r>
            <a:r>
              <a:rPr lang="zh-CN" altLang="en-US" sz="1800" b="0" dirty="0" smtClean="0">
                <a:latin typeface="微软雅黑" panose="020B0503020204020204" pitchFamily="34" charset="-122"/>
                <a:ea typeface="微软雅黑" panose="020B0503020204020204" pitchFamily="34" charset="-122"/>
              </a:rPr>
              <a:t>看到每个</a:t>
            </a:r>
            <a:r>
              <a:rPr lang="en-US" altLang="zh-CN" sz="1800" b="0" dirty="0" smtClean="0">
                <a:latin typeface="微软雅黑" panose="020B0503020204020204" pitchFamily="34" charset="-122"/>
                <a:ea typeface="微软雅黑" panose="020B0503020204020204" pitchFamily="34" charset="-122"/>
              </a:rPr>
              <a:t>input</a:t>
            </a:r>
            <a:r>
              <a:rPr lang="zh-CN" altLang="en-US" sz="1800" b="0" dirty="0" smtClean="0">
                <a:latin typeface="微软雅黑" panose="020B0503020204020204" pitchFamily="34" charset="-122"/>
                <a:ea typeface="微软雅黑" panose="020B0503020204020204" pitchFamily="34" charset="-122"/>
              </a:rPr>
              <a:t>节点的事件响应情况，在调试</a:t>
            </a:r>
            <a:r>
              <a:rPr lang="en-US" altLang="zh-CN" sz="1800" b="0" dirty="0" smtClean="0">
                <a:latin typeface="微软雅黑" panose="020B0503020204020204" pitchFamily="34" charset="-122"/>
                <a:ea typeface="微软雅黑" panose="020B0503020204020204" pitchFamily="34" charset="-122"/>
              </a:rPr>
              <a:t>input</a:t>
            </a:r>
            <a:r>
              <a:rPr lang="zh-CN" altLang="en-US" sz="1800" b="0" dirty="0" smtClean="0">
                <a:latin typeface="微软雅黑" panose="020B0503020204020204" pitchFamily="34" charset="-122"/>
                <a:ea typeface="微软雅黑" panose="020B0503020204020204" pitchFamily="34" charset="-122"/>
              </a:rPr>
              <a:t>系统时会经常使用到。</a:t>
            </a:r>
            <a:endParaRPr lang="en-US" altLang="zh-CN" sz="1800" b="0" dirty="0">
              <a:latin typeface="微软雅黑" panose="020B0503020204020204" pitchFamily="34" charset="-122"/>
              <a:ea typeface="微软雅黑" panose="020B0503020204020204" pitchFamily="34" charset="-122"/>
            </a:endParaRPr>
          </a:p>
          <a:p>
            <a:pPr algn="l"/>
            <a:endParaRPr lang="en-US" altLang="zh-CN" sz="1400" b="0" dirty="0">
              <a:solidFill>
                <a:srgbClr val="0070C0"/>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179512" y="1484784"/>
            <a:ext cx="3312368" cy="1830038"/>
          </a:xfrm>
          <a:prstGeom prst="rect">
            <a:avLst/>
          </a:prstGeom>
        </p:spPr>
      </p:pic>
      <p:pic>
        <p:nvPicPr>
          <p:cNvPr id="6" name="图片 5"/>
          <p:cNvPicPr>
            <a:picLocks noChangeAspect="1"/>
          </p:cNvPicPr>
          <p:nvPr/>
        </p:nvPicPr>
        <p:blipFill>
          <a:blip r:embed="rId3"/>
          <a:stretch>
            <a:fillRect/>
          </a:stretch>
        </p:blipFill>
        <p:spPr>
          <a:xfrm>
            <a:off x="179512" y="3644482"/>
            <a:ext cx="6115686" cy="2044462"/>
          </a:xfrm>
          <a:prstGeom prst="rect">
            <a:avLst/>
          </a:prstGeom>
        </p:spPr>
      </p:pic>
    </p:spTree>
    <p:extLst>
      <p:ext uri="{BB962C8B-B14F-4D97-AF65-F5344CB8AC3E}">
        <p14:creationId xmlns:p14="http://schemas.microsoft.com/office/powerpoint/2010/main" val="340014933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err="1">
                <a:latin typeface="微软雅黑" panose="020B0503020204020204" pitchFamily="34" charset="-122"/>
                <a:ea typeface="微软雅黑" panose="020B0503020204020204" pitchFamily="34" charset="-122"/>
              </a:rPr>
              <a:t>EventHub</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4862870"/>
          </a:xfrm>
          <a:prstGeom prst="rect">
            <a:avLst/>
          </a:prstGeom>
          <a:noFill/>
        </p:spPr>
        <p:txBody>
          <a:bodyPr wrap="square" rtlCol="0">
            <a:spAutoFit/>
          </a:bodyPr>
          <a:lstStyle/>
          <a:p>
            <a:pPr algn="l"/>
            <a:r>
              <a:rPr lang="en-US" altLang="zh-CN" sz="1600" b="0" dirty="0" err="1" smtClean="0">
                <a:latin typeface="微软雅黑" panose="020B0503020204020204" pitchFamily="34" charset="-122"/>
                <a:ea typeface="微软雅黑" panose="020B0503020204020204" pitchFamily="34" charset="-122"/>
              </a:rPr>
              <a:t>EventHub</a:t>
            </a:r>
            <a:r>
              <a:rPr lang="zh-CN" altLang="en-US" sz="1600" b="0" dirty="0" smtClean="0">
                <a:latin typeface="微软雅黑" panose="020B0503020204020204" pitchFamily="34" charset="-122"/>
                <a:ea typeface="微软雅黑" panose="020B0503020204020204" pitchFamily="34" charset="-122"/>
              </a:rPr>
              <a:t>的构造方法中，主要初始化</a:t>
            </a:r>
            <a:r>
              <a:rPr lang="en-US" altLang="zh-CN" sz="1600" b="0" dirty="0" err="1" smtClean="0">
                <a:latin typeface="微软雅黑" panose="020B0503020204020204" pitchFamily="34" charset="-122"/>
                <a:ea typeface="微软雅黑" panose="020B0503020204020204" pitchFamily="34" charset="-122"/>
              </a:rPr>
              <a:t>epoll</a:t>
            </a:r>
            <a:r>
              <a:rPr lang="zh-CN" altLang="en-US" sz="1600" b="0" dirty="0" smtClean="0">
                <a:latin typeface="微软雅黑" panose="020B0503020204020204" pitchFamily="34" charset="-122"/>
                <a:ea typeface="微软雅黑" panose="020B0503020204020204" pitchFamily="34" charset="-122"/>
              </a:rPr>
              <a:t>，配置</a:t>
            </a:r>
            <a:r>
              <a:rPr lang="en-US" altLang="zh-CN" sz="1600" b="0" dirty="0" smtClean="0">
                <a:latin typeface="微软雅黑" panose="020B0503020204020204" pitchFamily="34" charset="-122"/>
                <a:ea typeface="微软雅黑" panose="020B0503020204020204" pitchFamily="34" charset="-122"/>
              </a:rPr>
              <a:t>/dev/input</a:t>
            </a:r>
            <a:r>
              <a:rPr lang="zh-CN" altLang="en-US" sz="1600" b="0" dirty="0" smtClean="0">
                <a:latin typeface="微软雅黑" panose="020B0503020204020204" pitchFamily="34" charset="-122"/>
                <a:ea typeface="微软雅黑" panose="020B0503020204020204" pitchFamily="34" charset="-122"/>
              </a:rPr>
              <a:t>目录的监听。</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400" b="0" dirty="0" err="1">
                <a:solidFill>
                  <a:srgbClr val="0070C0"/>
                </a:solidFill>
                <a:latin typeface="微软雅黑" panose="020B0503020204020204" pitchFamily="34" charset="-122"/>
                <a:ea typeface="微软雅黑" panose="020B0503020204020204" pitchFamily="34" charset="-122"/>
              </a:rPr>
              <a:t>EventHub</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EventHub</a:t>
            </a:r>
            <a:r>
              <a:rPr lang="en-US" altLang="zh-CN" sz="1400" b="0" dirty="0">
                <a:solidFill>
                  <a:srgbClr val="0070C0"/>
                </a:solidFill>
                <a:latin typeface="微软雅黑" panose="020B0503020204020204" pitchFamily="34" charset="-122"/>
                <a:ea typeface="微软雅黑" panose="020B0503020204020204" pitchFamily="34" charset="-122"/>
              </a:rPr>
              <a:t>(void)</a:t>
            </a:r>
          </a:p>
          <a:p>
            <a:pPr algn="l"/>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mBuiltInKeyboardId</a:t>
            </a:r>
            <a:r>
              <a:rPr lang="en-US" altLang="zh-CN" sz="1400" b="0" dirty="0">
                <a:solidFill>
                  <a:srgbClr val="0070C0"/>
                </a:solidFill>
                <a:latin typeface="微软雅黑" panose="020B0503020204020204" pitchFamily="34" charset="-122"/>
                <a:ea typeface="微软雅黑" panose="020B0503020204020204" pitchFamily="34" charset="-122"/>
              </a:rPr>
              <a:t>(NO_BUILT_IN_KEYBOARD),</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mEpollFd</a:t>
            </a:r>
            <a:r>
              <a:rPr lang="en-US" altLang="zh-CN" sz="1400" b="0" dirty="0" smtClean="0">
                <a:solidFill>
                  <a:srgbClr val="0070C0"/>
                </a:solidFill>
                <a:latin typeface="微软雅黑" panose="020B0503020204020204" pitchFamily="34" charset="-122"/>
                <a:ea typeface="微软雅黑" panose="020B0503020204020204" pitchFamily="34" charset="-122"/>
              </a:rPr>
              <a:t> = </a:t>
            </a:r>
            <a:r>
              <a:rPr lang="en-US" altLang="zh-CN" sz="1400" b="0" dirty="0" err="1" smtClean="0">
                <a:solidFill>
                  <a:srgbClr val="0070C0"/>
                </a:solidFill>
                <a:latin typeface="微软雅黑" panose="020B0503020204020204" pitchFamily="34" charset="-122"/>
                <a:ea typeface="微软雅黑" panose="020B0503020204020204" pitchFamily="34" charset="-122"/>
              </a:rPr>
              <a:t>epoll_create</a:t>
            </a:r>
            <a:r>
              <a:rPr lang="en-US" altLang="zh-CN" sz="1400" b="0" dirty="0" smtClean="0">
                <a:solidFill>
                  <a:srgbClr val="0070C0"/>
                </a:solidFill>
                <a:latin typeface="微软雅黑" panose="020B0503020204020204" pitchFamily="34" charset="-122"/>
                <a:ea typeface="微软雅黑" panose="020B0503020204020204" pitchFamily="34" charset="-122"/>
              </a:rPr>
              <a:t>(EPOLL_SIZE_HINT);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创建</a:t>
            </a:r>
            <a:r>
              <a:rPr lang="en-US" altLang="zh-CN" sz="1400" b="0" dirty="0" err="1" smtClean="0">
                <a:solidFill>
                  <a:srgbClr val="FF0000"/>
                </a:solidFill>
                <a:latin typeface="微软雅黑" panose="020B0503020204020204" pitchFamily="34" charset="-122"/>
                <a:ea typeface="微软雅黑" panose="020B0503020204020204" pitchFamily="34" charset="-122"/>
              </a:rPr>
              <a:t>ionotify</a:t>
            </a:r>
            <a:r>
              <a:rPr lang="zh-CN" altLang="en-US" sz="1400" b="0" dirty="0" smtClean="0">
                <a:solidFill>
                  <a:srgbClr val="FF0000"/>
                </a:solidFill>
                <a:latin typeface="微软雅黑" panose="020B0503020204020204" pitchFamily="34" charset="-122"/>
                <a:ea typeface="微软雅黑" panose="020B0503020204020204" pitchFamily="34" charset="-122"/>
              </a:rPr>
              <a:t>监听</a:t>
            </a:r>
            <a:r>
              <a:rPr lang="en-US" altLang="zh-CN" sz="1400" b="0" dirty="0" smtClean="0">
                <a:solidFill>
                  <a:srgbClr val="FF0000"/>
                </a:solidFill>
                <a:latin typeface="微软雅黑" panose="020B0503020204020204" pitchFamily="34" charset="-122"/>
                <a:ea typeface="微软雅黑" panose="020B0503020204020204" pitchFamily="34" charset="-122"/>
              </a:rPr>
              <a:t>/dev/input</a:t>
            </a:r>
            <a:r>
              <a:rPr lang="zh-CN" altLang="en-US" sz="1400" b="0" dirty="0" smtClean="0">
                <a:solidFill>
                  <a:srgbClr val="FF0000"/>
                </a:solidFill>
                <a:latin typeface="微软雅黑" panose="020B0503020204020204" pitchFamily="34" charset="-122"/>
                <a:ea typeface="微软雅黑" panose="020B0503020204020204" pitchFamily="34" charset="-122"/>
              </a:rPr>
              <a:t>目录</a:t>
            </a:r>
            <a:endParaRPr lang="en-US" altLang="zh-CN" sz="1400" b="0" dirty="0" smtClean="0">
              <a:solidFill>
                <a:srgbClr val="FF0000"/>
              </a:solidFill>
              <a:latin typeface="微软雅黑" panose="020B0503020204020204" pitchFamily="34" charset="-122"/>
              <a:ea typeface="微软雅黑" panose="020B0503020204020204" pitchFamily="34" charset="-122"/>
            </a:endParaRP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mINotifyFd</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inotify_init</a:t>
            </a:r>
            <a:r>
              <a:rPr lang="en-US" altLang="zh-CN" sz="1400" b="0" dirty="0" smtClean="0">
                <a:solidFill>
                  <a:srgbClr val="0070C0"/>
                </a:solidFill>
                <a:latin typeface="微软雅黑" panose="020B0503020204020204" pitchFamily="34" charset="-122"/>
                <a:ea typeface="微软雅黑" panose="020B0503020204020204" pitchFamily="34" charset="-122"/>
              </a:rPr>
              <a:t>();</a:t>
            </a:r>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mInputWd</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inotify_add_watch</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mINotifyFd</a:t>
            </a:r>
            <a:r>
              <a:rPr lang="en-US" altLang="zh-CN" sz="1400" b="0" dirty="0">
                <a:solidFill>
                  <a:srgbClr val="0070C0"/>
                </a:solidFill>
                <a:latin typeface="微软雅黑" panose="020B0503020204020204" pitchFamily="34" charset="-122"/>
                <a:ea typeface="微软雅黑" panose="020B0503020204020204" pitchFamily="34" charset="-122"/>
              </a:rPr>
              <a:t>, DEVICE_PATH, IN_DELETE | IN_CREATE</a:t>
            </a:r>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zh-CN" altLang="en-US" sz="1400" b="0" dirty="0" smtClean="0">
                <a:solidFill>
                  <a:srgbClr val="FF0000"/>
                </a:solidFill>
                <a:latin typeface="微软雅黑" panose="020B0503020204020204" pitchFamily="34" charset="-122"/>
                <a:ea typeface="微软雅黑" panose="020B0503020204020204" pitchFamily="34" charset="-122"/>
              </a:rPr>
              <a:t>将</a:t>
            </a:r>
            <a:r>
              <a:rPr lang="en-US" altLang="zh-CN" sz="1400" b="0" dirty="0" err="1" smtClean="0">
                <a:solidFill>
                  <a:srgbClr val="FF0000"/>
                </a:solidFill>
                <a:latin typeface="微软雅黑" panose="020B0503020204020204" pitchFamily="34" charset="-122"/>
                <a:ea typeface="微软雅黑" panose="020B0503020204020204" pitchFamily="34" charset="-122"/>
              </a:rPr>
              <a:t>ionotify</a:t>
            </a:r>
            <a:r>
              <a:rPr lang="zh-CN" altLang="en-US" sz="1400" b="0" dirty="0" smtClean="0">
                <a:solidFill>
                  <a:srgbClr val="FF0000"/>
                </a:solidFill>
                <a:latin typeface="微软雅黑" panose="020B0503020204020204" pitchFamily="34" charset="-122"/>
                <a:ea typeface="微软雅黑" panose="020B0503020204020204" pitchFamily="34" charset="-122"/>
              </a:rPr>
              <a:t>添加到</a:t>
            </a:r>
            <a:r>
              <a:rPr lang="en-US" altLang="zh-CN" sz="1400" b="0" dirty="0" err="1" smtClean="0">
                <a:solidFill>
                  <a:srgbClr val="FF0000"/>
                </a:solidFill>
                <a:latin typeface="微软雅黑" panose="020B0503020204020204" pitchFamily="34" charset="-122"/>
                <a:ea typeface="微软雅黑" panose="020B0503020204020204" pitchFamily="34" charset="-122"/>
              </a:rPr>
              <a:t>epoll</a:t>
            </a:r>
            <a:endParaRPr lang="en-US" altLang="zh-CN" sz="1400" b="0" dirty="0">
              <a:solidFill>
                <a:srgbClr val="FF000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int</a:t>
            </a:r>
            <a:r>
              <a:rPr lang="en-US" altLang="zh-CN" sz="1400" b="0" dirty="0">
                <a:solidFill>
                  <a:srgbClr val="0070C0"/>
                </a:solidFill>
                <a:latin typeface="微软雅黑" panose="020B0503020204020204" pitchFamily="34" charset="-122"/>
                <a:ea typeface="微软雅黑" panose="020B0503020204020204" pitchFamily="34" charset="-122"/>
              </a:rPr>
              <a:t> result = </a:t>
            </a:r>
            <a:r>
              <a:rPr lang="en-US" altLang="zh-CN" sz="1400" b="0" dirty="0" err="1">
                <a:solidFill>
                  <a:srgbClr val="0070C0"/>
                </a:solidFill>
                <a:latin typeface="微软雅黑" panose="020B0503020204020204" pitchFamily="34" charset="-122"/>
                <a:ea typeface="微软雅黑" panose="020B0503020204020204" pitchFamily="34" charset="-122"/>
              </a:rPr>
              <a:t>epoll_ctl</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mEpollFd</a:t>
            </a:r>
            <a:r>
              <a:rPr lang="en-US" altLang="zh-CN" sz="1400" b="0" dirty="0">
                <a:solidFill>
                  <a:srgbClr val="0070C0"/>
                </a:solidFill>
                <a:latin typeface="微软雅黑" panose="020B0503020204020204" pitchFamily="34" charset="-122"/>
                <a:ea typeface="微软雅黑" panose="020B0503020204020204" pitchFamily="34" charset="-122"/>
              </a:rPr>
              <a:t>, EPOLL_CTL_ADD, </a:t>
            </a:r>
            <a:r>
              <a:rPr lang="en-US" altLang="zh-CN" sz="1400" b="0" dirty="0" err="1">
                <a:solidFill>
                  <a:srgbClr val="0070C0"/>
                </a:solidFill>
                <a:latin typeface="微软雅黑" panose="020B0503020204020204" pitchFamily="34" charset="-122"/>
                <a:ea typeface="微软雅黑" panose="020B0503020204020204" pitchFamily="34" charset="-122"/>
              </a:rPr>
              <a:t>mINotifyFd</a:t>
            </a:r>
            <a:r>
              <a:rPr lang="en-US" altLang="zh-CN" sz="1400" b="0" dirty="0">
                <a:solidFill>
                  <a:srgbClr val="0070C0"/>
                </a:solidFill>
                <a:latin typeface="微软雅黑" panose="020B0503020204020204" pitchFamily="34" charset="-122"/>
                <a:ea typeface="微软雅黑" panose="020B0503020204020204" pitchFamily="34" charset="-122"/>
              </a:rPr>
              <a:t>, &amp;</a:t>
            </a:r>
            <a:r>
              <a:rPr lang="en-US" altLang="zh-CN" sz="1400" b="0" dirty="0" err="1">
                <a:solidFill>
                  <a:srgbClr val="0070C0"/>
                </a:solidFill>
                <a:latin typeface="微软雅黑" panose="020B0503020204020204" pitchFamily="34" charset="-122"/>
                <a:ea typeface="微软雅黑" panose="020B0503020204020204" pitchFamily="34" charset="-122"/>
              </a:rPr>
              <a:t>eventItem</a:t>
            </a:r>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   ……</a:t>
            </a:r>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result </a:t>
            </a:r>
            <a:r>
              <a:rPr lang="en-US" altLang="zh-CN" sz="1400" b="0" dirty="0">
                <a:solidFill>
                  <a:srgbClr val="0070C0"/>
                </a:solidFill>
                <a:latin typeface="微软雅黑" panose="020B0503020204020204" pitchFamily="34" charset="-122"/>
                <a:ea typeface="微软雅黑" panose="020B0503020204020204" pitchFamily="34" charset="-122"/>
              </a:rPr>
              <a:t>= pipe(</a:t>
            </a:r>
            <a:r>
              <a:rPr lang="en-US" altLang="zh-CN" sz="1400" b="0" dirty="0" err="1">
                <a:solidFill>
                  <a:srgbClr val="0070C0"/>
                </a:solidFill>
                <a:latin typeface="微软雅黑" panose="020B0503020204020204" pitchFamily="34" charset="-122"/>
                <a:ea typeface="微软雅黑" panose="020B0503020204020204" pitchFamily="34" charset="-122"/>
              </a:rPr>
              <a:t>wakeFds</a:t>
            </a:r>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mWakeReadPipeFd</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wakeFds</a:t>
            </a:r>
            <a:r>
              <a:rPr lang="en-US" altLang="zh-CN" sz="1400" b="0" dirty="0">
                <a:solidFill>
                  <a:srgbClr val="0070C0"/>
                </a:solidFill>
                <a:latin typeface="微软雅黑" panose="020B0503020204020204" pitchFamily="34" charset="-122"/>
                <a:ea typeface="微软雅黑" panose="020B0503020204020204" pitchFamily="34" charset="-122"/>
              </a:rPr>
              <a:t>[0]; </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zh-CN" altLang="en-US" sz="1400" b="0" dirty="0" smtClean="0">
                <a:solidFill>
                  <a:srgbClr val="FF0000"/>
                </a:solidFill>
                <a:latin typeface="微软雅黑" panose="020B0503020204020204" pitchFamily="34" charset="-122"/>
                <a:ea typeface="微软雅黑" panose="020B0503020204020204" pitchFamily="34" charset="-122"/>
              </a:rPr>
              <a:t>管道</a:t>
            </a:r>
            <a:r>
              <a:rPr lang="zh-CN" altLang="en-US" sz="1400" b="0" dirty="0">
                <a:solidFill>
                  <a:srgbClr val="FF0000"/>
                </a:solidFill>
                <a:latin typeface="微软雅黑" panose="020B0503020204020204" pitchFamily="34" charset="-122"/>
                <a:ea typeface="微软雅黑" panose="020B0503020204020204" pitchFamily="34" charset="-122"/>
              </a:rPr>
              <a:t>读</a:t>
            </a:r>
            <a:r>
              <a:rPr lang="zh-CN" altLang="en-US" sz="1400" b="0" dirty="0" smtClean="0">
                <a:solidFill>
                  <a:srgbClr val="FF0000"/>
                </a:solidFill>
                <a:latin typeface="微软雅黑" panose="020B0503020204020204" pitchFamily="34" charset="-122"/>
                <a:ea typeface="微软雅黑" panose="020B0503020204020204" pitchFamily="34" charset="-122"/>
              </a:rPr>
              <a:t>端</a:t>
            </a:r>
            <a:endParaRPr lang="en-US" altLang="zh-CN" sz="1400" b="0" dirty="0" smtClean="0">
              <a:solidFill>
                <a:srgbClr val="FF0000"/>
              </a:solidFill>
              <a:latin typeface="微软雅黑" panose="020B0503020204020204" pitchFamily="34" charset="-122"/>
              <a:ea typeface="微软雅黑" panose="020B0503020204020204" pitchFamily="34" charset="-122"/>
            </a:endParaRPr>
          </a:p>
          <a:p>
            <a:pPr algn="l"/>
            <a:r>
              <a:rPr lang="zh-CN" altLang="en-US"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mWakeWritePipeFd</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wakeFds</a:t>
            </a:r>
            <a:r>
              <a:rPr lang="en-US" altLang="zh-CN" sz="1400" b="0" dirty="0">
                <a:solidFill>
                  <a:srgbClr val="0070C0"/>
                </a:solidFill>
                <a:latin typeface="微软雅黑" panose="020B0503020204020204" pitchFamily="34" charset="-122"/>
                <a:ea typeface="微软雅黑" panose="020B0503020204020204" pitchFamily="34" charset="-122"/>
              </a:rPr>
              <a:t>[1]; </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zh-CN" altLang="en-US" sz="1400" b="0" dirty="0" smtClean="0">
                <a:solidFill>
                  <a:srgbClr val="FF0000"/>
                </a:solidFill>
                <a:latin typeface="微软雅黑" panose="020B0503020204020204" pitchFamily="34" charset="-122"/>
                <a:ea typeface="微软雅黑" panose="020B0503020204020204" pitchFamily="34" charset="-122"/>
              </a:rPr>
              <a:t>管道</a:t>
            </a:r>
            <a:r>
              <a:rPr lang="zh-CN" altLang="en-US" sz="1400" b="0" dirty="0">
                <a:solidFill>
                  <a:srgbClr val="FF0000"/>
                </a:solidFill>
                <a:latin typeface="微软雅黑" panose="020B0503020204020204" pitchFamily="34" charset="-122"/>
                <a:ea typeface="微软雅黑" panose="020B0503020204020204" pitchFamily="34" charset="-122"/>
              </a:rPr>
              <a:t>写</a:t>
            </a:r>
            <a:r>
              <a:rPr lang="zh-CN" altLang="en-US" sz="1400" b="0" dirty="0" smtClean="0">
                <a:solidFill>
                  <a:srgbClr val="FF0000"/>
                </a:solidFill>
                <a:latin typeface="微软雅黑" panose="020B0503020204020204" pitchFamily="34" charset="-122"/>
                <a:ea typeface="微软雅黑" panose="020B0503020204020204" pitchFamily="34" charset="-122"/>
              </a:rPr>
              <a:t>端</a:t>
            </a:r>
            <a:endParaRPr lang="en-US" altLang="zh-CN" sz="1400" b="0" dirty="0" smtClean="0">
              <a:solidFill>
                <a:srgbClr val="FF000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zh-CN" altLang="en-US" sz="1400" b="0" dirty="0" smtClean="0">
                <a:solidFill>
                  <a:srgbClr val="FF0000"/>
                </a:solidFill>
                <a:latin typeface="微软雅黑" panose="020B0503020204020204" pitchFamily="34" charset="-122"/>
                <a:ea typeface="微软雅黑" panose="020B0503020204020204" pitchFamily="34" charset="-122"/>
              </a:rPr>
              <a:t>设置</a:t>
            </a:r>
            <a:r>
              <a:rPr lang="zh-CN" altLang="en-US" sz="1400" b="0" dirty="0">
                <a:solidFill>
                  <a:srgbClr val="FF0000"/>
                </a:solidFill>
                <a:latin typeface="微软雅黑" panose="020B0503020204020204" pitchFamily="34" charset="-122"/>
                <a:ea typeface="微软雅黑" panose="020B0503020204020204" pitchFamily="34" charset="-122"/>
              </a:rPr>
              <a:t>管道读端状态标记为非</a:t>
            </a:r>
            <a:r>
              <a:rPr lang="zh-CN" altLang="en-US" sz="1400" b="0" dirty="0" smtClean="0">
                <a:solidFill>
                  <a:srgbClr val="FF0000"/>
                </a:solidFill>
                <a:latin typeface="微软雅黑" panose="020B0503020204020204" pitchFamily="34" charset="-122"/>
                <a:ea typeface="微软雅黑" panose="020B0503020204020204" pitchFamily="34" charset="-122"/>
              </a:rPr>
              <a:t>阻塞</a:t>
            </a:r>
            <a:endParaRPr lang="en-US" altLang="zh-CN" sz="1400" b="0" dirty="0" smtClean="0">
              <a:solidFill>
                <a:srgbClr val="FF0000"/>
              </a:solidFill>
              <a:latin typeface="微软雅黑" panose="020B0503020204020204" pitchFamily="34" charset="-122"/>
              <a:ea typeface="微软雅黑" panose="020B0503020204020204" pitchFamily="34" charset="-122"/>
            </a:endParaRPr>
          </a:p>
          <a:p>
            <a:pPr algn="l"/>
            <a:r>
              <a:rPr lang="zh-CN" altLang="en-US"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0070C0"/>
                </a:solidFill>
                <a:latin typeface="微软雅黑" panose="020B0503020204020204" pitchFamily="34" charset="-122"/>
                <a:ea typeface="微软雅黑" panose="020B0503020204020204" pitchFamily="34" charset="-122"/>
              </a:rPr>
              <a:t>result = </a:t>
            </a:r>
            <a:r>
              <a:rPr lang="en-US" altLang="zh-CN" sz="1400" b="0" dirty="0" err="1">
                <a:solidFill>
                  <a:srgbClr val="0070C0"/>
                </a:solidFill>
                <a:latin typeface="微软雅黑" panose="020B0503020204020204" pitchFamily="34" charset="-122"/>
                <a:ea typeface="微软雅黑" panose="020B0503020204020204" pitchFamily="34" charset="-122"/>
              </a:rPr>
              <a:t>fcntl</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mWakeReadPipeFd</a:t>
            </a:r>
            <a:r>
              <a:rPr lang="en-US" altLang="zh-CN" sz="1400" b="0" dirty="0">
                <a:solidFill>
                  <a:srgbClr val="0070C0"/>
                </a:solidFill>
                <a:latin typeface="微软雅黑" panose="020B0503020204020204" pitchFamily="34" charset="-122"/>
                <a:ea typeface="微软雅黑" panose="020B0503020204020204" pitchFamily="34" charset="-122"/>
              </a:rPr>
              <a:t>, F_SETFL, O_NONBLOCK</a:t>
            </a:r>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zh-CN" altLang="en-US" sz="1400" b="0" dirty="0" smtClean="0">
                <a:solidFill>
                  <a:srgbClr val="FF0000"/>
                </a:solidFill>
                <a:latin typeface="微软雅黑" panose="020B0503020204020204" pitchFamily="34" charset="-122"/>
                <a:ea typeface="微软雅黑" panose="020B0503020204020204" pitchFamily="34" charset="-122"/>
              </a:rPr>
              <a:t>设置</a:t>
            </a:r>
            <a:r>
              <a:rPr lang="zh-CN" altLang="en-US" sz="1400" b="0" dirty="0">
                <a:solidFill>
                  <a:srgbClr val="FF0000"/>
                </a:solidFill>
                <a:latin typeface="微软雅黑" panose="020B0503020204020204" pitchFamily="34" charset="-122"/>
                <a:ea typeface="微软雅黑" panose="020B0503020204020204" pitchFamily="34" charset="-122"/>
              </a:rPr>
              <a:t>管道写端状态标记为非</a:t>
            </a:r>
            <a:r>
              <a:rPr lang="zh-CN" altLang="en-US" sz="1400" b="0" dirty="0" smtClean="0">
                <a:solidFill>
                  <a:srgbClr val="FF0000"/>
                </a:solidFill>
                <a:latin typeface="微软雅黑" panose="020B0503020204020204" pitchFamily="34" charset="-122"/>
                <a:ea typeface="微软雅黑" panose="020B0503020204020204" pitchFamily="34" charset="-122"/>
              </a:rPr>
              <a:t>阻塞</a:t>
            </a:r>
            <a:endParaRPr lang="en-US" altLang="zh-CN" sz="1400" b="0" dirty="0" smtClean="0">
              <a:solidFill>
                <a:srgbClr val="FF0000"/>
              </a:solidFill>
              <a:latin typeface="微软雅黑" panose="020B0503020204020204" pitchFamily="34" charset="-122"/>
              <a:ea typeface="微软雅黑" panose="020B0503020204020204" pitchFamily="34" charset="-122"/>
            </a:endParaRPr>
          </a:p>
          <a:p>
            <a:pPr algn="l"/>
            <a:r>
              <a:rPr lang="zh-CN" altLang="en-US"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0070C0"/>
                </a:solidFill>
                <a:latin typeface="微软雅黑" panose="020B0503020204020204" pitchFamily="34" charset="-122"/>
                <a:ea typeface="微软雅黑" panose="020B0503020204020204" pitchFamily="34" charset="-122"/>
              </a:rPr>
              <a:t>result = </a:t>
            </a:r>
            <a:r>
              <a:rPr lang="en-US" altLang="zh-CN" sz="1400" b="0" dirty="0" err="1">
                <a:solidFill>
                  <a:srgbClr val="0070C0"/>
                </a:solidFill>
                <a:latin typeface="微软雅黑" panose="020B0503020204020204" pitchFamily="34" charset="-122"/>
                <a:ea typeface="微软雅黑" panose="020B0503020204020204" pitchFamily="34" charset="-122"/>
              </a:rPr>
              <a:t>fcntl</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mWakeWritePipeFd</a:t>
            </a:r>
            <a:r>
              <a:rPr lang="en-US" altLang="zh-CN" sz="1400" b="0" dirty="0">
                <a:solidFill>
                  <a:srgbClr val="0070C0"/>
                </a:solidFill>
                <a:latin typeface="微软雅黑" panose="020B0503020204020204" pitchFamily="34" charset="-122"/>
                <a:ea typeface="微软雅黑" panose="020B0503020204020204" pitchFamily="34" charset="-122"/>
              </a:rPr>
              <a:t>, F_SETFL, O_NONBLOCK); </a:t>
            </a:r>
            <a:endParaRPr lang="en-US" altLang="zh-CN" sz="1400" b="0" dirty="0" smtClean="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将</a:t>
            </a:r>
            <a:r>
              <a:rPr lang="zh-CN" altLang="en-US" sz="1400" b="0" dirty="0" smtClean="0">
                <a:solidFill>
                  <a:srgbClr val="FF0000"/>
                </a:solidFill>
                <a:latin typeface="微软雅黑" panose="020B0503020204020204" pitchFamily="34" charset="-122"/>
                <a:ea typeface="微软雅黑" panose="020B0503020204020204" pitchFamily="34" charset="-122"/>
              </a:rPr>
              <a:t>管道</a:t>
            </a:r>
            <a:r>
              <a:rPr lang="zh-CN" altLang="en-US" sz="1400" b="0" dirty="0">
                <a:solidFill>
                  <a:srgbClr val="FF0000"/>
                </a:solidFill>
                <a:latin typeface="微软雅黑" panose="020B0503020204020204" pitchFamily="34" charset="-122"/>
                <a:ea typeface="微软雅黑" panose="020B0503020204020204" pitchFamily="34" charset="-122"/>
              </a:rPr>
              <a:t>的读端加入到</a:t>
            </a:r>
            <a:r>
              <a:rPr lang="en-US" altLang="zh-CN" sz="1400" b="0" dirty="0" err="1">
                <a:solidFill>
                  <a:srgbClr val="FF0000"/>
                </a:solidFill>
                <a:latin typeface="微软雅黑" panose="020B0503020204020204" pitchFamily="34" charset="-122"/>
                <a:ea typeface="微软雅黑" panose="020B0503020204020204" pitchFamily="34" charset="-122"/>
              </a:rPr>
              <a:t>epoll</a:t>
            </a:r>
            <a:r>
              <a:rPr lang="zh-CN" altLang="en-US" sz="1400" b="0" dirty="0">
                <a:solidFill>
                  <a:srgbClr val="FF0000"/>
                </a:solidFill>
                <a:latin typeface="微软雅黑" panose="020B0503020204020204" pitchFamily="34" charset="-122"/>
                <a:ea typeface="微软雅黑" panose="020B0503020204020204" pitchFamily="34" charset="-122"/>
              </a:rPr>
              <a:t>中，当管道缓冲区数据可读时提醒我们进行数据</a:t>
            </a:r>
            <a:r>
              <a:rPr lang="zh-CN" altLang="en-US" sz="1400" b="0" dirty="0" smtClean="0">
                <a:solidFill>
                  <a:srgbClr val="FF0000"/>
                </a:solidFill>
                <a:latin typeface="微软雅黑" panose="020B0503020204020204" pitchFamily="34" charset="-122"/>
                <a:ea typeface="微软雅黑" panose="020B0503020204020204" pitchFamily="34" charset="-122"/>
              </a:rPr>
              <a:t>读取</a:t>
            </a:r>
            <a:endParaRPr lang="en-US" altLang="zh-CN" sz="1400" b="0" dirty="0" smtClean="0">
              <a:solidFill>
                <a:srgbClr val="FF0000"/>
              </a:solidFill>
              <a:latin typeface="微软雅黑" panose="020B0503020204020204" pitchFamily="34" charset="-122"/>
              <a:ea typeface="微软雅黑" panose="020B0503020204020204" pitchFamily="34" charset="-122"/>
            </a:endParaRPr>
          </a:p>
          <a:p>
            <a:pPr algn="l"/>
            <a:r>
              <a:rPr lang="zh-CN" altLang="en-US"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0070C0"/>
                </a:solidFill>
                <a:latin typeface="微软雅黑" panose="020B0503020204020204" pitchFamily="34" charset="-122"/>
                <a:ea typeface="微软雅黑" panose="020B0503020204020204" pitchFamily="34" charset="-122"/>
              </a:rPr>
              <a:t>result = </a:t>
            </a:r>
            <a:r>
              <a:rPr lang="en-US" altLang="zh-CN" sz="1400" b="0" dirty="0" err="1">
                <a:solidFill>
                  <a:srgbClr val="0070C0"/>
                </a:solidFill>
                <a:latin typeface="微软雅黑" panose="020B0503020204020204" pitchFamily="34" charset="-122"/>
                <a:ea typeface="微软雅黑" panose="020B0503020204020204" pitchFamily="34" charset="-122"/>
              </a:rPr>
              <a:t>epoll_ctl</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mEpollFd</a:t>
            </a:r>
            <a:r>
              <a:rPr lang="en-US" altLang="zh-CN" sz="1400" b="0" dirty="0">
                <a:solidFill>
                  <a:srgbClr val="0070C0"/>
                </a:solidFill>
                <a:latin typeface="微软雅黑" panose="020B0503020204020204" pitchFamily="34" charset="-122"/>
                <a:ea typeface="微软雅黑" panose="020B0503020204020204" pitchFamily="34" charset="-122"/>
              </a:rPr>
              <a:t>, EPOLL_CTL_ADD, </a:t>
            </a:r>
            <a:r>
              <a:rPr lang="en-US" altLang="zh-CN" sz="1400" b="0" dirty="0" err="1">
                <a:solidFill>
                  <a:srgbClr val="0070C0"/>
                </a:solidFill>
                <a:latin typeface="微软雅黑" panose="020B0503020204020204" pitchFamily="34" charset="-122"/>
                <a:ea typeface="微软雅黑" panose="020B0503020204020204" pitchFamily="34" charset="-122"/>
              </a:rPr>
              <a:t>mWakeReadPipeFd</a:t>
            </a:r>
            <a:r>
              <a:rPr lang="en-US" altLang="zh-CN" sz="1400" b="0" dirty="0">
                <a:solidFill>
                  <a:srgbClr val="0070C0"/>
                </a:solidFill>
                <a:latin typeface="微软雅黑" panose="020B0503020204020204" pitchFamily="34" charset="-122"/>
                <a:ea typeface="微软雅黑" panose="020B0503020204020204" pitchFamily="34" charset="-122"/>
              </a:rPr>
              <a:t>, &amp;</a:t>
            </a:r>
            <a:r>
              <a:rPr lang="en-US" altLang="zh-CN" sz="1400" b="0" dirty="0" err="1">
                <a:solidFill>
                  <a:srgbClr val="0070C0"/>
                </a:solidFill>
                <a:latin typeface="微软雅黑" panose="020B0503020204020204" pitchFamily="34" charset="-122"/>
                <a:ea typeface="微软雅黑" panose="020B0503020204020204" pitchFamily="34" charset="-122"/>
              </a:rPr>
              <a:t>eventItem</a:t>
            </a:r>
            <a:r>
              <a:rPr lang="en-US" altLang="zh-CN" sz="1400" b="0" dirty="0" smtClean="0">
                <a:solidFill>
                  <a:srgbClr val="0070C0"/>
                </a:solidFill>
                <a:latin typeface="微软雅黑" panose="020B0503020204020204" pitchFamily="34" charset="-122"/>
                <a:ea typeface="微软雅黑" panose="020B0503020204020204" pitchFamily="34" charset="-122"/>
              </a:rPr>
              <a:t>);</a:t>
            </a:r>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99160237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err="1">
                <a:latin typeface="微软雅黑" panose="020B0503020204020204" pitchFamily="34" charset="-122"/>
                <a:ea typeface="微软雅黑" panose="020B0503020204020204" pitchFamily="34" charset="-122"/>
              </a:rPr>
              <a:t>EventHub</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5724644"/>
          </a:xfrm>
          <a:prstGeom prst="rect">
            <a:avLst/>
          </a:prstGeom>
          <a:noFill/>
        </p:spPr>
        <p:txBody>
          <a:bodyPr wrap="square" rtlCol="0">
            <a:spAutoFit/>
          </a:bodyPr>
          <a:lstStyle/>
          <a:p>
            <a:pPr algn="l"/>
            <a:r>
              <a:rPr lang="en-US" altLang="zh-CN" sz="1600" b="0" dirty="0" err="1" smtClean="0">
                <a:latin typeface="微软雅黑" panose="020B0503020204020204" pitchFamily="34" charset="-122"/>
                <a:ea typeface="微软雅黑" panose="020B0503020204020204" pitchFamily="34" charset="-122"/>
              </a:rPr>
              <a:t>EventHub</a:t>
            </a:r>
            <a:r>
              <a:rPr lang="zh-CN" altLang="en-US" sz="1600" b="0" dirty="0" smtClean="0">
                <a:latin typeface="微软雅黑" panose="020B0503020204020204" pitchFamily="34" charset="-122"/>
                <a:ea typeface="微软雅黑" panose="020B0503020204020204" pitchFamily="34" charset="-122"/>
              </a:rPr>
              <a:t>的核心函数是</a:t>
            </a:r>
            <a:r>
              <a:rPr lang="en-US" altLang="zh-CN" sz="1600" b="0" dirty="0" err="1" smtClean="0">
                <a:latin typeface="微软雅黑" panose="020B0503020204020204" pitchFamily="34" charset="-122"/>
                <a:ea typeface="微软雅黑" panose="020B0503020204020204" pitchFamily="34" charset="-122"/>
              </a:rPr>
              <a:t>getEvents</a:t>
            </a:r>
            <a:r>
              <a:rPr lang="zh-CN" altLang="en-US" sz="1600" b="0" dirty="0" smtClean="0">
                <a:latin typeface="微软雅黑" panose="020B0503020204020204" pitchFamily="34" charset="-122"/>
                <a:ea typeface="微软雅黑" panose="020B0503020204020204" pitchFamily="34" charset="-122"/>
              </a:rPr>
              <a:t>，可以简单看一下里面的内容：</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400" b="0" dirty="0" err="1">
                <a:solidFill>
                  <a:srgbClr val="0070C0"/>
                </a:solidFill>
                <a:latin typeface="微软雅黑" panose="020B0503020204020204" pitchFamily="34" charset="-122"/>
                <a:ea typeface="微软雅黑" panose="020B0503020204020204" pitchFamily="34" charset="-122"/>
              </a:rPr>
              <a:t>size_t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EventHub</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getEvents</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int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timeoutMillis</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RawEvent</a:t>
            </a:r>
            <a:r>
              <a:rPr lang="en-US" altLang="zh-CN" sz="1400" b="0" dirty="0">
                <a:solidFill>
                  <a:srgbClr val="0070C0"/>
                </a:solidFill>
                <a:latin typeface="微软雅黑" panose="020B0503020204020204" pitchFamily="34" charset="-122"/>
                <a:ea typeface="微软雅黑" panose="020B0503020204020204" pitchFamily="34" charset="-122"/>
              </a:rPr>
              <a:t>* buffer, </a:t>
            </a:r>
            <a:r>
              <a:rPr lang="en-US" altLang="zh-CN" sz="1400" b="0" dirty="0" err="1">
                <a:solidFill>
                  <a:srgbClr val="0070C0"/>
                </a:solidFill>
                <a:latin typeface="微软雅黑" panose="020B0503020204020204" pitchFamily="34" charset="-122"/>
                <a:ea typeface="微软雅黑" panose="020B0503020204020204" pitchFamily="34" charset="-122"/>
              </a:rPr>
              <a:t>size_t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bufferSize</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RawEvent</a:t>
            </a:r>
            <a:r>
              <a:rPr lang="en-US" altLang="zh-CN" sz="1400" b="0" dirty="0">
                <a:solidFill>
                  <a:srgbClr val="0070C0"/>
                </a:solidFill>
                <a:latin typeface="微软雅黑" panose="020B0503020204020204" pitchFamily="34" charset="-122"/>
                <a:ea typeface="微软雅黑" panose="020B0503020204020204" pitchFamily="34" charset="-122"/>
              </a:rPr>
              <a:t>* event = buffer;</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for (;;)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if (</a:t>
            </a:r>
            <a:r>
              <a:rPr lang="en-US" altLang="zh-CN" sz="1400" b="0" dirty="0" err="1">
                <a:solidFill>
                  <a:srgbClr val="0070C0"/>
                </a:solidFill>
                <a:latin typeface="微软雅黑" panose="020B0503020204020204" pitchFamily="34" charset="-122"/>
                <a:ea typeface="微软雅黑" panose="020B0503020204020204" pitchFamily="34" charset="-122"/>
              </a:rPr>
              <a:t>mNeedToScanDevices</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mNeedToScanDevices</a:t>
            </a:r>
            <a:r>
              <a:rPr lang="en-US" altLang="zh-CN" sz="1400" b="0" dirty="0">
                <a:solidFill>
                  <a:srgbClr val="0070C0"/>
                </a:solidFill>
                <a:latin typeface="微软雅黑" panose="020B0503020204020204" pitchFamily="34" charset="-122"/>
                <a:ea typeface="微软雅黑" panose="020B0503020204020204" pitchFamily="34" charset="-122"/>
              </a:rPr>
              <a:t> = false;</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scanDevicesLocked</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zh-CN" altLang="en-US" sz="1400" b="0" dirty="0" smtClean="0">
                <a:solidFill>
                  <a:srgbClr val="FF0000"/>
                </a:solidFill>
                <a:latin typeface="微软雅黑" panose="020B0503020204020204" pitchFamily="34" charset="-122"/>
                <a:ea typeface="微软雅黑" panose="020B0503020204020204" pitchFamily="34" charset="-122"/>
              </a:rPr>
              <a:t>扫描设备目录</a:t>
            </a:r>
            <a:endParaRPr lang="en-US" altLang="zh-CN" sz="1400" b="0" dirty="0">
              <a:solidFill>
                <a:srgbClr val="FF000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mNeedToSendFinishedDeviceScan</a:t>
            </a:r>
            <a:r>
              <a:rPr lang="en-US" altLang="zh-CN" sz="1400" b="0" dirty="0">
                <a:solidFill>
                  <a:srgbClr val="0070C0"/>
                </a:solidFill>
                <a:latin typeface="微软雅黑" panose="020B0503020204020204" pitchFamily="34" charset="-122"/>
                <a:ea typeface="微软雅黑" panose="020B0503020204020204" pitchFamily="34" charset="-122"/>
              </a:rPr>
              <a:t> = true;</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while (</a:t>
            </a:r>
            <a:r>
              <a:rPr lang="en-US" altLang="zh-CN" sz="1400" b="0" dirty="0" err="1">
                <a:solidFill>
                  <a:srgbClr val="0070C0"/>
                </a:solidFill>
                <a:latin typeface="微软雅黑" panose="020B0503020204020204" pitchFamily="34" charset="-122"/>
                <a:ea typeface="微软雅黑" panose="020B0503020204020204" pitchFamily="34" charset="-122"/>
              </a:rPr>
              <a:t>mOpeningDevices</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nullptr</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zh-CN" altLang="en-US" sz="1400" b="0" dirty="0" smtClean="0">
                <a:solidFill>
                  <a:srgbClr val="FF0000"/>
                </a:solidFill>
                <a:latin typeface="微软雅黑" panose="020B0503020204020204" pitchFamily="34" charset="-122"/>
                <a:ea typeface="微软雅黑" panose="020B0503020204020204" pitchFamily="34" charset="-122"/>
              </a:rPr>
              <a:t>有新设备，填充</a:t>
            </a:r>
            <a:r>
              <a:rPr lang="en-US" altLang="zh-CN" sz="1400" b="0" dirty="0" err="1" smtClean="0">
                <a:solidFill>
                  <a:srgbClr val="FF0000"/>
                </a:solidFill>
                <a:latin typeface="微软雅黑" panose="020B0503020204020204" pitchFamily="34" charset="-122"/>
                <a:ea typeface="微软雅黑" panose="020B0503020204020204" pitchFamily="34" charset="-122"/>
              </a:rPr>
              <a:t>RawEvent</a:t>
            </a:r>
            <a:r>
              <a:rPr lang="zh-CN" altLang="en-US" sz="1400" b="0" dirty="0" smtClean="0">
                <a:solidFill>
                  <a:srgbClr val="FF0000"/>
                </a:solidFill>
                <a:latin typeface="微软雅黑" panose="020B0503020204020204" pitchFamily="34" charset="-122"/>
                <a:ea typeface="微软雅黑" panose="020B0503020204020204" pitchFamily="34" charset="-122"/>
              </a:rPr>
              <a:t>数据</a:t>
            </a:r>
            <a:endParaRPr lang="en-US" altLang="zh-CN" sz="1400" b="0" dirty="0">
              <a:solidFill>
                <a:srgbClr val="FF000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Device* device = </a:t>
            </a:r>
            <a:r>
              <a:rPr lang="en-US" altLang="zh-CN" sz="1400" b="0" dirty="0" err="1">
                <a:solidFill>
                  <a:srgbClr val="0070C0"/>
                </a:solidFill>
                <a:latin typeface="微软雅黑" panose="020B0503020204020204" pitchFamily="34" charset="-122"/>
                <a:ea typeface="微软雅黑" panose="020B0503020204020204" pitchFamily="34" charset="-122"/>
              </a:rPr>
              <a:t>mOpeningDevices</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ALOGV("Reporting device opened: id=%d, name=%s\n", device-&gt;id, device-&gt;</a:t>
            </a:r>
            <a:r>
              <a:rPr lang="en-US" altLang="zh-CN" sz="1400" b="0" dirty="0" err="1">
                <a:solidFill>
                  <a:srgbClr val="0070C0"/>
                </a:solidFill>
                <a:latin typeface="微软雅黑" panose="020B0503020204020204" pitchFamily="34" charset="-122"/>
                <a:ea typeface="微软雅黑" panose="020B0503020204020204" pitchFamily="34" charset="-122"/>
              </a:rPr>
              <a:t>path.c_str</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mOpeningDevices</a:t>
            </a:r>
            <a:r>
              <a:rPr lang="en-US" altLang="zh-CN" sz="1400" b="0" dirty="0">
                <a:solidFill>
                  <a:srgbClr val="0070C0"/>
                </a:solidFill>
                <a:latin typeface="微软雅黑" panose="020B0503020204020204" pitchFamily="34" charset="-122"/>
                <a:ea typeface="微软雅黑" panose="020B0503020204020204" pitchFamily="34" charset="-122"/>
              </a:rPr>
              <a:t> = device-&gt;next;</a:t>
            </a:r>
          </a:p>
          <a:p>
            <a:pPr algn="l"/>
            <a:r>
              <a:rPr lang="en-US" altLang="zh-CN" sz="1400" b="0" dirty="0">
                <a:solidFill>
                  <a:srgbClr val="0070C0"/>
                </a:solidFill>
                <a:latin typeface="微软雅黑" panose="020B0503020204020204" pitchFamily="34" charset="-122"/>
                <a:ea typeface="微软雅黑" panose="020B0503020204020204" pitchFamily="34" charset="-122"/>
              </a:rPr>
              <a:t>            event-&gt;when = now;</a:t>
            </a:r>
          </a:p>
          <a:p>
            <a:pPr algn="l"/>
            <a:r>
              <a:rPr lang="en-US" altLang="zh-CN" sz="1400" b="0" dirty="0">
                <a:solidFill>
                  <a:srgbClr val="0070C0"/>
                </a:solidFill>
                <a:latin typeface="微软雅黑" panose="020B0503020204020204" pitchFamily="34" charset="-122"/>
                <a:ea typeface="微软雅黑" panose="020B0503020204020204" pitchFamily="34" charset="-122"/>
              </a:rPr>
              <a:t>            event-&gt;</a:t>
            </a:r>
            <a:r>
              <a:rPr lang="en-US" altLang="zh-CN" sz="1400" b="0" dirty="0" err="1">
                <a:solidFill>
                  <a:srgbClr val="0070C0"/>
                </a:solidFill>
                <a:latin typeface="微软雅黑" panose="020B0503020204020204" pitchFamily="34" charset="-122"/>
                <a:ea typeface="微软雅黑" panose="020B0503020204020204" pitchFamily="34" charset="-122"/>
              </a:rPr>
              <a:t>deviceId</a:t>
            </a:r>
            <a:r>
              <a:rPr lang="en-US" altLang="zh-CN" sz="1400" b="0" dirty="0">
                <a:solidFill>
                  <a:srgbClr val="0070C0"/>
                </a:solidFill>
                <a:latin typeface="微软雅黑" panose="020B0503020204020204" pitchFamily="34" charset="-122"/>
                <a:ea typeface="微软雅黑" panose="020B0503020204020204" pitchFamily="34" charset="-122"/>
              </a:rPr>
              <a:t> = device-&gt;id == </a:t>
            </a:r>
            <a:r>
              <a:rPr lang="en-US" altLang="zh-CN" sz="1400" b="0" dirty="0" err="1">
                <a:solidFill>
                  <a:srgbClr val="0070C0"/>
                </a:solidFill>
                <a:latin typeface="微软雅黑" panose="020B0503020204020204" pitchFamily="34" charset="-122"/>
                <a:ea typeface="微软雅黑" panose="020B0503020204020204" pitchFamily="34" charset="-122"/>
              </a:rPr>
              <a:t>mBuiltInKeyboardId</a:t>
            </a:r>
            <a:r>
              <a:rPr lang="en-US" altLang="zh-CN" sz="1400" b="0" dirty="0">
                <a:solidFill>
                  <a:srgbClr val="0070C0"/>
                </a:solidFill>
                <a:latin typeface="微软雅黑" panose="020B0503020204020204" pitchFamily="34" charset="-122"/>
                <a:ea typeface="微软雅黑" panose="020B0503020204020204" pitchFamily="34" charset="-122"/>
              </a:rPr>
              <a:t> ? 0 : device-&gt;id;</a:t>
            </a:r>
          </a:p>
          <a:p>
            <a:pPr algn="l"/>
            <a:r>
              <a:rPr lang="en-US" altLang="zh-CN" sz="1400" b="0" dirty="0">
                <a:solidFill>
                  <a:srgbClr val="0070C0"/>
                </a:solidFill>
                <a:latin typeface="微软雅黑" panose="020B0503020204020204" pitchFamily="34" charset="-122"/>
                <a:ea typeface="微软雅黑" panose="020B0503020204020204" pitchFamily="34" charset="-122"/>
              </a:rPr>
              <a:t>            event-&gt;type = DEVICE_ADDED;</a:t>
            </a:r>
          </a:p>
          <a:p>
            <a:pPr algn="l"/>
            <a:r>
              <a:rPr lang="en-US" altLang="zh-CN" sz="1400" b="0" dirty="0">
                <a:solidFill>
                  <a:srgbClr val="0070C0"/>
                </a:solidFill>
                <a:latin typeface="微软雅黑" panose="020B0503020204020204" pitchFamily="34" charset="-122"/>
                <a:ea typeface="微软雅黑" panose="020B0503020204020204" pitchFamily="34" charset="-122"/>
              </a:rPr>
              <a:t>            event += 1;</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mNeedToSendFinishedDeviceScan</a:t>
            </a:r>
            <a:r>
              <a:rPr lang="en-US" altLang="zh-CN" sz="1400" b="0" dirty="0">
                <a:solidFill>
                  <a:srgbClr val="0070C0"/>
                </a:solidFill>
                <a:latin typeface="微软雅黑" panose="020B0503020204020204" pitchFamily="34" charset="-122"/>
                <a:ea typeface="微软雅黑" panose="020B0503020204020204" pitchFamily="34" charset="-122"/>
              </a:rPr>
              <a:t> = true;</a:t>
            </a:r>
          </a:p>
          <a:p>
            <a:pPr algn="l"/>
            <a:r>
              <a:rPr lang="en-US" altLang="zh-CN" sz="1400" b="0" dirty="0">
                <a:solidFill>
                  <a:srgbClr val="0070C0"/>
                </a:solidFill>
                <a:latin typeface="微软雅黑" panose="020B0503020204020204" pitchFamily="34" charset="-122"/>
                <a:ea typeface="微软雅黑" panose="020B0503020204020204" pitchFamily="34" charset="-122"/>
              </a:rPr>
              <a:t>            if (--capacity == 0) {</a:t>
            </a:r>
          </a:p>
          <a:p>
            <a:pPr algn="l"/>
            <a:r>
              <a:rPr lang="en-US" altLang="zh-CN" sz="1400" b="0" dirty="0">
                <a:solidFill>
                  <a:srgbClr val="0070C0"/>
                </a:solidFill>
                <a:latin typeface="微软雅黑" panose="020B0503020204020204" pitchFamily="34" charset="-122"/>
                <a:ea typeface="微软雅黑" panose="020B0503020204020204" pitchFamily="34" charset="-122"/>
              </a:rPr>
              <a:t>                break;</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       ……..</a:t>
            </a:r>
            <a:endParaRPr lang="en-US" altLang="zh-CN" sz="1400" b="0"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8035622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err="1">
                <a:latin typeface="微软雅黑" panose="020B0503020204020204" pitchFamily="34" charset="-122"/>
                <a:ea typeface="微软雅黑" panose="020B0503020204020204" pitchFamily="34" charset="-122"/>
              </a:rPr>
              <a:t>EventHub</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5693866"/>
          </a:xfrm>
          <a:prstGeom prst="rect">
            <a:avLst/>
          </a:prstGeom>
          <a:noFill/>
        </p:spPr>
        <p:txBody>
          <a:bodyPr wrap="square" rtlCol="0">
            <a:spAutoFit/>
          </a:bodyPr>
          <a:lstStyle/>
          <a:p>
            <a:pPr algn="l"/>
            <a:r>
              <a:rPr lang="en-US" altLang="zh-CN" sz="1400" b="0" dirty="0" smtClean="0">
                <a:solidFill>
                  <a:srgbClr val="0070C0"/>
                </a:solidFill>
                <a:latin typeface="微软雅黑" panose="020B0503020204020204" pitchFamily="34" charset="-122"/>
                <a:ea typeface="微软雅黑" panose="020B0503020204020204" pitchFamily="34" charset="-122"/>
              </a:rPr>
              <a:t>        // Grab the next input event.</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bool </a:t>
            </a:r>
            <a:r>
              <a:rPr lang="en-US" altLang="zh-CN" sz="1400" b="0" dirty="0" err="1" smtClean="0">
                <a:solidFill>
                  <a:srgbClr val="0070C0"/>
                </a:solidFill>
                <a:latin typeface="微软雅黑" panose="020B0503020204020204" pitchFamily="34" charset="-122"/>
                <a:ea typeface="微软雅黑" panose="020B0503020204020204" pitchFamily="34" charset="-122"/>
              </a:rPr>
              <a:t>deviceChanged</a:t>
            </a:r>
            <a:r>
              <a:rPr lang="en-US" altLang="zh-CN" sz="1400" b="0" dirty="0" smtClean="0">
                <a:solidFill>
                  <a:srgbClr val="0070C0"/>
                </a:solidFill>
                <a:latin typeface="微软雅黑" panose="020B0503020204020204" pitchFamily="34" charset="-122"/>
                <a:ea typeface="微软雅黑" panose="020B0503020204020204" pitchFamily="34" charset="-122"/>
              </a:rPr>
              <a:t> = false;</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en-US" altLang="zh-CN" sz="1400" b="0" dirty="0">
                <a:solidFill>
                  <a:srgbClr val="FF0000"/>
                </a:solidFill>
                <a:latin typeface="微软雅黑" panose="020B0503020204020204" pitchFamily="34" charset="-122"/>
                <a:ea typeface="微软雅黑" panose="020B0503020204020204" pitchFamily="34" charset="-122"/>
              </a:rPr>
              <a:t>while</a:t>
            </a:r>
            <a:r>
              <a:rPr lang="zh-CN" altLang="en-US" sz="1400" b="0" dirty="0">
                <a:solidFill>
                  <a:srgbClr val="FF0000"/>
                </a:solidFill>
                <a:latin typeface="微软雅黑" panose="020B0503020204020204" pitchFamily="34" charset="-122"/>
                <a:ea typeface="微软雅黑" panose="020B0503020204020204" pitchFamily="34" charset="-122"/>
              </a:rPr>
              <a:t>循环中对没有处理的事件进行处理，</a:t>
            </a:r>
            <a:r>
              <a:rPr lang="en-US" altLang="zh-CN" sz="1400" b="0" dirty="0" err="1">
                <a:solidFill>
                  <a:srgbClr val="FF0000"/>
                </a:solidFill>
                <a:latin typeface="微软雅黑" panose="020B0503020204020204" pitchFamily="34" charset="-122"/>
                <a:ea typeface="微软雅黑" panose="020B0503020204020204" pitchFamily="34" charset="-122"/>
              </a:rPr>
              <a:t>mPendingEventCount</a:t>
            </a:r>
            <a:r>
              <a:rPr lang="zh-CN" altLang="en-US" sz="1400" b="0" dirty="0">
                <a:solidFill>
                  <a:srgbClr val="FF0000"/>
                </a:solidFill>
                <a:latin typeface="微软雅黑" panose="020B0503020204020204" pitchFamily="34" charset="-122"/>
                <a:ea typeface="微软雅黑" panose="020B0503020204020204" pitchFamily="34" charset="-122"/>
              </a:rPr>
              <a:t>为需要处理的事件的数量，</a:t>
            </a:r>
            <a:r>
              <a:rPr lang="en-US" altLang="zh-CN" sz="1400" b="0" dirty="0" err="1">
                <a:solidFill>
                  <a:srgbClr val="FF0000"/>
                </a:solidFill>
                <a:latin typeface="微软雅黑" panose="020B0503020204020204" pitchFamily="34" charset="-122"/>
                <a:ea typeface="微软雅黑" panose="020B0503020204020204" pitchFamily="34" charset="-122"/>
              </a:rPr>
              <a:t>mPendingEventIndex</a:t>
            </a:r>
            <a:r>
              <a:rPr lang="en-US" altLang="zh-CN" sz="1400" b="0" dirty="0">
                <a:solidFill>
                  <a:srgbClr val="FF0000"/>
                </a:solidFill>
                <a:latin typeface="微软雅黑" panose="020B0503020204020204" pitchFamily="34" charset="-122"/>
                <a:ea typeface="微软雅黑" panose="020B0503020204020204" pitchFamily="34" charset="-122"/>
              </a:rPr>
              <a:t> </a:t>
            </a:r>
            <a:r>
              <a:rPr lang="zh-CN" altLang="en-US" sz="1400" b="0" dirty="0">
                <a:solidFill>
                  <a:srgbClr val="FF0000"/>
                </a:solidFill>
                <a:latin typeface="微软雅黑" panose="020B0503020204020204" pitchFamily="34" charset="-122"/>
                <a:ea typeface="微软雅黑" panose="020B0503020204020204" pitchFamily="34" charset="-122"/>
              </a:rPr>
              <a:t>为当前事件的索引</a:t>
            </a:r>
            <a:endParaRPr lang="en-US" altLang="zh-CN" sz="1400" b="0" dirty="0">
              <a:solidFill>
                <a:srgbClr val="FF0000"/>
              </a:solidFill>
              <a:latin typeface="微软雅黑" panose="020B0503020204020204" pitchFamily="34" charset="-122"/>
              <a:ea typeface="微软雅黑" panose="020B0503020204020204" pitchFamily="34" charset="-122"/>
            </a:endParaRP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0070C0"/>
                </a:solidFill>
                <a:latin typeface="微软雅黑" panose="020B0503020204020204" pitchFamily="34" charset="-122"/>
                <a:ea typeface="微软雅黑" panose="020B0503020204020204" pitchFamily="34" charset="-122"/>
              </a:rPr>
              <a:t>while (</a:t>
            </a:r>
            <a:r>
              <a:rPr lang="en-US" altLang="zh-CN" sz="1400" b="0" dirty="0" err="1">
                <a:solidFill>
                  <a:srgbClr val="0070C0"/>
                </a:solidFill>
                <a:latin typeface="微软雅黑" panose="020B0503020204020204" pitchFamily="34" charset="-122"/>
                <a:ea typeface="微软雅黑" panose="020B0503020204020204" pitchFamily="34" charset="-122"/>
              </a:rPr>
              <a:t>mPendingEventIndex</a:t>
            </a:r>
            <a:r>
              <a:rPr lang="en-US" altLang="zh-CN" sz="1400" b="0" dirty="0">
                <a:solidFill>
                  <a:srgbClr val="0070C0"/>
                </a:solidFill>
                <a:latin typeface="微软雅黑" panose="020B0503020204020204" pitchFamily="34" charset="-122"/>
                <a:ea typeface="微软雅黑" panose="020B0503020204020204" pitchFamily="34" charset="-122"/>
              </a:rPr>
              <a:t> &lt; </a:t>
            </a:r>
            <a:r>
              <a:rPr lang="en-US" altLang="zh-CN" sz="1400" b="0" dirty="0" err="1">
                <a:solidFill>
                  <a:srgbClr val="0070C0"/>
                </a:solidFill>
                <a:latin typeface="微软雅黑" panose="020B0503020204020204" pitchFamily="34" charset="-122"/>
                <a:ea typeface="微软雅黑" panose="020B0503020204020204" pitchFamily="34" charset="-122"/>
              </a:rPr>
              <a:t>mPendingEventCount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const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struct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epoll_event</a:t>
            </a:r>
            <a:r>
              <a:rPr lang="en-US" altLang="zh-CN" sz="1400" b="0" dirty="0">
                <a:solidFill>
                  <a:srgbClr val="0070C0"/>
                </a:solidFill>
                <a:latin typeface="微软雅黑" panose="020B0503020204020204" pitchFamily="34" charset="-122"/>
                <a:ea typeface="微软雅黑" panose="020B0503020204020204" pitchFamily="34" charset="-122"/>
              </a:rPr>
              <a:t>&amp; </a:t>
            </a:r>
            <a:r>
              <a:rPr lang="en-US" altLang="zh-CN" sz="1400" b="0" dirty="0" err="1">
                <a:solidFill>
                  <a:srgbClr val="0070C0"/>
                </a:solidFill>
                <a:latin typeface="微软雅黑" panose="020B0503020204020204" pitchFamily="34" charset="-122"/>
                <a:ea typeface="微软雅黑" panose="020B0503020204020204" pitchFamily="34" charset="-122"/>
              </a:rPr>
              <a:t>eventItem</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mPendingEventItems</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mPendingEventIndex</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if (</a:t>
            </a:r>
            <a:r>
              <a:rPr lang="en-US" altLang="zh-CN" sz="1400" b="0" dirty="0" err="1">
                <a:solidFill>
                  <a:srgbClr val="0070C0"/>
                </a:solidFill>
                <a:latin typeface="微软雅黑" panose="020B0503020204020204" pitchFamily="34" charset="-122"/>
                <a:ea typeface="微软雅黑" panose="020B0503020204020204" pitchFamily="34" charset="-122"/>
              </a:rPr>
              <a:t>eventItem.data.fd</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mWakeReadPipeFd</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if (</a:t>
            </a:r>
            <a:r>
              <a:rPr lang="en-US" altLang="zh-CN" sz="1400" b="0" dirty="0" err="1">
                <a:solidFill>
                  <a:srgbClr val="0070C0"/>
                </a:solidFill>
                <a:latin typeface="微软雅黑" panose="020B0503020204020204" pitchFamily="34" charset="-122"/>
                <a:ea typeface="微软雅黑" panose="020B0503020204020204" pitchFamily="34" charset="-122"/>
              </a:rPr>
              <a:t>eventItem.events</a:t>
            </a:r>
            <a:r>
              <a:rPr lang="en-US" altLang="zh-CN" sz="1400" b="0" dirty="0">
                <a:solidFill>
                  <a:srgbClr val="0070C0"/>
                </a:solidFill>
                <a:latin typeface="微软雅黑" panose="020B0503020204020204" pitchFamily="34" charset="-122"/>
                <a:ea typeface="微软雅黑" panose="020B0503020204020204" pitchFamily="34" charset="-122"/>
              </a:rPr>
              <a:t> &amp; EPOLLIN) {</a:t>
            </a:r>
          </a:p>
          <a:p>
            <a:pPr algn="l"/>
            <a:r>
              <a:rPr lang="en-US" altLang="zh-CN" sz="1400" b="0" dirty="0">
                <a:solidFill>
                  <a:srgbClr val="0070C0"/>
                </a:solidFill>
                <a:latin typeface="微软雅黑" panose="020B0503020204020204" pitchFamily="34" charset="-122"/>
                <a:ea typeface="微软雅黑" panose="020B0503020204020204" pitchFamily="34" charset="-122"/>
              </a:rPr>
              <a:t>                    ALOGV("awoken after wake()");</a:t>
            </a:r>
          </a:p>
          <a:p>
            <a:pPr algn="l"/>
            <a:r>
              <a:rPr lang="en-US" altLang="zh-CN" sz="1400" b="0" dirty="0">
                <a:solidFill>
                  <a:srgbClr val="0070C0"/>
                </a:solidFill>
                <a:latin typeface="微软雅黑" panose="020B0503020204020204" pitchFamily="34" charset="-122"/>
                <a:ea typeface="微软雅黑" panose="020B0503020204020204" pitchFamily="34" charset="-122"/>
              </a:rPr>
              <a:t>                    awoken = true;</a:t>
            </a:r>
          </a:p>
          <a:p>
            <a:pPr algn="l"/>
            <a:r>
              <a:rPr lang="en-US" altLang="zh-CN" sz="1400" b="0" dirty="0">
                <a:solidFill>
                  <a:srgbClr val="0070C0"/>
                </a:solidFill>
                <a:latin typeface="微软雅黑" panose="020B0503020204020204" pitchFamily="34" charset="-122"/>
                <a:ea typeface="微软雅黑" panose="020B0503020204020204" pitchFamily="34" charset="-122"/>
              </a:rPr>
              <a:t>                    char buffer[16];</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ssize_t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nRead</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do </a:t>
            </a:r>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zh-CN" altLang="en-US" sz="1400" b="0" dirty="0" smtClean="0">
                <a:solidFill>
                  <a:srgbClr val="FF0000"/>
                </a:solidFill>
                <a:latin typeface="微软雅黑" panose="020B0503020204020204" pitchFamily="34" charset="-122"/>
                <a:ea typeface="微软雅黑" panose="020B0503020204020204" pitchFamily="34" charset="-122"/>
              </a:rPr>
              <a:t>唤醒读取通道</a:t>
            </a:r>
            <a:endParaRPr lang="en-US" altLang="zh-CN" sz="1400" b="0" dirty="0" smtClean="0">
              <a:solidFill>
                <a:srgbClr val="FF0000"/>
              </a:solidFill>
              <a:latin typeface="微软雅黑" panose="020B0503020204020204" pitchFamily="34" charset="-122"/>
              <a:ea typeface="微软雅黑" panose="020B0503020204020204" pitchFamily="34" charset="-122"/>
            </a:endParaRP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nRead</a:t>
            </a:r>
            <a:r>
              <a:rPr lang="en-US" altLang="zh-CN" sz="1400" b="0" dirty="0" smtClean="0">
                <a:solidFill>
                  <a:srgbClr val="0070C0"/>
                </a:solidFill>
                <a:latin typeface="微软雅黑" panose="020B0503020204020204" pitchFamily="34" charset="-122"/>
                <a:ea typeface="微软雅黑" panose="020B0503020204020204" pitchFamily="34" charset="-122"/>
              </a:rPr>
              <a:t> = read(</a:t>
            </a:r>
            <a:r>
              <a:rPr lang="en-US" altLang="zh-CN" sz="1400" b="0" dirty="0" err="1" smtClean="0">
                <a:solidFill>
                  <a:srgbClr val="0070C0"/>
                </a:solidFill>
                <a:latin typeface="微软雅黑" panose="020B0503020204020204" pitchFamily="34" charset="-122"/>
                <a:ea typeface="微软雅黑" panose="020B0503020204020204" pitchFamily="34" charset="-122"/>
              </a:rPr>
              <a:t>mWakeReadPipeFd</a:t>
            </a:r>
            <a:r>
              <a:rPr lang="en-US" altLang="zh-CN" sz="1400" b="0" dirty="0" smtClean="0">
                <a:solidFill>
                  <a:srgbClr val="0070C0"/>
                </a:solidFill>
                <a:latin typeface="微软雅黑" panose="020B0503020204020204" pitchFamily="34" charset="-122"/>
                <a:ea typeface="微软雅黑" panose="020B0503020204020204" pitchFamily="34" charset="-122"/>
              </a:rPr>
              <a:t>, buffer, </a:t>
            </a:r>
            <a:r>
              <a:rPr lang="en-US" altLang="zh-CN" sz="1400" b="0" dirty="0" err="1" smtClean="0">
                <a:solidFill>
                  <a:srgbClr val="0070C0"/>
                </a:solidFill>
                <a:latin typeface="微软雅黑" panose="020B0503020204020204" pitchFamily="34" charset="-122"/>
                <a:ea typeface="微软雅黑" panose="020B0503020204020204" pitchFamily="34" charset="-122"/>
              </a:rPr>
              <a:t>sizeof</a:t>
            </a:r>
            <a:r>
              <a:rPr lang="en-US" altLang="zh-CN" sz="1400" b="0" dirty="0" smtClean="0">
                <a:solidFill>
                  <a:srgbClr val="0070C0"/>
                </a:solidFill>
                <a:latin typeface="微软雅黑" panose="020B0503020204020204" pitchFamily="34" charset="-122"/>
                <a:ea typeface="微软雅黑" panose="020B0503020204020204" pitchFamily="34" charset="-122"/>
              </a:rPr>
              <a:t>(buffer));</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0070C0"/>
                </a:solidFill>
                <a:latin typeface="微软雅黑" panose="020B0503020204020204" pitchFamily="34" charset="-122"/>
                <a:ea typeface="微软雅黑" panose="020B0503020204020204" pitchFamily="34" charset="-122"/>
              </a:rPr>
              <a:t>} while ((</a:t>
            </a:r>
            <a:r>
              <a:rPr lang="en-US" altLang="zh-CN" sz="1400" b="0" dirty="0" err="1">
                <a:solidFill>
                  <a:srgbClr val="0070C0"/>
                </a:solidFill>
                <a:latin typeface="微软雅黑" panose="020B0503020204020204" pitchFamily="34" charset="-122"/>
                <a:ea typeface="微软雅黑" panose="020B0503020204020204" pitchFamily="34" charset="-122"/>
              </a:rPr>
              <a:t>nRead</a:t>
            </a:r>
            <a:r>
              <a:rPr lang="en-US" altLang="zh-CN" sz="1400" b="0" dirty="0">
                <a:solidFill>
                  <a:srgbClr val="0070C0"/>
                </a:solidFill>
                <a:latin typeface="微软雅黑" panose="020B0503020204020204" pitchFamily="34" charset="-122"/>
                <a:ea typeface="微软雅黑" panose="020B0503020204020204" pitchFamily="34" charset="-122"/>
              </a:rPr>
              <a:t> == -1 &amp;&amp; </a:t>
            </a:r>
            <a:r>
              <a:rPr lang="en-US" altLang="zh-CN" sz="1400" b="0" dirty="0" err="1">
                <a:solidFill>
                  <a:srgbClr val="0070C0"/>
                </a:solidFill>
                <a:latin typeface="微软雅黑" panose="020B0503020204020204" pitchFamily="34" charset="-122"/>
                <a:ea typeface="微软雅黑" panose="020B0503020204020204" pitchFamily="34" charset="-122"/>
              </a:rPr>
              <a:t>errno</a:t>
            </a:r>
            <a:r>
              <a:rPr lang="en-US" altLang="zh-CN" sz="1400" b="0" dirty="0">
                <a:solidFill>
                  <a:srgbClr val="0070C0"/>
                </a:solidFill>
                <a:latin typeface="微软雅黑" panose="020B0503020204020204" pitchFamily="34" charset="-122"/>
                <a:ea typeface="微软雅黑" panose="020B0503020204020204" pitchFamily="34" charset="-122"/>
              </a:rPr>
              <a:t> == EINTR) || </a:t>
            </a:r>
            <a:r>
              <a:rPr lang="en-US" altLang="zh-CN" sz="1400" b="0" dirty="0" err="1">
                <a:solidFill>
                  <a:srgbClr val="0070C0"/>
                </a:solidFill>
                <a:latin typeface="微软雅黑" panose="020B0503020204020204" pitchFamily="34" charset="-122"/>
                <a:ea typeface="微软雅黑" panose="020B0503020204020204" pitchFamily="34" charset="-122"/>
              </a:rPr>
              <a:t>nRead</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sizeof</a:t>
            </a:r>
            <a:r>
              <a:rPr lang="en-US" altLang="zh-CN" sz="1400" b="0" dirty="0">
                <a:solidFill>
                  <a:srgbClr val="0070C0"/>
                </a:solidFill>
                <a:latin typeface="微软雅黑" panose="020B0503020204020204" pitchFamily="34" charset="-122"/>
                <a:ea typeface="微软雅黑" panose="020B0503020204020204" pitchFamily="34" charset="-122"/>
              </a:rPr>
              <a:t>(buffer));</a:t>
            </a:r>
          </a:p>
          <a:p>
            <a:pPr algn="l"/>
            <a:r>
              <a:rPr lang="en-US" altLang="zh-CN" sz="1400" b="0" dirty="0">
                <a:solidFill>
                  <a:srgbClr val="0070C0"/>
                </a:solidFill>
                <a:latin typeface="微软雅黑" panose="020B0503020204020204" pitchFamily="34" charset="-122"/>
                <a:ea typeface="微软雅黑" panose="020B0503020204020204" pitchFamily="34" charset="-122"/>
              </a:rPr>
              <a:t>                } else {</a:t>
            </a:r>
          </a:p>
          <a:p>
            <a:pPr algn="l"/>
            <a:r>
              <a:rPr lang="en-US" altLang="zh-CN" sz="1400" b="0" dirty="0">
                <a:solidFill>
                  <a:srgbClr val="0070C0"/>
                </a:solidFill>
                <a:latin typeface="微软雅黑" panose="020B0503020204020204" pitchFamily="34" charset="-122"/>
                <a:ea typeface="微软雅黑" panose="020B0503020204020204" pitchFamily="34" charset="-122"/>
              </a:rPr>
              <a:t>                    ALOGW("Received unexpected </a:t>
            </a:r>
            <a:r>
              <a:rPr lang="en-US" altLang="zh-CN" sz="1400" b="0" dirty="0" err="1">
                <a:solidFill>
                  <a:srgbClr val="0070C0"/>
                </a:solidFill>
                <a:latin typeface="微软雅黑" panose="020B0503020204020204" pitchFamily="34" charset="-122"/>
                <a:ea typeface="微软雅黑" panose="020B0503020204020204" pitchFamily="34" charset="-122"/>
              </a:rPr>
              <a:t>epoll</a:t>
            </a:r>
            <a:r>
              <a:rPr lang="en-US" altLang="zh-CN" sz="1400" b="0" dirty="0">
                <a:solidFill>
                  <a:srgbClr val="0070C0"/>
                </a:solidFill>
                <a:latin typeface="微软雅黑" panose="020B0503020204020204" pitchFamily="34" charset="-122"/>
                <a:ea typeface="微软雅黑" panose="020B0503020204020204" pitchFamily="34" charset="-122"/>
              </a:rPr>
              <a:t> event 0x%08x for wake read pipe.",</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eventItem.events</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continue;</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Device* device = </a:t>
            </a:r>
            <a:r>
              <a:rPr lang="en-US" altLang="zh-CN" sz="1400" b="0" dirty="0" err="1">
                <a:solidFill>
                  <a:srgbClr val="0070C0"/>
                </a:solidFill>
                <a:latin typeface="微软雅黑" panose="020B0503020204020204" pitchFamily="34" charset="-122"/>
                <a:ea typeface="微软雅黑" panose="020B0503020204020204" pitchFamily="34" charset="-122"/>
              </a:rPr>
              <a:t>getDeviceByFdLocked</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eventItem.data.fd</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a:t>
            </a:r>
            <a:endParaRPr lang="en-US" altLang="zh-CN" sz="1400" b="0"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5095620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err="1">
                <a:latin typeface="微软雅黑" panose="020B0503020204020204" pitchFamily="34" charset="-122"/>
                <a:ea typeface="微软雅黑" panose="020B0503020204020204" pitchFamily="34" charset="-122"/>
              </a:rPr>
              <a:t>EventHub</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5909310"/>
          </a:xfrm>
          <a:prstGeom prst="rect">
            <a:avLst/>
          </a:prstGeom>
          <a:noFill/>
        </p:spPr>
        <p:txBody>
          <a:bodyPr wrap="square" rtlCol="0">
            <a:spAutoFit/>
          </a:bodyPr>
          <a:lstStyle/>
          <a:p>
            <a:pPr algn="l"/>
            <a:r>
              <a:rPr lang="en-US" altLang="zh-CN" sz="1400" b="0" dirty="0" smtClean="0">
                <a:solidFill>
                  <a:srgbClr val="0070C0"/>
                </a:solidFill>
                <a:latin typeface="微软雅黑" panose="020B0503020204020204" pitchFamily="34" charset="-122"/>
                <a:ea typeface="微软雅黑" panose="020B0503020204020204" pitchFamily="34" charset="-122"/>
              </a:rPr>
              <a:t>            if </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eventItem.events</a:t>
            </a:r>
            <a:r>
              <a:rPr lang="en-US" altLang="zh-CN" sz="1400" b="0" dirty="0">
                <a:solidFill>
                  <a:srgbClr val="0070C0"/>
                </a:solidFill>
                <a:latin typeface="微软雅黑" panose="020B0503020204020204" pitchFamily="34" charset="-122"/>
                <a:ea typeface="微软雅黑" panose="020B0503020204020204" pitchFamily="34" charset="-122"/>
              </a:rPr>
              <a:t> &amp; EPOLLIN) </a:t>
            </a:r>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读取原始事件数据</a:t>
            </a:r>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int32_t </a:t>
            </a:r>
            <a:r>
              <a:rPr lang="en-US" altLang="zh-CN" sz="1400" b="0" dirty="0" err="1">
                <a:solidFill>
                  <a:srgbClr val="0070C0"/>
                </a:solidFill>
                <a:latin typeface="微软雅黑" panose="020B0503020204020204" pitchFamily="34" charset="-122"/>
                <a:ea typeface="微软雅黑" panose="020B0503020204020204" pitchFamily="34" charset="-122"/>
              </a:rPr>
              <a:t>readSize</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 read(device-</a:t>
            </a:r>
            <a:r>
              <a:rPr lang="en-US" altLang="zh-CN" sz="1400" b="0" dirty="0">
                <a:solidFill>
                  <a:srgbClr val="0070C0"/>
                </a:solidFill>
                <a:latin typeface="微软雅黑" panose="020B0503020204020204" pitchFamily="34" charset="-122"/>
                <a:ea typeface="微软雅黑" panose="020B0503020204020204" pitchFamily="34" charset="-122"/>
              </a:rPr>
              <a:t>&gt;</a:t>
            </a:r>
            <a:r>
              <a:rPr lang="en-US" altLang="zh-CN" sz="1400" b="0" dirty="0" err="1">
                <a:solidFill>
                  <a:srgbClr val="0070C0"/>
                </a:solidFill>
                <a:latin typeface="微软雅黑" panose="020B0503020204020204" pitchFamily="34" charset="-122"/>
                <a:ea typeface="微软雅黑" panose="020B0503020204020204" pitchFamily="34" charset="-122"/>
              </a:rPr>
              <a:t>fd</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readBuffer</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sizeof</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struct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input_event</a:t>
            </a:r>
            <a:r>
              <a:rPr lang="en-US" altLang="zh-CN" sz="1400" b="0" dirty="0">
                <a:solidFill>
                  <a:srgbClr val="0070C0"/>
                </a:solidFill>
                <a:latin typeface="微软雅黑" panose="020B0503020204020204" pitchFamily="34" charset="-122"/>
                <a:ea typeface="微软雅黑" panose="020B0503020204020204" pitchFamily="34" charset="-122"/>
              </a:rPr>
              <a:t>) * capacity);</a:t>
            </a:r>
          </a:p>
          <a:p>
            <a:pPr algn="l"/>
            <a:r>
              <a:rPr lang="en-US" altLang="zh-CN" sz="1400" b="0" dirty="0">
                <a:solidFill>
                  <a:srgbClr val="0070C0"/>
                </a:solidFill>
                <a:latin typeface="微软雅黑" panose="020B0503020204020204" pitchFamily="34" charset="-122"/>
                <a:ea typeface="微软雅黑" panose="020B0503020204020204" pitchFamily="34" charset="-122"/>
              </a:rPr>
              <a:t>                if (</a:t>
            </a:r>
            <a:r>
              <a:rPr lang="en-US" altLang="zh-CN" sz="1400" b="0" dirty="0" err="1">
                <a:solidFill>
                  <a:srgbClr val="0070C0"/>
                </a:solidFill>
                <a:latin typeface="微软雅黑" panose="020B0503020204020204" pitchFamily="34" charset="-122"/>
                <a:ea typeface="微软雅黑" panose="020B0503020204020204" pitchFamily="34" charset="-122"/>
              </a:rPr>
              <a:t>readSize</a:t>
            </a:r>
            <a:r>
              <a:rPr lang="en-US" altLang="zh-CN" sz="1400" b="0" dirty="0">
                <a:solidFill>
                  <a:srgbClr val="0070C0"/>
                </a:solidFill>
                <a:latin typeface="微软雅黑" panose="020B0503020204020204" pitchFamily="34" charset="-122"/>
                <a:ea typeface="微软雅黑" panose="020B0503020204020204" pitchFamily="34" charset="-122"/>
              </a:rPr>
              <a:t> == 0 || (</a:t>
            </a:r>
            <a:r>
              <a:rPr lang="en-US" altLang="zh-CN" sz="1400" b="0" dirty="0" err="1">
                <a:solidFill>
                  <a:srgbClr val="0070C0"/>
                </a:solidFill>
                <a:latin typeface="微软雅黑" panose="020B0503020204020204" pitchFamily="34" charset="-122"/>
                <a:ea typeface="微软雅黑" panose="020B0503020204020204" pitchFamily="34" charset="-122"/>
              </a:rPr>
              <a:t>readSize</a:t>
            </a:r>
            <a:r>
              <a:rPr lang="en-US" altLang="zh-CN" sz="1400" b="0" dirty="0">
                <a:solidFill>
                  <a:srgbClr val="0070C0"/>
                </a:solidFill>
                <a:latin typeface="微软雅黑" panose="020B0503020204020204" pitchFamily="34" charset="-122"/>
                <a:ea typeface="微软雅黑" panose="020B0503020204020204" pitchFamily="34" charset="-122"/>
              </a:rPr>
              <a:t> &lt; 0 &amp;&amp; </a:t>
            </a:r>
            <a:r>
              <a:rPr lang="en-US" altLang="zh-CN" sz="1400" b="0" dirty="0" err="1">
                <a:solidFill>
                  <a:srgbClr val="0070C0"/>
                </a:solidFill>
                <a:latin typeface="微软雅黑" panose="020B0503020204020204" pitchFamily="34" charset="-122"/>
                <a:ea typeface="微软雅黑" panose="020B0503020204020204" pitchFamily="34" charset="-122"/>
              </a:rPr>
              <a:t>errno</a:t>
            </a:r>
            <a:r>
              <a:rPr lang="en-US" altLang="zh-CN" sz="1400" b="0" dirty="0">
                <a:solidFill>
                  <a:srgbClr val="0070C0"/>
                </a:solidFill>
                <a:latin typeface="微软雅黑" panose="020B0503020204020204" pitchFamily="34" charset="-122"/>
                <a:ea typeface="微软雅黑" panose="020B0503020204020204" pitchFamily="34" charset="-122"/>
              </a:rPr>
              <a:t> == ENODEV))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 else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a:t>
            </a:r>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for (</a:t>
            </a:r>
            <a:r>
              <a:rPr lang="en-US" altLang="zh-CN" sz="1400" b="0" dirty="0" err="1">
                <a:solidFill>
                  <a:srgbClr val="0070C0"/>
                </a:solidFill>
                <a:latin typeface="微软雅黑" panose="020B0503020204020204" pitchFamily="34" charset="-122"/>
                <a:ea typeface="微软雅黑" panose="020B0503020204020204" pitchFamily="34" charset="-122"/>
              </a:rPr>
              <a:t>size_t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a:t>
            </a:r>
            <a:r>
              <a:rPr lang="en-US" altLang="zh-CN" sz="1400" b="0" dirty="0">
                <a:solidFill>
                  <a:srgbClr val="0070C0"/>
                </a:solidFill>
                <a:latin typeface="微软雅黑" panose="020B0503020204020204" pitchFamily="34" charset="-122"/>
                <a:ea typeface="微软雅黑" panose="020B0503020204020204" pitchFamily="34" charset="-122"/>
              </a:rPr>
              <a:t> = 0; </a:t>
            </a:r>
            <a:r>
              <a:rPr lang="en-US" altLang="zh-CN" sz="1400" b="0" dirty="0" err="1">
                <a:solidFill>
                  <a:srgbClr val="0070C0"/>
                </a:solidFill>
                <a:latin typeface="微软雅黑" panose="020B0503020204020204" pitchFamily="34" charset="-122"/>
                <a:ea typeface="微软雅黑" panose="020B0503020204020204" pitchFamily="34" charset="-122"/>
              </a:rPr>
              <a:t>i</a:t>
            </a:r>
            <a:r>
              <a:rPr lang="en-US" altLang="zh-CN" sz="1400" b="0" dirty="0">
                <a:solidFill>
                  <a:srgbClr val="0070C0"/>
                </a:solidFill>
                <a:latin typeface="微软雅黑" panose="020B0503020204020204" pitchFamily="34" charset="-122"/>
                <a:ea typeface="微软雅黑" panose="020B0503020204020204" pitchFamily="34" charset="-122"/>
              </a:rPr>
              <a:t> &lt; count; </a:t>
            </a:r>
            <a:r>
              <a:rPr lang="en-US" altLang="zh-CN" sz="1400" b="0" dirty="0" err="1">
                <a:solidFill>
                  <a:srgbClr val="0070C0"/>
                </a:solidFill>
                <a:latin typeface="微软雅黑" panose="020B0503020204020204" pitchFamily="34" charset="-122"/>
                <a:ea typeface="微软雅黑" panose="020B0503020204020204" pitchFamily="34" charset="-122"/>
              </a:rPr>
              <a:t>i</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struct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input_event</a:t>
            </a:r>
            <a:r>
              <a:rPr lang="en-US" altLang="zh-CN" sz="1400" b="0" dirty="0">
                <a:solidFill>
                  <a:srgbClr val="0070C0"/>
                </a:solidFill>
                <a:latin typeface="微软雅黑" panose="020B0503020204020204" pitchFamily="34" charset="-122"/>
                <a:ea typeface="微软雅黑" panose="020B0503020204020204" pitchFamily="34" charset="-122"/>
              </a:rPr>
              <a:t>&amp; </a:t>
            </a:r>
            <a:r>
              <a:rPr lang="en-US" altLang="zh-CN" sz="1400" b="0" dirty="0" err="1">
                <a:solidFill>
                  <a:srgbClr val="0070C0"/>
                </a:solidFill>
                <a:latin typeface="微软雅黑" panose="020B0503020204020204" pitchFamily="34" charset="-122"/>
                <a:ea typeface="微软雅黑" panose="020B0503020204020204" pitchFamily="34" charset="-122"/>
              </a:rPr>
              <a:t>iev</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readBuffer</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i</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event-&gt;when = </a:t>
            </a:r>
            <a:r>
              <a:rPr lang="en-US" altLang="zh-CN" sz="1400" b="0" dirty="0" err="1">
                <a:solidFill>
                  <a:srgbClr val="0070C0"/>
                </a:solidFill>
                <a:latin typeface="微软雅黑" panose="020B0503020204020204" pitchFamily="34" charset="-122"/>
                <a:ea typeface="微软雅黑" panose="020B0503020204020204" pitchFamily="34" charset="-122"/>
              </a:rPr>
              <a:t>processEventTimestamp</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iev</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event-&gt;</a:t>
            </a:r>
            <a:r>
              <a:rPr lang="en-US" altLang="zh-CN" sz="1400" b="0" dirty="0" err="1">
                <a:solidFill>
                  <a:srgbClr val="0070C0"/>
                </a:solidFill>
                <a:latin typeface="微软雅黑" panose="020B0503020204020204" pitchFamily="34" charset="-122"/>
                <a:ea typeface="微软雅黑" panose="020B0503020204020204" pitchFamily="34" charset="-122"/>
              </a:rPr>
              <a:t>deviceId</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deviceId</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event-&gt;type = </a:t>
            </a:r>
            <a:r>
              <a:rPr lang="en-US" altLang="zh-CN" sz="1400" b="0" dirty="0" err="1">
                <a:solidFill>
                  <a:srgbClr val="0070C0"/>
                </a:solidFill>
                <a:latin typeface="微软雅黑" panose="020B0503020204020204" pitchFamily="34" charset="-122"/>
                <a:ea typeface="微软雅黑" panose="020B0503020204020204" pitchFamily="34" charset="-122"/>
              </a:rPr>
              <a:t>iev.type</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event-&gt;code = </a:t>
            </a:r>
            <a:r>
              <a:rPr lang="en-US" altLang="zh-CN" sz="1400" b="0" dirty="0" err="1">
                <a:solidFill>
                  <a:srgbClr val="0070C0"/>
                </a:solidFill>
                <a:latin typeface="微软雅黑" panose="020B0503020204020204" pitchFamily="34" charset="-122"/>
                <a:ea typeface="微软雅黑" panose="020B0503020204020204" pitchFamily="34" charset="-122"/>
              </a:rPr>
              <a:t>iev.code</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event-&gt;value = </a:t>
            </a:r>
            <a:r>
              <a:rPr lang="en-US" altLang="zh-CN" sz="1400" b="0" dirty="0" err="1">
                <a:solidFill>
                  <a:srgbClr val="0070C0"/>
                </a:solidFill>
                <a:latin typeface="微软雅黑" panose="020B0503020204020204" pitchFamily="34" charset="-122"/>
                <a:ea typeface="微软雅黑" panose="020B0503020204020204" pitchFamily="34" charset="-122"/>
              </a:rPr>
              <a:t>iev.value</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event += 1;</a:t>
            </a:r>
          </a:p>
          <a:p>
            <a:pPr algn="l"/>
            <a:r>
              <a:rPr lang="en-US" altLang="zh-CN" sz="1400" b="0" dirty="0">
                <a:solidFill>
                  <a:srgbClr val="0070C0"/>
                </a:solidFill>
                <a:latin typeface="微软雅黑" panose="020B0503020204020204" pitchFamily="34" charset="-122"/>
                <a:ea typeface="微软雅黑" panose="020B0503020204020204" pitchFamily="34" charset="-122"/>
              </a:rPr>
              <a:t>                        capacity -= 1;</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FF0000"/>
                </a:solidFill>
                <a:latin typeface="微软雅黑" panose="020B0503020204020204" pitchFamily="34" charset="-122"/>
                <a:ea typeface="微软雅黑" panose="020B0503020204020204" pitchFamily="34" charset="-122"/>
              </a:rPr>
              <a:t>int</a:t>
            </a:r>
            <a:r>
              <a:rPr lang="en-US" altLang="zh-CN" sz="1400" b="0" dirty="0" smtClean="0">
                <a:solidFill>
                  <a:srgbClr val="FF0000"/>
                </a:solidFill>
                <a:latin typeface="微软雅黑" panose="020B0503020204020204" pitchFamily="34" charset="-122"/>
                <a:ea typeface="微软雅黑" panose="020B0503020204020204" pitchFamily="34" charset="-122"/>
              </a:rPr>
              <a:t> </a:t>
            </a:r>
            <a:r>
              <a:rPr lang="en-US" altLang="zh-CN" sz="1400" b="0" dirty="0" err="1">
                <a:solidFill>
                  <a:srgbClr val="FF0000"/>
                </a:solidFill>
                <a:latin typeface="微软雅黑" panose="020B0503020204020204" pitchFamily="34" charset="-122"/>
                <a:ea typeface="微软雅黑" panose="020B0503020204020204" pitchFamily="34" charset="-122"/>
              </a:rPr>
              <a:t>pollResult</a:t>
            </a:r>
            <a:r>
              <a:rPr lang="en-US" altLang="zh-CN" sz="1400" b="0" dirty="0">
                <a:solidFill>
                  <a:srgbClr val="FF0000"/>
                </a:solidFill>
                <a:latin typeface="微软雅黑" panose="020B0503020204020204" pitchFamily="34" charset="-122"/>
                <a:ea typeface="微软雅黑" panose="020B0503020204020204" pitchFamily="34" charset="-122"/>
              </a:rPr>
              <a:t> = </a:t>
            </a:r>
            <a:r>
              <a:rPr lang="en-US" altLang="zh-CN" sz="1400" b="0" dirty="0" err="1">
                <a:solidFill>
                  <a:srgbClr val="FF0000"/>
                </a:solidFill>
                <a:latin typeface="微软雅黑" panose="020B0503020204020204" pitchFamily="34" charset="-122"/>
                <a:ea typeface="微软雅黑" panose="020B0503020204020204" pitchFamily="34" charset="-122"/>
              </a:rPr>
              <a:t>epoll_wait</a:t>
            </a:r>
            <a:r>
              <a:rPr lang="en-US" altLang="zh-CN" sz="1400" b="0" dirty="0">
                <a:solidFill>
                  <a:srgbClr val="FF0000"/>
                </a:solidFill>
                <a:latin typeface="微软雅黑" panose="020B0503020204020204" pitchFamily="34" charset="-122"/>
                <a:ea typeface="微软雅黑" panose="020B0503020204020204" pitchFamily="34" charset="-122"/>
              </a:rPr>
              <a:t>(</a:t>
            </a:r>
            <a:r>
              <a:rPr lang="en-US" altLang="zh-CN" sz="1400" b="0" dirty="0" err="1">
                <a:solidFill>
                  <a:srgbClr val="FF0000"/>
                </a:solidFill>
                <a:latin typeface="微软雅黑" panose="020B0503020204020204" pitchFamily="34" charset="-122"/>
                <a:ea typeface="微软雅黑" panose="020B0503020204020204" pitchFamily="34" charset="-122"/>
              </a:rPr>
              <a:t>mEpollFd</a:t>
            </a:r>
            <a:r>
              <a:rPr lang="en-US" altLang="zh-CN" sz="1400" b="0" dirty="0">
                <a:solidFill>
                  <a:srgbClr val="FF0000"/>
                </a:solidFill>
                <a:latin typeface="微软雅黑" panose="020B0503020204020204" pitchFamily="34" charset="-122"/>
                <a:ea typeface="微软雅黑" panose="020B0503020204020204" pitchFamily="34" charset="-122"/>
              </a:rPr>
              <a:t>, </a:t>
            </a:r>
            <a:r>
              <a:rPr lang="en-US" altLang="zh-CN" sz="1400" b="0" dirty="0" err="1">
                <a:solidFill>
                  <a:srgbClr val="FF0000"/>
                </a:solidFill>
                <a:latin typeface="微软雅黑" panose="020B0503020204020204" pitchFamily="34" charset="-122"/>
                <a:ea typeface="微软雅黑" panose="020B0503020204020204" pitchFamily="34" charset="-122"/>
              </a:rPr>
              <a:t>mPendingEventItems</a:t>
            </a:r>
            <a:r>
              <a:rPr lang="en-US" altLang="zh-CN" sz="1400" b="0" dirty="0">
                <a:solidFill>
                  <a:srgbClr val="FF0000"/>
                </a:solidFill>
                <a:latin typeface="微软雅黑" panose="020B0503020204020204" pitchFamily="34" charset="-122"/>
                <a:ea typeface="微软雅黑" panose="020B0503020204020204" pitchFamily="34" charset="-122"/>
              </a:rPr>
              <a:t>, EPOLL_MAX_EVENTS, </a:t>
            </a:r>
            <a:r>
              <a:rPr lang="en-US" altLang="zh-CN" sz="1400" b="0" dirty="0" err="1">
                <a:solidFill>
                  <a:srgbClr val="FF0000"/>
                </a:solidFill>
                <a:latin typeface="微软雅黑" panose="020B0503020204020204" pitchFamily="34" charset="-122"/>
                <a:ea typeface="微软雅黑" panose="020B0503020204020204" pitchFamily="34" charset="-122"/>
              </a:rPr>
              <a:t>timeoutMillis</a:t>
            </a:r>
            <a:r>
              <a:rPr lang="en-US" altLang="zh-CN" sz="1400" b="0" dirty="0">
                <a:solidFill>
                  <a:srgbClr val="FF000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return event - buffer;</a:t>
            </a:r>
          </a:p>
          <a:p>
            <a:pPr algn="l"/>
            <a:r>
              <a:rPr lang="en-US" altLang="zh-CN" sz="1400" b="0" dirty="0">
                <a:solidFill>
                  <a:srgbClr val="0070C0"/>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0979941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err="1">
                <a:latin typeface="微软雅黑" panose="020B0503020204020204" pitchFamily="34" charset="-122"/>
                <a:ea typeface="微软雅黑" panose="020B0503020204020204" pitchFamily="34" charset="-122"/>
              </a:rPr>
              <a:t>InputDevice</a:t>
            </a:r>
            <a:r>
              <a:rPr lang="zh-CN" altLang="en-US" sz="2400" b="0" dirty="0">
                <a:latin typeface="微软雅黑" panose="020B0503020204020204" pitchFamily="34" charset="-122"/>
                <a:ea typeface="微软雅黑" panose="020B0503020204020204" pitchFamily="34" charset="-122"/>
              </a:rPr>
              <a:t>及</a:t>
            </a:r>
            <a:r>
              <a:rPr lang="en-US" altLang="zh-CN" sz="2400" b="0" dirty="0" err="1">
                <a:latin typeface="微软雅黑" panose="020B0503020204020204" pitchFamily="34" charset="-122"/>
                <a:ea typeface="微软雅黑" panose="020B0503020204020204" pitchFamily="34" charset="-122"/>
              </a:rPr>
              <a:t>idc</a:t>
            </a:r>
            <a:r>
              <a:rPr lang="zh-CN" altLang="en-US" sz="2400" b="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kl</a:t>
            </a:r>
            <a:r>
              <a:rPr lang="zh-CN" altLang="en-US" sz="2400" b="0" dirty="0">
                <a:latin typeface="微软雅黑" panose="020B0503020204020204" pitchFamily="34" charset="-122"/>
                <a:ea typeface="微软雅黑" panose="020B0503020204020204" pitchFamily="34" charset="-122"/>
              </a:rPr>
              <a:t>、</a:t>
            </a:r>
            <a:r>
              <a:rPr lang="en-US" altLang="zh-CN" sz="2400" b="0" dirty="0" err="1">
                <a:latin typeface="微软雅黑" panose="020B0503020204020204" pitchFamily="34" charset="-122"/>
                <a:ea typeface="微软雅黑" panose="020B0503020204020204" pitchFamily="34" charset="-122"/>
              </a:rPr>
              <a:t>kcm</a:t>
            </a:r>
            <a:r>
              <a:rPr lang="zh-CN" altLang="en-US" sz="2400" b="0" dirty="0">
                <a:latin typeface="微软雅黑" panose="020B0503020204020204" pitchFamily="34" charset="-122"/>
                <a:ea typeface="微软雅黑" panose="020B0503020204020204" pitchFamily="34" charset="-122"/>
              </a:rPr>
              <a:t>配置</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1569660"/>
          </a:xfrm>
          <a:prstGeom prst="rect">
            <a:avLst/>
          </a:prstGeom>
          <a:noFill/>
        </p:spPr>
        <p:txBody>
          <a:bodyPr wrap="square" rtlCol="0">
            <a:spAutoFit/>
          </a:bodyPr>
          <a:lstStyle/>
          <a:p>
            <a:pPr algn="l"/>
            <a:r>
              <a:rPr lang="en-US" altLang="zh-CN" sz="1600" b="0" dirty="0" err="1" smtClean="0">
                <a:latin typeface="微软雅黑" panose="020B0503020204020204" pitchFamily="34" charset="-122"/>
                <a:ea typeface="微软雅黑" panose="020B0503020204020204" pitchFamily="34" charset="-122"/>
              </a:rPr>
              <a:t>EventHub</a:t>
            </a:r>
            <a:r>
              <a:rPr lang="zh-CN" altLang="en-US" sz="1600" b="0" dirty="0" smtClean="0">
                <a:latin typeface="微软雅黑" panose="020B0503020204020204" pitchFamily="34" charset="-122"/>
                <a:ea typeface="微软雅黑" panose="020B0503020204020204" pitchFamily="34" charset="-122"/>
              </a:rPr>
              <a:t>读取配置的流程如下：</a:t>
            </a:r>
            <a:endParaRPr lang="en-US" altLang="zh-CN" sz="1600" b="0" dirty="0" smtClean="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入口同样都是</a:t>
            </a:r>
            <a:r>
              <a:rPr lang="en-US" altLang="zh-CN" sz="1600" b="0" dirty="0" err="1" smtClean="0">
                <a:latin typeface="微软雅黑" panose="020B0503020204020204" pitchFamily="34" charset="-122"/>
                <a:ea typeface="微软雅黑" panose="020B0503020204020204" pitchFamily="34" charset="-122"/>
              </a:rPr>
              <a:t>getEvents</a:t>
            </a:r>
            <a:r>
              <a:rPr lang="zh-CN" altLang="en-US" sz="1600" b="0" dirty="0" smtClean="0">
                <a:latin typeface="微软雅黑" panose="020B0503020204020204" pitchFamily="34" charset="-122"/>
                <a:ea typeface="微软雅黑" panose="020B0503020204020204" pitchFamily="34" charset="-122"/>
              </a:rPr>
              <a:t>，当目录有新设备时，会读取设备节点属性并确定其配置文件的名称。</a:t>
            </a:r>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611560" y="1484784"/>
            <a:ext cx="7956376" cy="4962823"/>
          </a:xfrm>
          <a:prstGeom prst="rect">
            <a:avLst/>
          </a:prstGeom>
        </p:spPr>
      </p:pic>
    </p:spTree>
    <p:extLst>
      <p:ext uri="{BB962C8B-B14F-4D97-AF65-F5344CB8AC3E}">
        <p14:creationId xmlns:p14="http://schemas.microsoft.com/office/powerpoint/2010/main" val="370219809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err="1">
                <a:latin typeface="微软雅黑" panose="020B0503020204020204" pitchFamily="34" charset="-122"/>
                <a:ea typeface="微软雅黑" panose="020B0503020204020204" pitchFamily="34" charset="-122"/>
              </a:rPr>
              <a:t>InputDevice</a:t>
            </a:r>
            <a:r>
              <a:rPr lang="zh-CN" altLang="en-US" sz="2400" b="0" dirty="0">
                <a:latin typeface="微软雅黑" panose="020B0503020204020204" pitchFamily="34" charset="-122"/>
                <a:ea typeface="微软雅黑" panose="020B0503020204020204" pitchFamily="34" charset="-122"/>
              </a:rPr>
              <a:t>及</a:t>
            </a:r>
            <a:r>
              <a:rPr lang="en-US" altLang="zh-CN" sz="2400" b="0" dirty="0" err="1">
                <a:latin typeface="微软雅黑" panose="020B0503020204020204" pitchFamily="34" charset="-122"/>
                <a:ea typeface="微软雅黑" panose="020B0503020204020204" pitchFamily="34" charset="-122"/>
              </a:rPr>
              <a:t>idc</a:t>
            </a:r>
            <a:r>
              <a:rPr lang="zh-CN" altLang="en-US" sz="2400" b="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kl</a:t>
            </a:r>
            <a:r>
              <a:rPr lang="zh-CN" altLang="en-US" sz="2400" b="0" dirty="0">
                <a:latin typeface="微软雅黑" panose="020B0503020204020204" pitchFamily="34" charset="-122"/>
                <a:ea typeface="微软雅黑" panose="020B0503020204020204" pitchFamily="34" charset="-122"/>
              </a:rPr>
              <a:t>、</a:t>
            </a:r>
            <a:r>
              <a:rPr lang="en-US" altLang="zh-CN" sz="2400" b="0" dirty="0" err="1">
                <a:latin typeface="微软雅黑" panose="020B0503020204020204" pitchFamily="34" charset="-122"/>
                <a:ea typeface="微软雅黑" panose="020B0503020204020204" pitchFamily="34" charset="-122"/>
              </a:rPr>
              <a:t>kcm</a:t>
            </a:r>
            <a:r>
              <a:rPr lang="zh-CN" altLang="en-US" sz="2400" b="0" dirty="0">
                <a:latin typeface="微软雅黑" panose="020B0503020204020204" pitchFamily="34" charset="-122"/>
                <a:ea typeface="微软雅黑" panose="020B0503020204020204" pitchFamily="34" charset="-122"/>
              </a:rPr>
              <a:t>配置</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6063198"/>
          </a:xfrm>
          <a:prstGeom prst="rect">
            <a:avLst/>
          </a:prstGeom>
          <a:noFill/>
        </p:spPr>
        <p:txBody>
          <a:bodyPr wrap="square" rtlCol="0">
            <a:spAutoFit/>
          </a:bodyPr>
          <a:lstStyle/>
          <a:p>
            <a:pPr algn="l"/>
            <a:r>
              <a:rPr lang="zh-CN" altLang="en-US" sz="1600" b="0" dirty="0" smtClean="0">
                <a:latin typeface="微软雅黑" panose="020B0503020204020204" pitchFamily="34" charset="-122"/>
                <a:ea typeface="微软雅黑" panose="020B0503020204020204" pitchFamily="34" charset="-122"/>
              </a:rPr>
              <a:t>在</a:t>
            </a:r>
            <a:r>
              <a:rPr lang="en-US" altLang="zh-CN" sz="1600" b="0" dirty="0" err="1" smtClean="0">
                <a:latin typeface="微软雅黑" panose="020B0503020204020204" pitchFamily="34" charset="-122"/>
                <a:ea typeface="微软雅黑" panose="020B0503020204020204" pitchFamily="34" charset="-122"/>
              </a:rPr>
              <a:t>EventHub</a:t>
            </a:r>
            <a:r>
              <a:rPr lang="zh-CN" altLang="en-US" sz="1600" b="0" dirty="0" smtClean="0">
                <a:latin typeface="微软雅黑" panose="020B0503020204020204" pitchFamily="34" charset="-122"/>
                <a:ea typeface="微软雅黑" panose="020B0503020204020204" pitchFamily="34" charset="-122"/>
              </a:rPr>
              <a:t>中，读取设备节点时会读取节点的</a:t>
            </a:r>
            <a:r>
              <a:rPr lang="en-US" altLang="zh-CN" sz="1600" b="0" dirty="0" err="1" smtClean="0">
                <a:latin typeface="微软雅黑" panose="020B0503020204020204" pitchFamily="34" charset="-122"/>
                <a:ea typeface="微软雅黑" panose="020B0503020204020204" pitchFamily="34" charset="-122"/>
              </a:rPr>
              <a:t>bustype,product,vendor,version</a:t>
            </a:r>
            <a:r>
              <a:rPr lang="zh-CN" altLang="en-US" sz="1600" b="0" dirty="0" smtClean="0">
                <a:latin typeface="微软雅黑" panose="020B0503020204020204" pitchFamily="34" charset="-122"/>
                <a:ea typeface="微软雅黑" panose="020B0503020204020204" pitchFamily="34" charset="-122"/>
              </a:rPr>
              <a:t>等，通过这些参数去尝试检测</a:t>
            </a:r>
            <a:r>
              <a:rPr lang="en-US" altLang="zh-CN" sz="1600" b="0" dirty="0" err="1" smtClean="0">
                <a:latin typeface="微软雅黑" panose="020B0503020204020204" pitchFamily="34" charset="-122"/>
                <a:ea typeface="微软雅黑" panose="020B0503020204020204" pitchFamily="34" charset="-122"/>
              </a:rPr>
              <a:t>idc,kl,kcm</a:t>
            </a:r>
            <a:r>
              <a:rPr lang="zh-CN" altLang="en-US" sz="1600" b="0" dirty="0" smtClean="0">
                <a:latin typeface="微软雅黑" panose="020B0503020204020204" pitchFamily="34" charset="-122"/>
                <a:ea typeface="微软雅黑" panose="020B0503020204020204" pitchFamily="34" charset="-122"/>
              </a:rPr>
              <a:t>等配置文件。</a:t>
            </a:r>
            <a:endParaRPr lang="en-US" altLang="zh-CN" sz="1600" b="0" dirty="0" smtClean="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可以通过</a:t>
            </a:r>
            <a:r>
              <a:rPr lang="en-US" altLang="zh-CN" sz="1600" b="0" dirty="0" err="1">
                <a:latin typeface="微软雅黑" panose="020B0503020204020204" pitchFamily="34" charset="-122"/>
                <a:ea typeface="微软雅黑" panose="020B0503020204020204" pitchFamily="34" charset="-122"/>
              </a:rPr>
              <a:t>dumpsys</a:t>
            </a:r>
            <a:r>
              <a:rPr lang="en-US" altLang="zh-CN" sz="1600" b="0" dirty="0">
                <a:latin typeface="微软雅黑" panose="020B0503020204020204" pitchFamily="34" charset="-122"/>
                <a:ea typeface="微软雅黑" panose="020B0503020204020204" pitchFamily="34" charset="-122"/>
              </a:rPr>
              <a:t> input</a:t>
            </a:r>
            <a:r>
              <a:rPr lang="zh-CN" altLang="en-US" sz="1600" b="0" dirty="0">
                <a:latin typeface="微软雅黑" panose="020B0503020204020204" pitchFamily="34" charset="-122"/>
                <a:ea typeface="微软雅黑" panose="020B0503020204020204" pitchFamily="34" charset="-122"/>
              </a:rPr>
              <a:t>来</a:t>
            </a:r>
            <a:r>
              <a:rPr lang="zh-CN" altLang="en-US" sz="1600" b="0" dirty="0" smtClean="0">
                <a:latin typeface="微软雅黑" panose="020B0503020204020204" pitchFamily="34" charset="-122"/>
                <a:ea typeface="微软雅黑" panose="020B0503020204020204" pitchFamily="34" charset="-122"/>
              </a:rPr>
              <a:t>查看某个</a:t>
            </a:r>
            <a:r>
              <a:rPr lang="en-US" altLang="zh-CN" sz="1600" b="0" dirty="0" smtClean="0">
                <a:latin typeface="微软雅黑" panose="020B0503020204020204" pitchFamily="34" charset="-122"/>
                <a:ea typeface="微软雅黑" panose="020B0503020204020204" pitchFamily="34" charset="-122"/>
              </a:rPr>
              <a:t>input</a:t>
            </a:r>
            <a:r>
              <a:rPr lang="zh-CN" altLang="en-US" sz="1600" b="0" dirty="0" smtClean="0">
                <a:latin typeface="微软雅黑" panose="020B0503020204020204" pitchFamily="34" charset="-122"/>
                <a:ea typeface="微软雅黑" panose="020B0503020204020204" pitchFamily="34" charset="-122"/>
              </a:rPr>
              <a:t>设备节点的配置信息，比如下面的触屏节点：</a:t>
            </a:r>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配置文件拼接时，会在以下三个目录中寻找配置文件：</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600" b="0" dirty="0" smtClean="0">
                <a:latin typeface="微软雅黑" panose="020B0503020204020204" pitchFamily="34" charset="-122"/>
                <a:ea typeface="微软雅黑" panose="020B0503020204020204" pitchFamily="34" charset="-122"/>
              </a:rPr>
              <a:t>“/</a:t>
            </a:r>
            <a:r>
              <a:rPr lang="en-US" altLang="zh-CN" sz="1600" b="0" dirty="0" err="1">
                <a:latin typeface="微软雅黑" panose="020B0503020204020204" pitchFamily="34" charset="-122"/>
                <a:ea typeface="微软雅黑" panose="020B0503020204020204" pitchFamily="34" charset="-122"/>
              </a:rPr>
              <a:t>odm</a:t>
            </a:r>
            <a:r>
              <a:rPr lang="en-US" altLang="zh-CN" sz="1600" b="0" dirty="0">
                <a:latin typeface="微软雅黑" panose="020B0503020204020204" pitchFamily="34" charset="-122"/>
                <a:ea typeface="微软雅黑" panose="020B0503020204020204" pitchFamily="34" charset="-122"/>
              </a:rPr>
              <a:t>/</a:t>
            </a:r>
            <a:r>
              <a:rPr lang="en-US" altLang="zh-CN" sz="1600" b="0" dirty="0" err="1">
                <a:latin typeface="微软雅黑" panose="020B0503020204020204" pitchFamily="34" charset="-122"/>
                <a:ea typeface="微软雅黑" panose="020B0503020204020204" pitchFamily="34" charset="-122"/>
              </a:rPr>
              <a:t>usr</a:t>
            </a:r>
            <a:r>
              <a:rPr lang="en-US" altLang="zh-CN" sz="1600" b="0" dirty="0" smtClean="0">
                <a:latin typeface="微软雅黑" panose="020B0503020204020204" pitchFamily="34" charset="-122"/>
                <a:ea typeface="微软雅黑" panose="020B0503020204020204" pitchFamily="34" charset="-122"/>
              </a:rPr>
              <a:t>/”, “/</a:t>
            </a:r>
            <a:r>
              <a:rPr lang="en-US" altLang="zh-CN" sz="1600" b="0" dirty="0">
                <a:latin typeface="微软雅黑" panose="020B0503020204020204" pitchFamily="34" charset="-122"/>
                <a:ea typeface="微软雅黑" panose="020B0503020204020204" pitchFamily="34" charset="-122"/>
              </a:rPr>
              <a:t>vendor/</a:t>
            </a:r>
            <a:r>
              <a:rPr lang="en-US" altLang="zh-CN" sz="1600" b="0" dirty="0" err="1">
                <a:latin typeface="微软雅黑" panose="020B0503020204020204" pitchFamily="34" charset="-122"/>
                <a:ea typeface="微软雅黑" panose="020B0503020204020204" pitchFamily="34" charset="-122"/>
              </a:rPr>
              <a:t>usr</a:t>
            </a:r>
            <a:r>
              <a:rPr lang="en-US" altLang="zh-CN" sz="1600" b="0" dirty="0" smtClean="0">
                <a:latin typeface="微软雅黑" panose="020B0503020204020204" pitchFamily="34" charset="-122"/>
                <a:ea typeface="微软雅黑" panose="020B0503020204020204" pitchFamily="34" charset="-122"/>
              </a:rPr>
              <a:t>/”, “/</a:t>
            </a:r>
            <a:r>
              <a:rPr lang="en-US" altLang="zh-CN" sz="1600" b="0" dirty="0">
                <a:latin typeface="微软雅黑" panose="020B0503020204020204" pitchFamily="34" charset="-122"/>
                <a:ea typeface="微软雅黑" panose="020B0503020204020204" pitchFamily="34" charset="-122"/>
              </a:rPr>
              <a:t>system/</a:t>
            </a:r>
            <a:r>
              <a:rPr lang="en-US" altLang="zh-CN" sz="1600" b="0" dirty="0" err="1">
                <a:latin typeface="微软雅黑" panose="020B0503020204020204" pitchFamily="34" charset="-122"/>
                <a:ea typeface="微软雅黑" panose="020B0503020204020204" pitchFamily="34" charset="-122"/>
              </a:rPr>
              <a:t>usr</a:t>
            </a:r>
            <a:r>
              <a:rPr lang="en-US" altLang="zh-CN" sz="1600" b="0" dirty="0" smtClean="0">
                <a:latin typeface="微软雅黑" panose="020B0503020204020204" pitchFamily="34" charset="-122"/>
                <a:ea typeface="微软雅黑" panose="020B0503020204020204" pitchFamily="34" charset="-122"/>
              </a:rPr>
              <a:t>/”</a:t>
            </a:r>
            <a:r>
              <a:rPr lang="zh-CN" altLang="en-US" sz="1600" b="0" dirty="0" smtClean="0">
                <a:latin typeface="微软雅黑" panose="020B0503020204020204" pitchFamily="34" charset="-122"/>
                <a:ea typeface="微软雅黑" panose="020B0503020204020204" pitchFamily="34" charset="-122"/>
              </a:rPr>
              <a:t>，然后</a:t>
            </a:r>
            <a:r>
              <a:rPr lang="zh-CN" altLang="en-US" sz="1600" b="0" dirty="0">
                <a:latin typeface="微软雅黑" panose="020B0503020204020204" pitchFamily="34" charset="-122"/>
                <a:ea typeface="微软雅黑" panose="020B0503020204020204" pitchFamily="34" charset="-122"/>
              </a:rPr>
              <a:t>会在</a:t>
            </a:r>
            <a:r>
              <a:rPr lang="en-US" altLang="zh-CN" sz="1600" b="0" dirty="0">
                <a:latin typeface="微软雅黑" panose="020B0503020204020204" pitchFamily="34" charset="-122"/>
                <a:ea typeface="微软雅黑" panose="020B0503020204020204" pitchFamily="34" charset="-122"/>
              </a:rPr>
              <a:t>CONFIGURATION_FILE_DIR</a:t>
            </a:r>
            <a:r>
              <a:rPr lang="zh-CN" altLang="en-US" sz="1600" b="0" dirty="0">
                <a:latin typeface="微软雅黑" panose="020B0503020204020204" pitchFamily="34" charset="-122"/>
                <a:ea typeface="微软雅黑" panose="020B0503020204020204" pitchFamily="34" charset="-122"/>
              </a:rPr>
              <a:t>目录中查找</a:t>
            </a:r>
            <a:r>
              <a:rPr lang="en-US" altLang="zh-CN" sz="1600" b="0" dirty="0" smtClean="0">
                <a:latin typeface="微软雅黑" panose="020B0503020204020204" pitchFamily="34" charset="-122"/>
                <a:ea typeface="微软雅黑" panose="020B0503020204020204" pitchFamily="34" charset="-122"/>
              </a:rPr>
              <a:t>CONFIGURATION_FILE_EXTENSION</a:t>
            </a:r>
            <a:r>
              <a:rPr lang="zh-CN" altLang="en-US" sz="1600" b="0" dirty="0">
                <a:latin typeface="微软雅黑" panose="020B0503020204020204" pitchFamily="34" charset="-122"/>
                <a:ea typeface="微软雅黑" panose="020B0503020204020204" pitchFamily="34" charset="-122"/>
              </a:rPr>
              <a:t>类型</a:t>
            </a:r>
            <a:r>
              <a:rPr lang="zh-CN" altLang="en-US" sz="1600" b="0" dirty="0" smtClean="0">
                <a:latin typeface="微软雅黑" panose="020B0503020204020204" pitchFamily="34" charset="-122"/>
                <a:ea typeface="微软雅黑" panose="020B0503020204020204" pitchFamily="34" charset="-122"/>
              </a:rPr>
              <a:t>的文件。</a:t>
            </a:r>
            <a:endParaRPr lang="en-US" altLang="zh-CN" sz="1600" b="0" dirty="0">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static </a:t>
            </a:r>
            <a:r>
              <a:rPr lang="en-US" altLang="zh-CN" sz="1400" b="0" dirty="0" err="1">
                <a:solidFill>
                  <a:srgbClr val="0070C0"/>
                </a:solidFill>
                <a:latin typeface="微软雅黑" panose="020B0503020204020204" pitchFamily="34" charset="-122"/>
                <a:ea typeface="微软雅黑" panose="020B0503020204020204" pitchFamily="34" charset="-122"/>
              </a:rPr>
              <a:t>const</a:t>
            </a:r>
            <a:r>
              <a:rPr lang="en-US" altLang="zh-CN" sz="1400" b="0" dirty="0">
                <a:solidFill>
                  <a:srgbClr val="0070C0"/>
                </a:solidFill>
                <a:latin typeface="微软雅黑" panose="020B0503020204020204" pitchFamily="34" charset="-122"/>
                <a:ea typeface="微软雅黑" panose="020B0503020204020204" pitchFamily="34" charset="-122"/>
              </a:rPr>
              <a:t> char* CONFIGURATION_FILE_DIR[] =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idc</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keylayout</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keychars</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static </a:t>
            </a:r>
            <a:r>
              <a:rPr lang="en-US" altLang="zh-CN" sz="1400" b="0" dirty="0" err="1">
                <a:solidFill>
                  <a:srgbClr val="0070C0"/>
                </a:solidFill>
                <a:latin typeface="微软雅黑" panose="020B0503020204020204" pitchFamily="34" charset="-122"/>
                <a:ea typeface="微软雅黑" panose="020B0503020204020204" pitchFamily="34" charset="-122"/>
              </a:rPr>
              <a:t>const</a:t>
            </a:r>
            <a:r>
              <a:rPr lang="en-US" altLang="zh-CN" sz="1400" b="0" dirty="0">
                <a:solidFill>
                  <a:srgbClr val="0070C0"/>
                </a:solidFill>
                <a:latin typeface="微软雅黑" panose="020B0503020204020204" pitchFamily="34" charset="-122"/>
                <a:ea typeface="微软雅黑" panose="020B0503020204020204" pitchFamily="34" charset="-122"/>
              </a:rPr>
              <a:t> char* CONFIGURATION_FILE_EXTENSION[] =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idc</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0070C0"/>
                </a:solidFill>
                <a:latin typeface="微软雅黑" panose="020B0503020204020204" pitchFamily="34" charset="-122"/>
                <a:ea typeface="微软雅黑" panose="020B0503020204020204" pitchFamily="34" charset="-122"/>
              </a:rPr>
              <a:t>".kl</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kcm</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a:t>
            </a:r>
          </a:p>
        </p:txBody>
      </p:sp>
      <p:pic>
        <p:nvPicPr>
          <p:cNvPr id="3" name="图片 2"/>
          <p:cNvPicPr>
            <a:picLocks noChangeAspect="1"/>
          </p:cNvPicPr>
          <p:nvPr/>
        </p:nvPicPr>
        <p:blipFill>
          <a:blip r:embed="rId2"/>
          <a:stretch>
            <a:fillRect/>
          </a:stretch>
        </p:blipFill>
        <p:spPr>
          <a:xfrm>
            <a:off x="142912" y="1700808"/>
            <a:ext cx="8048625" cy="3009900"/>
          </a:xfrm>
          <a:prstGeom prst="rect">
            <a:avLst/>
          </a:prstGeom>
        </p:spPr>
      </p:pic>
    </p:spTree>
    <p:extLst>
      <p:ext uri="{BB962C8B-B14F-4D97-AF65-F5344CB8AC3E}">
        <p14:creationId xmlns:p14="http://schemas.microsoft.com/office/powerpoint/2010/main" val="208240289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err="1">
                <a:latin typeface="微软雅黑" panose="020B0503020204020204" pitchFamily="34" charset="-122"/>
                <a:ea typeface="微软雅黑" panose="020B0503020204020204" pitchFamily="34" charset="-122"/>
              </a:rPr>
              <a:t>InputDevice</a:t>
            </a:r>
            <a:r>
              <a:rPr lang="zh-CN" altLang="en-US" sz="2400" b="0" dirty="0">
                <a:latin typeface="微软雅黑" panose="020B0503020204020204" pitchFamily="34" charset="-122"/>
                <a:ea typeface="微软雅黑" panose="020B0503020204020204" pitchFamily="34" charset="-122"/>
              </a:rPr>
              <a:t>及</a:t>
            </a:r>
            <a:r>
              <a:rPr lang="en-US" altLang="zh-CN" sz="2400" b="0" dirty="0" err="1">
                <a:latin typeface="微软雅黑" panose="020B0503020204020204" pitchFamily="34" charset="-122"/>
                <a:ea typeface="微软雅黑" panose="020B0503020204020204" pitchFamily="34" charset="-122"/>
              </a:rPr>
              <a:t>idc</a:t>
            </a:r>
            <a:r>
              <a:rPr lang="zh-CN" altLang="en-US" sz="2400" b="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kl</a:t>
            </a:r>
            <a:r>
              <a:rPr lang="zh-CN" altLang="en-US" sz="2400" b="0" dirty="0">
                <a:latin typeface="微软雅黑" panose="020B0503020204020204" pitchFamily="34" charset="-122"/>
                <a:ea typeface="微软雅黑" panose="020B0503020204020204" pitchFamily="34" charset="-122"/>
              </a:rPr>
              <a:t>、</a:t>
            </a:r>
            <a:r>
              <a:rPr lang="en-US" altLang="zh-CN" sz="2400" b="0" dirty="0" err="1">
                <a:latin typeface="微软雅黑" panose="020B0503020204020204" pitchFamily="34" charset="-122"/>
                <a:ea typeface="微软雅黑" panose="020B0503020204020204" pitchFamily="34" charset="-122"/>
              </a:rPr>
              <a:t>kcm</a:t>
            </a:r>
            <a:r>
              <a:rPr lang="zh-CN" altLang="en-US" sz="2400" b="0" dirty="0">
                <a:latin typeface="微软雅黑" panose="020B0503020204020204" pitchFamily="34" charset="-122"/>
                <a:ea typeface="微软雅黑" panose="020B0503020204020204" pitchFamily="34" charset="-122"/>
              </a:rPr>
              <a:t>配置</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2831544"/>
          </a:xfrm>
          <a:prstGeom prst="rect">
            <a:avLst/>
          </a:prstGeom>
          <a:noFill/>
        </p:spPr>
        <p:txBody>
          <a:bodyPr wrap="square" rtlCol="0">
            <a:spAutoFit/>
          </a:bodyPr>
          <a:lstStyle/>
          <a:p>
            <a:pPr algn="l"/>
            <a:r>
              <a:rPr lang="zh-CN" altLang="en-US" sz="1600" b="0" dirty="0" smtClean="0">
                <a:latin typeface="微软雅黑" panose="020B0503020204020204" pitchFamily="34" charset="-122"/>
                <a:ea typeface="微软雅黑" panose="020B0503020204020204" pitchFamily="34" charset="-122"/>
              </a:rPr>
              <a:t>具体文件名的组成规则，按尝试顺序有三种如下：</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400" b="0" dirty="0" err="1">
                <a:solidFill>
                  <a:srgbClr val="0070C0"/>
                </a:solidFill>
                <a:latin typeface="微软雅黑" panose="020B0503020204020204" pitchFamily="34" charset="-122"/>
                <a:ea typeface="微软雅黑" panose="020B0503020204020204" pitchFamily="34" charset="-122"/>
              </a:rPr>
              <a:t>StringPrintf</a:t>
            </a:r>
            <a:r>
              <a:rPr lang="en-US" altLang="zh-CN" sz="1400" b="0" dirty="0">
                <a:solidFill>
                  <a:srgbClr val="0070C0"/>
                </a:solidFill>
                <a:latin typeface="微软雅黑" panose="020B0503020204020204" pitchFamily="34" charset="-122"/>
                <a:ea typeface="微软雅黑" panose="020B0503020204020204" pitchFamily="34" charset="-122"/>
              </a:rPr>
              <a:t>("Vendor_%04x_Product_%04x_Version_%04x",</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deviceIdentifier.vendor</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deviceIdentifier.product</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deviceIdentifier.version</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endParaRPr lang="en-US" altLang="zh-CN" sz="1600" b="0" dirty="0" smtClean="0">
              <a:latin typeface="微软雅黑" panose="020B0503020204020204" pitchFamily="34" charset="-122"/>
              <a:ea typeface="微软雅黑" panose="020B0503020204020204" pitchFamily="34" charset="-122"/>
            </a:endParaRPr>
          </a:p>
          <a:p>
            <a:pPr algn="l"/>
            <a:r>
              <a:rPr lang="en-US" altLang="zh-CN" sz="1400" b="0" dirty="0" err="1">
                <a:solidFill>
                  <a:srgbClr val="0070C0"/>
                </a:solidFill>
                <a:latin typeface="微软雅黑" panose="020B0503020204020204" pitchFamily="34" charset="-122"/>
                <a:ea typeface="微软雅黑" panose="020B0503020204020204" pitchFamily="34" charset="-122"/>
              </a:rPr>
              <a:t>StringPrintf</a:t>
            </a:r>
            <a:r>
              <a:rPr lang="en-US" altLang="zh-CN" sz="1400" b="0" dirty="0">
                <a:solidFill>
                  <a:srgbClr val="0070C0"/>
                </a:solidFill>
                <a:latin typeface="微软雅黑" panose="020B0503020204020204" pitchFamily="34" charset="-122"/>
                <a:ea typeface="微软雅黑" panose="020B0503020204020204" pitchFamily="34" charset="-122"/>
              </a:rPr>
              <a:t>("Vendor_%04x_Product_%04x",</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deviceIdentifier.vendor</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deviceIdentifier.product</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err="1">
                <a:solidFill>
                  <a:srgbClr val="0070C0"/>
                </a:solidFill>
                <a:latin typeface="微软雅黑" panose="020B0503020204020204" pitchFamily="34" charset="-122"/>
                <a:ea typeface="微软雅黑" panose="020B0503020204020204" pitchFamily="34" charset="-122"/>
              </a:rPr>
              <a:t>deviceIdentifier.getCanonicalName</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zh-CN" altLang="en-US" sz="1600" b="0" dirty="0" smtClean="0">
                <a:latin typeface="微软雅黑" panose="020B0503020204020204" pitchFamily="34" charset="-122"/>
                <a:ea typeface="微软雅黑" panose="020B0503020204020204" pitchFamily="34" charset="-122"/>
              </a:rPr>
              <a:t>这三种文件命名规则，配合之前的文件类型和文件夹路径，组合成完整文件路径。</a:t>
            </a:r>
            <a:endParaRPr lang="en-US" altLang="zh-CN" sz="1600" b="0" dirty="0" smtClean="0">
              <a:latin typeface="微软雅黑" panose="020B0503020204020204" pitchFamily="34" charset="-122"/>
              <a:ea typeface="微软雅黑" panose="020B0503020204020204" pitchFamily="34" charset="-122"/>
            </a:endParaRPr>
          </a:p>
          <a:p>
            <a:pPr algn="l"/>
            <a:r>
              <a:rPr lang="zh-CN" altLang="en-US" sz="1600" b="0" dirty="0">
                <a:latin typeface="微软雅黑" panose="020B0503020204020204" pitchFamily="34" charset="-122"/>
                <a:ea typeface="微软雅黑" panose="020B0503020204020204" pitchFamily="34" charset="-122"/>
              </a:rPr>
              <a:t>同</a:t>
            </a:r>
            <a:r>
              <a:rPr lang="zh-CN" altLang="en-US" sz="1600" b="0" dirty="0" smtClean="0">
                <a:latin typeface="微软雅黑" panose="020B0503020204020204" pitchFamily="34" charset="-122"/>
                <a:ea typeface="微软雅黑" panose="020B0503020204020204" pitchFamily="34" charset="-122"/>
              </a:rPr>
              <a:t>一类型的配置</a:t>
            </a:r>
            <a:r>
              <a:rPr lang="en-US" altLang="zh-CN" sz="1600" b="0" dirty="0" smtClean="0">
                <a:latin typeface="微软雅黑" panose="020B0503020204020204" pitchFamily="34" charset="-122"/>
                <a:ea typeface="微软雅黑" panose="020B0503020204020204" pitchFamily="34" charset="-122"/>
              </a:rPr>
              <a:t>(</a:t>
            </a:r>
            <a:r>
              <a:rPr lang="en-US" altLang="zh-CN" sz="1600" b="0" dirty="0" err="1" smtClean="0">
                <a:latin typeface="微软雅黑" panose="020B0503020204020204" pitchFamily="34" charset="-122"/>
                <a:ea typeface="微软雅黑" panose="020B0503020204020204" pitchFamily="34" charset="-122"/>
              </a:rPr>
              <a:t>idc</a:t>
            </a:r>
            <a:r>
              <a:rPr lang="en-US" altLang="zh-CN" sz="1600" b="0" dirty="0" smtClean="0">
                <a:latin typeface="微软雅黑" panose="020B0503020204020204" pitchFamily="34" charset="-122"/>
                <a:ea typeface="微软雅黑" panose="020B0503020204020204" pitchFamily="34" charset="-122"/>
              </a:rPr>
              <a:t>/kl/</a:t>
            </a:r>
            <a:r>
              <a:rPr lang="en-US" altLang="zh-CN" sz="1600" b="0" dirty="0" err="1" smtClean="0">
                <a:latin typeface="微软雅黑" panose="020B0503020204020204" pitchFamily="34" charset="-122"/>
                <a:ea typeface="微软雅黑" panose="020B0503020204020204" pitchFamily="34" charset="-122"/>
              </a:rPr>
              <a:t>kcm</a:t>
            </a:r>
            <a:r>
              <a:rPr lang="en-US" altLang="zh-CN" sz="1600" b="0" dirty="0" smtClean="0">
                <a:latin typeface="微软雅黑" panose="020B0503020204020204" pitchFamily="34" charset="-122"/>
                <a:ea typeface="微软雅黑" panose="020B0503020204020204" pitchFamily="34" charset="-122"/>
              </a:rPr>
              <a:t>)</a:t>
            </a:r>
            <a:r>
              <a:rPr lang="zh-CN" altLang="en-US" sz="1600" b="0" dirty="0" smtClean="0">
                <a:latin typeface="微软雅黑" panose="020B0503020204020204" pitchFamily="34" charset="-122"/>
                <a:ea typeface="微软雅黑" panose="020B0503020204020204" pitchFamily="34" charset="-122"/>
              </a:rPr>
              <a:t>，加载到可读取的配置文件后，就不会继续尝试加载其他可能的文件了。</a:t>
            </a:r>
            <a:endParaRPr lang="en-US" altLang="zh-CN" sz="1600" b="0"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2605287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err="1">
                <a:latin typeface="微软雅黑" panose="020B0503020204020204" pitchFamily="34" charset="-122"/>
                <a:ea typeface="微软雅黑" panose="020B0503020204020204" pitchFamily="34" charset="-122"/>
              </a:rPr>
              <a:t>InputDevice</a:t>
            </a:r>
            <a:r>
              <a:rPr lang="zh-CN" altLang="en-US" sz="2400" b="0" dirty="0">
                <a:latin typeface="微软雅黑" panose="020B0503020204020204" pitchFamily="34" charset="-122"/>
                <a:ea typeface="微软雅黑" panose="020B0503020204020204" pitchFamily="34" charset="-122"/>
              </a:rPr>
              <a:t>及</a:t>
            </a:r>
            <a:r>
              <a:rPr lang="en-US" altLang="zh-CN" sz="2400" b="0" dirty="0" err="1">
                <a:latin typeface="微软雅黑" panose="020B0503020204020204" pitchFamily="34" charset="-122"/>
                <a:ea typeface="微软雅黑" panose="020B0503020204020204" pitchFamily="34" charset="-122"/>
              </a:rPr>
              <a:t>idc</a:t>
            </a:r>
            <a:r>
              <a:rPr lang="zh-CN" altLang="en-US" sz="2400" b="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kl</a:t>
            </a:r>
            <a:r>
              <a:rPr lang="zh-CN" altLang="en-US" sz="2400" b="0" dirty="0">
                <a:latin typeface="微软雅黑" panose="020B0503020204020204" pitchFamily="34" charset="-122"/>
                <a:ea typeface="微软雅黑" panose="020B0503020204020204" pitchFamily="34" charset="-122"/>
              </a:rPr>
              <a:t>、</a:t>
            </a:r>
            <a:r>
              <a:rPr lang="en-US" altLang="zh-CN" sz="2400" b="0" dirty="0" err="1">
                <a:latin typeface="微软雅黑" panose="020B0503020204020204" pitchFamily="34" charset="-122"/>
                <a:ea typeface="微软雅黑" panose="020B0503020204020204" pitchFamily="34" charset="-122"/>
              </a:rPr>
              <a:t>kcm</a:t>
            </a:r>
            <a:r>
              <a:rPr lang="zh-CN" altLang="en-US" sz="2400" b="0" dirty="0">
                <a:latin typeface="微软雅黑" panose="020B0503020204020204" pitchFamily="34" charset="-122"/>
                <a:ea typeface="微软雅黑" panose="020B0503020204020204" pitchFamily="34" charset="-122"/>
              </a:rPr>
              <a:t>配置</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5262979"/>
          </a:xfrm>
          <a:prstGeom prst="rect">
            <a:avLst/>
          </a:prstGeom>
          <a:noFill/>
        </p:spPr>
        <p:txBody>
          <a:bodyPr wrap="square" rtlCol="0">
            <a:spAutoFit/>
          </a:bodyPr>
          <a:lstStyle/>
          <a:p>
            <a:pPr algn="l"/>
            <a:r>
              <a:rPr lang="en-US" altLang="zh-CN" sz="1600" b="0" dirty="0" err="1" smtClean="0">
                <a:latin typeface="微软雅黑" panose="020B0503020204020204" pitchFamily="34" charset="-122"/>
                <a:ea typeface="微软雅黑" panose="020B0503020204020204" pitchFamily="34" charset="-122"/>
              </a:rPr>
              <a:t>idc</a:t>
            </a:r>
            <a:r>
              <a:rPr lang="zh-CN" altLang="en-US" sz="1600" b="0" dirty="0" smtClean="0">
                <a:latin typeface="微软雅黑" panose="020B0503020204020204" pitchFamily="34" charset="-122"/>
                <a:ea typeface="微软雅黑" panose="020B0503020204020204" pitchFamily="34" charset="-122"/>
              </a:rPr>
              <a:t>配置文件：</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600" b="0" dirty="0" err="1" smtClean="0">
                <a:latin typeface="微软雅黑" panose="020B0503020204020204" pitchFamily="34" charset="-122"/>
                <a:ea typeface="微软雅黑" panose="020B0503020204020204" pitchFamily="34" charset="-122"/>
              </a:rPr>
              <a:t>idc</a:t>
            </a:r>
            <a:r>
              <a:rPr lang="en-US" altLang="zh-CN" sz="1600" b="0" dirty="0" smtClean="0">
                <a:latin typeface="微软雅黑" panose="020B0503020204020204" pitchFamily="34" charset="-122"/>
                <a:ea typeface="微软雅黑" panose="020B0503020204020204" pitchFamily="34" charset="-122"/>
              </a:rPr>
              <a:t> </a:t>
            </a:r>
            <a:r>
              <a:rPr lang="zh-CN" altLang="en-US" sz="1600" b="0" dirty="0" smtClean="0">
                <a:latin typeface="微软雅黑" panose="020B0503020204020204" pitchFamily="34" charset="-122"/>
                <a:ea typeface="微软雅黑" panose="020B0503020204020204" pitchFamily="34" charset="-122"/>
              </a:rPr>
              <a:t>是</a:t>
            </a:r>
            <a:r>
              <a:rPr lang="en-US" altLang="zh-CN" sz="1600" b="0" dirty="0" smtClean="0">
                <a:latin typeface="微软雅黑" panose="020B0503020204020204" pitchFamily="34" charset="-122"/>
                <a:ea typeface="微软雅黑" panose="020B0503020204020204" pitchFamily="34" charset="-122"/>
              </a:rPr>
              <a:t>Input Device Configuration</a:t>
            </a:r>
            <a:r>
              <a:rPr lang="zh-CN" altLang="en-US" sz="1600" b="0" dirty="0" smtClean="0">
                <a:latin typeface="微软雅黑" panose="020B0503020204020204" pitchFamily="34" charset="-122"/>
                <a:ea typeface="微软雅黑" panose="020B0503020204020204" pitchFamily="34" charset="-122"/>
              </a:rPr>
              <a:t>的缩写，输入设备配置文件（</a:t>
            </a:r>
            <a:r>
              <a:rPr lang="en-US" altLang="zh-CN" sz="1600" b="0" dirty="0" smtClean="0">
                <a:latin typeface="微软雅黑" panose="020B0503020204020204" pitchFamily="34" charset="-122"/>
                <a:ea typeface="微软雅黑" panose="020B0503020204020204" pitchFamily="34" charset="-122"/>
              </a:rPr>
              <a:t>.</a:t>
            </a:r>
            <a:r>
              <a:rPr lang="en-US" altLang="zh-CN" sz="1600" b="0" dirty="0" err="1" smtClean="0">
                <a:latin typeface="微软雅黑" panose="020B0503020204020204" pitchFamily="34" charset="-122"/>
                <a:ea typeface="微软雅黑" panose="020B0503020204020204" pitchFamily="34" charset="-122"/>
              </a:rPr>
              <a:t>idc</a:t>
            </a:r>
            <a:r>
              <a:rPr lang="en-US" altLang="zh-CN" sz="1600" b="0" dirty="0" smtClean="0">
                <a:latin typeface="微软雅黑" panose="020B0503020204020204" pitchFamily="34" charset="-122"/>
                <a:ea typeface="微软雅黑" panose="020B0503020204020204" pitchFamily="34" charset="-122"/>
              </a:rPr>
              <a:t> </a:t>
            </a:r>
            <a:r>
              <a:rPr lang="zh-CN" altLang="en-US" sz="1600" b="0" dirty="0" smtClean="0">
                <a:latin typeface="微软雅黑" panose="020B0503020204020204" pitchFamily="34" charset="-122"/>
                <a:ea typeface="微软雅黑" panose="020B0503020204020204" pitchFamily="34" charset="-122"/>
              </a:rPr>
              <a:t>文件）包含特定设备的配置</a:t>
            </a:r>
            <a:r>
              <a:rPr lang="zh-CN" altLang="en-US" sz="1600" b="0" dirty="0">
                <a:latin typeface="微软雅黑" panose="020B0503020204020204" pitchFamily="34" charset="-122"/>
                <a:ea typeface="微软雅黑" panose="020B0503020204020204" pitchFamily="34" charset="-122"/>
              </a:rPr>
              <a:t>属性，这些属性会影响输入设备的</a:t>
            </a:r>
            <a:r>
              <a:rPr lang="zh-CN" altLang="en-US" sz="1600" b="0" dirty="0" smtClean="0">
                <a:latin typeface="微软雅黑" panose="020B0503020204020204" pitchFamily="34" charset="-122"/>
                <a:ea typeface="微软雅黑" panose="020B0503020204020204" pitchFamily="34" charset="-122"/>
              </a:rPr>
              <a:t>行为。</a:t>
            </a:r>
            <a:endParaRPr lang="en-US" altLang="zh-CN" sz="1600" b="0" dirty="0" smtClean="0">
              <a:latin typeface="微软雅黑" panose="020B0503020204020204" pitchFamily="34" charset="-122"/>
              <a:ea typeface="微软雅黑" panose="020B0503020204020204" pitchFamily="34" charset="-122"/>
            </a:endParaRPr>
          </a:p>
          <a:p>
            <a:pPr algn="l"/>
            <a:r>
              <a:rPr lang="zh-CN" altLang="en-US" sz="1600" b="0" dirty="0">
                <a:latin typeface="微软雅黑" panose="020B0503020204020204" pitchFamily="34" charset="-122"/>
                <a:ea typeface="微软雅黑" panose="020B0503020204020204" pitchFamily="34" charset="-122"/>
              </a:rPr>
              <a:t>输入设备配置文件是由属性分配和注释组成的纯文本文件。</a:t>
            </a:r>
          </a:p>
          <a:p>
            <a:pPr algn="l"/>
            <a:r>
              <a:rPr lang="zh-CN" altLang="en-US" sz="1600" b="0" dirty="0" smtClean="0">
                <a:latin typeface="微软雅黑" panose="020B0503020204020204" pitchFamily="34" charset="-122"/>
                <a:ea typeface="微软雅黑" panose="020B0503020204020204" pitchFamily="34" charset="-122"/>
              </a:rPr>
              <a:t>属性</a:t>
            </a:r>
            <a:r>
              <a:rPr lang="zh-CN" altLang="en-US" sz="1600" b="0" dirty="0">
                <a:latin typeface="微软雅黑" panose="020B0503020204020204" pitchFamily="34" charset="-122"/>
                <a:ea typeface="微软雅黑" panose="020B0503020204020204" pitchFamily="34" charset="-122"/>
              </a:rPr>
              <a:t>分配均由属性名称、</a:t>
            </a:r>
            <a:r>
              <a:rPr lang="en-US" altLang="zh-CN" sz="1600" b="0" dirty="0">
                <a:latin typeface="微软雅黑" panose="020B0503020204020204" pitchFamily="34" charset="-122"/>
                <a:ea typeface="微软雅黑" panose="020B0503020204020204" pitchFamily="34" charset="-122"/>
              </a:rPr>
              <a:t>=</a:t>
            </a:r>
            <a:r>
              <a:rPr lang="zh-CN" altLang="en-US" sz="1600" b="0" dirty="0">
                <a:latin typeface="微软雅黑" panose="020B0503020204020204" pitchFamily="34" charset="-122"/>
                <a:ea typeface="微软雅黑" panose="020B0503020204020204" pitchFamily="34" charset="-122"/>
              </a:rPr>
              <a:t>、属性值和新行组成</a:t>
            </a:r>
            <a:r>
              <a:rPr lang="zh-CN" altLang="en-US" sz="1600" b="0" dirty="0" smtClean="0">
                <a:latin typeface="微软雅黑" panose="020B0503020204020204" pitchFamily="34" charset="-122"/>
                <a:ea typeface="微软雅黑" panose="020B0503020204020204" pitchFamily="34" charset="-122"/>
              </a:rPr>
              <a:t>。</a:t>
            </a:r>
            <a:endParaRPr lang="en-US" altLang="zh-CN" sz="1600" b="0" dirty="0" smtClean="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例如：</a:t>
            </a:r>
            <a:r>
              <a:rPr lang="en-US" altLang="zh-CN" sz="1600" b="0" dirty="0" smtClean="0">
                <a:latin typeface="微软雅黑" panose="020B0503020204020204" pitchFamily="34" charset="-122"/>
                <a:ea typeface="微软雅黑" panose="020B0503020204020204" pitchFamily="34" charset="-122"/>
              </a:rPr>
              <a:t>property </a:t>
            </a:r>
            <a:r>
              <a:rPr lang="en-US" altLang="zh-CN" sz="1600" b="0" dirty="0">
                <a:latin typeface="微软雅黑" panose="020B0503020204020204" pitchFamily="34" charset="-122"/>
                <a:ea typeface="微软雅黑" panose="020B0503020204020204" pitchFamily="34" charset="-122"/>
              </a:rPr>
              <a:t>= </a:t>
            </a:r>
            <a:r>
              <a:rPr lang="en-US" altLang="zh-CN" sz="1600" b="0" dirty="0" smtClean="0">
                <a:latin typeface="微软雅黑" panose="020B0503020204020204" pitchFamily="34" charset="-122"/>
                <a:ea typeface="微软雅黑" panose="020B0503020204020204" pitchFamily="34" charset="-122"/>
              </a:rPr>
              <a:t>value</a:t>
            </a:r>
          </a:p>
          <a:p>
            <a:pPr algn="l"/>
            <a:r>
              <a:rPr lang="zh-CN" altLang="en-US" sz="1600" b="0" dirty="0" smtClean="0">
                <a:latin typeface="微软雅黑" panose="020B0503020204020204" pitchFamily="34" charset="-122"/>
                <a:ea typeface="微软雅黑" panose="020B0503020204020204" pitchFamily="34" charset="-122"/>
              </a:rPr>
              <a:t>属性</a:t>
            </a:r>
            <a:r>
              <a:rPr lang="zh-CN" altLang="en-US" sz="1600" b="0" dirty="0">
                <a:latin typeface="微软雅黑" panose="020B0503020204020204" pitchFamily="34" charset="-122"/>
                <a:ea typeface="微软雅黑" panose="020B0503020204020204" pitchFamily="34" charset="-122"/>
              </a:rPr>
              <a:t>名称为非空的文字文本标识符，不能包含空格</a:t>
            </a:r>
            <a:r>
              <a:rPr lang="zh-CN" altLang="en-US" sz="1600" b="0" dirty="0" smtClean="0">
                <a:latin typeface="微软雅黑" panose="020B0503020204020204" pitchFamily="34" charset="-122"/>
                <a:ea typeface="微软雅黑" panose="020B0503020204020204" pitchFamily="34" charset="-122"/>
              </a:rPr>
              <a:t>。</a:t>
            </a:r>
            <a:endParaRPr lang="en-US" altLang="zh-CN" sz="1600" b="0" dirty="0" smtClean="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属性</a:t>
            </a:r>
            <a:r>
              <a:rPr lang="zh-CN" altLang="en-US" sz="1600" b="0" dirty="0">
                <a:latin typeface="微软雅黑" panose="020B0503020204020204" pitchFamily="34" charset="-122"/>
                <a:ea typeface="微软雅黑" panose="020B0503020204020204" pitchFamily="34" charset="-122"/>
              </a:rPr>
              <a:t>值为非空字符串文字、整数或浮点数</a:t>
            </a:r>
            <a:r>
              <a:rPr lang="zh-CN" altLang="en-US" sz="1600" b="0" dirty="0" smtClean="0">
                <a:latin typeface="微软雅黑" panose="020B0503020204020204" pitchFamily="34" charset="-122"/>
                <a:ea typeface="微软雅黑" panose="020B0503020204020204" pitchFamily="34" charset="-122"/>
              </a:rPr>
              <a:t>。</a:t>
            </a:r>
            <a:endParaRPr lang="en-US" altLang="zh-CN" sz="1600" b="0" dirty="0" smtClean="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属性</a:t>
            </a:r>
            <a:r>
              <a:rPr lang="zh-CN" altLang="en-US" sz="1600" b="0" dirty="0">
                <a:latin typeface="微软雅黑" panose="020B0503020204020204" pitchFamily="34" charset="-122"/>
                <a:ea typeface="微软雅黑" panose="020B0503020204020204" pitchFamily="34" charset="-122"/>
              </a:rPr>
              <a:t>名称和值区分大小写</a:t>
            </a:r>
            <a:r>
              <a:rPr lang="zh-CN" altLang="en-US" sz="1600" b="0" dirty="0" smtClean="0">
                <a:latin typeface="微软雅黑" panose="020B0503020204020204" pitchFamily="34" charset="-122"/>
                <a:ea typeface="微软雅黑" panose="020B0503020204020204" pitchFamily="34" charset="-122"/>
              </a:rPr>
              <a:t>。</a:t>
            </a:r>
            <a:endParaRPr lang="en-US" altLang="zh-CN" sz="1600" b="0" dirty="0" smtClean="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注释</a:t>
            </a:r>
            <a:r>
              <a:rPr lang="zh-CN" altLang="en-US" sz="1600" b="0" dirty="0">
                <a:latin typeface="微软雅黑" panose="020B0503020204020204" pitchFamily="34" charset="-122"/>
                <a:ea typeface="微软雅黑" panose="020B0503020204020204" pitchFamily="34" charset="-122"/>
              </a:rPr>
              <a:t>行以“</a:t>
            </a:r>
            <a:r>
              <a:rPr lang="en-US" altLang="zh-CN" sz="1600" b="0" dirty="0">
                <a:latin typeface="微软雅黑" panose="020B0503020204020204" pitchFamily="34" charset="-122"/>
                <a:ea typeface="微软雅黑" panose="020B0503020204020204" pitchFamily="34" charset="-122"/>
              </a:rPr>
              <a:t>#”</a:t>
            </a:r>
            <a:r>
              <a:rPr lang="zh-CN" altLang="en-US" sz="1600" b="0" dirty="0">
                <a:latin typeface="微软雅黑" panose="020B0503020204020204" pitchFamily="34" charset="-122"/>
                <a:ea typeface="微软雅黑" panose="020B0503020204020204" pitchFamily="34" charset="-122"/>
              </a:rPr>
              <a:t>开头，并持续到这一行的结束</a:t>
            </a:r>
            <a:r>
              <a:rPr lang="zh-CN" altLang="en-US" sz="1600" b="0" dirty="0" smtClean="0">
                <a:latin typeface="微软雅黑" panose="020B0503020204020204" pitchFamily="34" charset="-122"/>
                <a:ea typeface="微软雅黑" panose="020B0503020204020204" pitchFamily="34" charset="-122"/>
              </a:rPr>
              <a:t>。</a:t>
            </a:r>
            <a:endParaRPr lang="en-US" altLang="zh-CN" sz="1600" b="0" dirty="0" smtClean="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以下是项目中的一个实例，配置的是某个</a:t>
            </a:r>
            <a:r>
              <a:rPr lang="en-US" altLang="zh-CN" sz="1600" b="0" dirty="0" smtClean="0">
                <a:latin typeface="微软雅黑" panose="020B0503020204020204" pitchFamily="34" charset="-122"/>
                <a:ea typeface="微软雅黑" panose="020B0503020204020204" pitchFamily="34" charset="-122"/>
              </a:rPr>
              <a:t>touch</a:t>
            </a:r>
            <a:r>
              <a:rPr lang="zh-CN" altLang="en-US" sz="1600" b="0" dirty="0" smtClean="0">
                <a:latin typeface="微软雅黑" panose="020B0503020204020204" pitchFamily="34" charset="-122"/>
                <a:ea typeface="微软雅黑" panose="020B0503020204020204" pitchFamily="34" charset="-122"/>
              </a:rPr>
              <a:t>设备对应的屏幕，该</a:t>
            </a:r>
            <a:r>
              <a:rPr lang="en-US" altLang="zh-CN" sz="1600" b="0" dirty="0" smtClean="0">
                <a:latin typeface="微软雅黑" panose="020B0503020204020204" pitchFamily="34" charset="-122"/>
                <a:ea typeface="微软雅黑" panose="020B0503020204020204" pitchFamily="34" charset="-122"/>
              </a:rPr>
              <a:t>touch</a:t>
            </a:r>
            <a:r>
              <a:rPr lang="zh-CN" altLang="en-US" sz="1600" b="0" dirty="0" smtClean="0">
                <a:latin typeface="微软雅黑" panose="020B0503020204020204" pitchFamily="34" charset="-122"/>
                <a:ea typeface="微软雅黑" panose="020B0503020204020204" pitchFamily="34" charset="-122"/>
              </a:rPr>
              <a:t>设备的触摸数据会放给指指定的屏幕中：</a:t>
            </a:r>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读取到的配置属性会保存到</a:t>
            </a:r>
            <a:r>
              <a:rPr lang="en-US" altLang="zh-CN" sz="1600" b="0" dirty="0" err="1" smtClean="0">
                <a:latin typeface="微软雅黑" panose="020B0503020204020204" pitchFamily="34" charset="-122"/>
                <a:ea typeface="微软雅黑" panose="020B0503020204020204" pitchFamily="34" charset="-122"/>
              </a:rPr>
              <a:t>InputDevice</a:t>
            </a:r>
            <a:r>
              <a:rPr lang="zh-CN" altLang="en-US" sz="1600" b="0" dirty="0" smtClean="0">
                <a:latin typeface="微软雅黑" panose="020B0503020204020204" pitchFamily="34" charset="-122"/>
                <a:ea typeface="微软雅黑" panose="020B0503020204020204" pitchFamily="34" charset="-122"/>
              </a:rPr>
              <a:t>的</a:t>
            </a:r>
            <a:r>
              <a:rPr lang="en-US" altLang="zh-CN" sz="1600" b="0" dirty="0" err="1" smtClean="0">
                <a:latin typeface="微软雅黑" panose="020B0503020204020204" pitchFamily="34" charset="-122"/>
                <a:ea typeface="微软雅黑" panose="020B0503020204020204" pitchFamily="34" charset="-122"/>
              </a:rPr>
              <a:t>mConfiguration</a:t>
            </a:r>
            <a:r>
              <a:rPr lang="zh-CN" altLang="en-US" sz="1600" b="0" dirty="0" smtClean="0">
                <a:latin typeface="微软雅黑" panose="020B0503020204020204" pitchFamily="34" charset="-122"/>
                <a:ea typeface="微软雅黑" panose="020B0503020204020204" pitchFamily="34" charset="-122"/>
              </a:rPr>
              <a:t>中，是一个键值对集合。</a:t>
            </a:r>
            <a:endParaRPr lang="en-US" altLang="zh-CN" sz="1600" b="0" dirty="0" smtClean="0">
              <a:latin typeface="微软雅黑" panose="020B0503020204020204" pitchFamily="34" charset="-122"/>
              <a:ea typeface="微软雅黑" panose="020B0503020204020204" pitchFamily="34" charset="-122"/>
            </a:endParaRPr>
          </a:p>
          <a:p>
            <a:pPr algn="l"/>
            <a:endParaRPr lang="zh-CN" altLang="en-US"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获取属性值的方法为：</a:t>
            </a:r>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182116" y="3922762"/>
            <a:ext cx="4533900" cy="514350"/>
          </a:xfrm>
          <a:prstGeom prst="rect">
            <a:avLst/>
          </a:prstGeom>
        </p:spPr>
      </p:pic>
      <p:pic>
        <p:nvPicPr>
          <p:cNvPr id="6" name="图片 5"/>
          <p:cNvPicPr>
            <a:picLocks noChangeAspect="1"/>
          </p:cNvPicPr>
          <p:nvPr/>
        </p:nvPicPr>
        <p:blipFill>
          <a:blip r:embed="rId3"/>
          <a:stretch>
            <a:fillRect/>
          </a:stretch>
        </p:blipFill>
        <p:spPr>
          <a:xfrm>
            <a:off x="182116" y="4797152"/>
            <a:ext cx="3267075" cy="409575"/>
          </a:xfrm>
          <a:prstGeom prst="rect">
            <a:avLst/>
          </a:prstGeom>
        </p:spPr>
      </p:pic>
      <p:pic>
        <p:nvPicPr>
          <p:cNvPr id="7" name="图片 6"/>
          <p:cNvPicPr>
            <a:picLocks noChangeAspect="1"/>
          </p:cNvPicPr>
          <p:nvPr/>
        </p:nvPicPr>
        <p:blipFill>
          <a:blip r:embed="rId4"/>
          <a:stretch>
            <a:fillRect/>
          </a:stretch>
        </p:blipFill>
        <p:spPr>
          <a:xfrm>
            <a:off x="182116" y="5615112"/>
            <a:ext cx="8382000" cy="400050"/>
          </a:xfrm>
          <a:prstGeom prst="rect">
            <a:avLst/>
          </a:prstGeom>
        </p:spPr>
      </p:pic>
    </p:spTree>
    <p:extLst>
      <p:ext uri="{BB962C8B-B14F-4D97-AF65-F5344CB8AC3E}">
        <p14:creationId xmlns:p14="http://schemas.microsoft.com/office/powerpoint/2010/main" val="135333219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err="1">
                <a:latin typeface="微软雅黑" panose="020B0503020204020204" pitchFamily="34" charset="-122"/>
                <a:ea typeface="微软雅黑" panose="020B0503020204020204" pitchFamily="34" charset="-122"/>
              </a:rPr>
              <a:t>InputDevice</a:t>
            </a:r>
            <a:r>
              <a:rPr lang="zh-CN" altLang="en-US" sz="2400" b="0" dirty="0">
                <a:latin typeface="微软雅黑" panose="020B0503020204020204" pitchFamily="34" charset="-122"/>
                <a:ea typeface="微软雅黑" panose="020B0503020204020204" pitchFamily="34" charset="-122"/>
              </a:rPr>
              <a:t>及</a:t>
            </a:r>
            <a:r>
              <a:rPr lang="en-US" altLang="zh-CN" sz="2400" b="0" dirty="0" err="1">
                <a:latin typeface="微软雅黑" panose="020B0503020204020204" pitchFamily="34" charset="-122"/>
                <a:ea typeface="微软雅黑" panose="020B0503020204020204" pitchFamily="34" charset="-122"/>
              </a:rPr>
              <a:t>idc</a:t>
            </a:r>
            <a:r>
              <a:rPr lang="zh-CN" altLang="en-US" sz="2400" b="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kl</a:t>
            </a:r>
            <a:r>
              <a:rPr lang="zh-CN" altLang="en-US" sz="2400" b="0" dirty="0">
                <a:latin typeface="微软雅黑" panose="020B0503020204020204" pitchFamily="34" charset="-122"/>
                <a:ea typeface="微软雅黑" panose="020B0503020204020204" pitchFamily="34" charset="-122"/>
              </a:rPr>
              <a:t>、</a:t>
            </a:r>
            <a:r>
              <a:rPr lang="en-US" altLang="zh-CN" sz="2400" b="0" dirty="0" err="1">
                <a:latin typeface="微软雅黑" panose="020B0503020204020204" pitchFamily="34" charset="-122"/>
                <a:ea typeface="微软雅黑" panose="020B0503020204020204" pitchFamily="34" charset="-122"/>
              </a:rPr>
              <a:t>kcm</a:t>
            </a:r>
            <a:r>
              <a:rPr lang="zh-CN" altLang="en-US" sz="2400" b="0" dirty="0">
                <a:latin typeface="微软雅黑" panose="020B0503020204020204" pitchFamily="34" charset="-122"/>
                <a:ea typeface="微软雅黑" panose="020B0503020204020204" pitchFamily="34" charset="-122"/>
              </a:rPr>
              <a:t>配置</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764704"/>
            <a:ext cx="8784976" cy="3754874"/>
          </a:xfrm>
          <a:prstGeom prst="rect">
            <a:avLst/>
          </a:prstGeom>
          <a:noFill/>
        </p:spPr>
        <p:txBody>
          <a:bodyPr wrap="square" rtlCol="0">
            <a:spAutoFit/>
          </a:bodyPr>
          <a:lstStyle/>
          <a:p>
            <a:pPr algn="l"/>
            <a:r>
              <a:rPr lang="en-US" altLang="zh-CN" sz="1600" b="0" dirty="0">
                <a:latin typeface="微软雅黑" panose="020B0503020204020204" pitchFamily="34" charset="-122"/>
                <a:ea typeface="微软雅黑" panose="020B0503020204020204" pitchFamily="34" charset="-122"/>
              </a:rPr>
              <a:t>kl</a:t>
            </a:r>
            <a:r>
              <a:rPr lang="zh-CN" altLang="en-US" sz="1600" b="0" dirty="0" smtClean="0">
                <a:latin typeface="微软雅黑" panose="020B0503020204020204" pitchFamily="34" charset="-122"/>
                <a:ea typeface="微软雅黑" panose="020B0503020204020204" pitchFamily="34" charset="-122"/>
              </a:rPr>
              <a:t>配置文件：</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600" b="0" dirty="0" smtClean="0">
                <a:latin typeface="微软雅黑" panose="020B0503020204020204" pitchFamily="34" charset="-122"/>
                <a:ea typeface="微软雅黑" panose="020B0503020204020204" pitchFamily="34" charset="-122"/>
              </a:rPr>
              <a:t>kl </a:t>
            </a:r>
            <a:r>
              <a:rPr lang="zh-CN" altLang="en-US" sz="1600" b="0" dirty="0" smtClean="0">
                <a:latin typeface="微软雅黑" panose="020B0503020204020204" pitchFamily="34" charset="-122"/>
                <a:ea typeface="微软雅黑" panose="020B0503020204020204" pitchFamily="34" charset="-122"/>
              </a:rPr>
              <a:t>是</a:t>
            </a:r>
            <a:r>
              <a:rPr lang="en-US" altLang="zh-CN" sz="1600" b="0" dirty="0" smtClean="0">
                <a:latin typeface="微软雅黑" panose="020B0503020204020204" pitchFamily="34" charset="-122"/>
                <a:ea typeface="微软雅黑" panose="020B0503020204020204" pitchFamily="34" charset="-122"/>
              </a:rPr>
              <a:t>Key Layout</a:t>
            </a:r>
            <a:r>
              <a:rPr lang="zh-CN" altLang="en-US" sz="1600" b="0" dirty="0" smtClean="0">
                <a:latin typeface="微软雅黑" panose="020B0503020204020204" pitchFamily="34" charset="-122"/>
                <a:ea typeface="微软雅黑" panose="020B0503020204020204" pitchFamily="34" charset="-122"/>
              </a:rPr>
              <a:t>的缩写，</a:t>
            </a:r>
            <a:r>
              <a:rPr lang="en-US" altLang="zh-CN" sz="1600" b="0" dirty="0" smtClean="0">
                <a:latin typeface="微软雅黑" panose="020B0503020204020204" pitchFamily="34" charset="-122"/>
                <a:ea typeface="微软雅黑" panose="020B0503020204020204" pitchFamily="34" charset="-122"/>
              </a:rPr>
              <a:t>.kl </a:t>
            </a:r>
            <a:r>
              <a:rPr lang="zh-CN" altLang="en-US" sz="1600" b="0" dirty="0" smtClean="0">
                <a:latin typeface="微软雅黑" panose="020B0503020204020204" pitchFamily="34" charset="-122"/>
                <a:ea typeface="微软雅黑" panose="020B0503020204020204" pitchFamily="34" charset="-122"/>
              </a:rPr>
              <a:t>文件</a:t>
            </a:r>
            <a:r>
              <a:rPr lang="zh-CN" altLang="en-US" sz="1600" b="0" dirty="0">
                <a:latin typeface="微软雅黑" panose="020B0503020204020204" pitchFamily="34" charset="-122"/>
                <a:ea typeface="微软雅黑" panose="020B0503020204020204" pitchFamily="34" charset="-122"/>
              </a:rPr>
              <a:t>是一个映射文件，是标准</a:t>
            </a:r>
            <a:r>
              <a:rPr lang="en-US" altLang="zh-CN" sz="1600" b="0" dirty="0" err="1">
                <a:latin typeface="微软雅黑" panose="020B0503020204020204" pitchFamily="34" charset="-122"/>
                <a:ea typeface="微软雅黑" panose="020B0503020204020204" pitchFamily="34" charset="-122"/>
              </a:rPr>
              <a:t>linux</a:t>
            </a:r>
            <a:r>
              <a:rPr lang="zh-CN" altLang="en-US" sz="1600" b="0" dirty="0">
                <a:latin typeface="微软雅黑" panose="020B0503020204020204" pitchFamily="34" charset="-122"/>
                <a:ea typeface="微软雅黑" panose="020B0503020204020204" pitchFamily="34" charset="-122"/>
              </a:rPr>
              <a:t>与</a:t>
            </a:r>
            <a:r>
              <a:rPr lang="en-US" altLang="zh-CN" sz="1600" b="0" dirty="0" err="1">
                <a:latin typeface="微软雅黑" panose="020B0503020204020204" pitchFamily="34" charset="-122"/>
                <a:ea typeface="微软雅黑" panose="020B0503020204020204" pitchFamily="34" charset="-122"/>
              </a:rPr>
              <a:t>anroid</a:t>
            </a:r>
            <a:r>
              <a:rPr lang="zh-CN" altLang="en-US" sz="1600" b="0" dirty="0">
                <a:latin typeface="微软雅黑" panose="020B0503020204020204" pitchFamily="34" charset="-122"/>
                <a:ea typeface="微软雅黑" panose="020B0503020204020204" pitchFamily="34" charset="-122"/>
              </a:rPr>
              <a:t>的键值映射文件。</a:t>
            </a:r>
            <a:endParaRPr lang="en-US" altLang="zh-CN" sz="1600" b="0" dirty="0">
              <a:latin typeface="微软雅黑" panose="020B0503020204020204" pitchFamily="34" charset="-122"/>
              <a:ea typeface="微软雅黑" panose="020B0503020204020204" pitchFamily="34" charset="-122"/>
            </a:endParaRPr>
          </a:p>
          <a:p>
            <a:pPr algn="l"/>
            <a:r>
              <a:rPr lang="zh-CN" altLang="en-US" sz="1600" b="0" dirty="0">
                <a:latin typeface="微软雅黑" panose="020B0503020204020204" pitchFamily="34" charset="-122"/>
                <a:ea typeface="微软雅黑" panose="020B0503020204020204" pitchFamily="34" charset="-122"/>
              </a:rPr>
              <a:t>如果没有为设备单独定义</a:t>
            </a:r>
            <a:r>
              <a:rPr lang="en-US" altLang="zh-CN" sz="1600" b="0" dirty="0">
                <a:latin typeface="微软雅黑" panose="020B0503020204020204" pitchFamily="34" charset="-122"/>
                <a:ea typeface="微软雅黑" panose="020B0503020204020204" pitchFamily="34" charset="-122"/>
              </a:rPr>
              <a:t>kl</a:t>
            </a:r>
            <a:r>
              <a:rPr lang="zh-CN" altLang="en-US" sz="1600" b="0" dirty="0">
                <a:latin typeface="微软雅黑" panose="020B0503020204020204" pitchFamily="34" charset="-122"/>
                <a:ea typeface="微软雅黑" panose="020B0503020204020204" pitchFamily="34" charset="-122"/>
              </a:rPr>
              <a:t>文件，那么就会使用默认</a:t>
            </a:r>
            <a:r>
              <a:rPr lang="zh-CN" altLang="en-US" sz="1600" b="0" dirty="0" smtClean="0">
                <a:latin typeface="微软雅黑" panose="020B0503020204020204" pitchFamily="34" charset="-122"/>
                <a:ea typeface="微软雅黑" panose="020B0503020204020204" pitchFamily="34" charset="-122"/>
              </a:rPr>
              <a:t>的</a:t>
            </a:r>
            <a:r>
              <a:rPr lang="en-US" altLang="zh-CN" sz="1600" b="0" dirty="0" err="1" smtClean="0">
                <a:latin typeface="微软雅黑" panose="020B0503020204020204" pitchFamily="34" charset="-122"/>
                <a:ea typeface="微软雅黑" panose="020B0503020204020204" pitchFamily="34" charset="-122"/>
              </a:rPr>
              <a:t>Generic.kl</a:t>
            </a:r>
            <a:r>
              <a:rPr lang="zh-CN" altLang="en-US" sz="1600" b="0" dirty="0">
                <a:latin typeface="微软雅黑" panose="020B0503020204020204" pitchFamily="34" charset="-122"/>
                <a:ea typeface="微软雅黑" panose="020B0503020204020204" pitchFamily="34" charset="-122"/>
              </a:rPr>
              <a:t>文件。</a:t>
            </a:r>
          </a:p>
          <a:p>
            <a:pPr algn="l"/>
            <a:r>
              <a:rPr lang="zh-CN" altLang="en-US" sz="1600" b="0" dirty="0" smtClean="0">
                <a:latin typeface="微软雅黑" panose="020B0503020204020204" pitchFamily="34" charset="-122"/>
                <a:ea typeface="微软雅黑" panose="020B0503020204020204" pitchFamily="34" charset="-122"/>
              </a:rPr>
              <a:t>查看</a:t>
            </a:r>
            <a:r>
              <a:rPr lang="en-US" altLang="zh-CN" sz="1600" b="0" dirty="0" err="1" smtClean="0">
                <a:latin typeface="微软雅黑" panose="020B0503020204020204" pitchFamily="34" charset="-122"/>
                <a:ea typeface="微软雅黑" panose="020B0503020204020204" pitchFamily="34" charset="-122"/>
              </a:rPr>
              <a:t>Generic.kl</a:t>
            </a:r>
            <a:r>
              <a:rPr lang="zh-CN" altLang="en-US" sz="1600" b="0" dirty="0" smtClean="0">
                <a:latin typeface="微软雅黑" panose="020B0503020204020204" pitchFamily="34" charset="-122"/>
                <a:ea typeface="微软雅黑" panose="020B0503020204020204" pitchFamily="34" charset="-122"/>
              </a:rPr>
              <a:t>文件如下图所示：</a:t>
            </a:r>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第</a:t>
            </a:r>
            <a:r>
              <a:rPr lang="en-US" altLang="zh-CN" sz="1600" b="0" dirty="0" smtClean="0">
                <a:latin typeface="微软雅黑" panose="020B0503020204020204" pitchFamily="34" charset="-122"/>
                <a:ea typeface="微软雅黑" panose="020B0503020204020204" pitchFamily="34" charset="-122"/>
              </a:rPr>
              <a:t>1</a:t>
            </a:r>
            <a:r>
              <a:rPr lang="zh-CN" altLang="en-US" sz="1600" b="0" dirty="0" smtClean="0">
                <a:latin typeface="微软雅黑" panose="020B0503020204020204" pitchFamily="34" charset="-122"/>
                <a:ea typeface="微软雅黑" panose="020B0503020204020204" pitchFamily="34" charset="-122"/>
              </a:rPr>
              <a:t>列为类型，</a:t>
            </a:r>
            <a:r>
              <a:rPr lang="zh-CN" altLang="en-US" sz="1600" b="0" dirty="0">
                <a:latin typeface="微软雅黑" panose="020B0503020204020204" pitchFamily="34" charset="-122"/>
                <a:ea typeface="微软雅黑" panose="020B0503020204020204" pitchFamily="34" charset="-122"/>
              </a:rPr>
              <a:t>主要</a:t>
            </a:r>
            <a:r>
              <a:rPr lang="zh-CN" altLang="en-US" sz="1600" b="0" dirty="0" smtClean="0">
                <a:latin typeface="微软雅黑" panose="020B0503020204020204" pitchFamily="34" charset="-122"/>
                <a:ea typeface="微软雅黑" panose="020B0503020204020204" pitchFamily="34" charset="-122"/>
              </a:rPr>
              <a:t>有如下几种：</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600" b="0" dirty="0" smtClean="0">
                <a:latin typeface="微软雅黑" panose="020B0503020204020204" pitchFamily="34" charset="-122"/>
                <a:ea typeface="微软雅黑" panose="020B0503020204020204" pitchFamily="34" charset="-122"/>
              </a:rPr>
              <a:t>1.key : </a:t>
            </a:r>
            <a:r>
              <a:rPr lang="zh-CN" altLang="en-US" sz="1600" b="0" dirty="0" smtClean="0">
                <a:latin typeface="微软雅黑" panose="020B0503020204020204" pitchFamily="34" charset="-122"/>
                <a:ea typeface="微软雅黑" panose="020B0503020204020204" pitchFamily="34" charset="-122"/>
              </a:rPr>
              <a:t>按键事件</a:t>
            </a:r>
            <a:endParaRPr lang="en-US" altLang="zh-CN" sz="1600" b="0" dirty="0">
              <a:latin typeface="微软雅黑" panose="020B0503020204020204" pitchFamily="34" charset="-122"/>
              <a:ea typeface="微软雅黑" panose="020B0503020204020204" pitchFamily="34" charset="-122"/>
            </a:endParaRPr>
          </a:p>
          <a:p>
            <a:pPr algn="l"/>
            <a:r>
              <a:rPr lang="en-US" altLang="zh-CN" sz="1600" b="0" dirty="0" smtClean="0">
                <a:latin typeface="微软雅黑" panose="020B0503020204020204" pitchFamily="34" charset="-122"/>
                <a:ea typeface="微软雅黑" panose="020B0503020204020204" pitchFamily="34" charset="-122"/>
              </a:rPr>
              <a:t>2.Axis : </a:t>
            </a:r>
            <a:r>
              <a:rPr lang="zh-CN" altLang="en-US" sz="1600" b="0" dirty="0" smtClean="0">
                <a:latin typeface="微软雅黑" panose="020B0503020204020204" pitchFamily="34" charset="-122"/>
                <a:ea typeface="微软雅黑" panose="020B0503020204020204" pitchFamily="34" charset="-122"/>
              </a:rPr>
              <a:t>摇杆事件</a:t>
            </a:r>
            <a:endParaRPr lang="en-US" altLang="zh-CN" sz="1600" b="0" dirty="0" smtClean="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第</a:t>
            </a:r>
            <a:r>
              <a:rPr lang="en-US" altLang="zh-CN" sz="1600" b="0" dirty="0" smtClean="0">
                <a:latin typeface="微软雅黑" panose="020B0503020204020204" pitchFamily="34" charset="-122"/>
                <a:ea typeface="微软雅黑" panose="020B0503020204020204" pitchFamily="34" charset="-122"/>
              </a:rPr>
              <a:t>2</a:t>
            </a:r>
            <a:r>
              <a:rPr lang="zh-CN" altLang="en-US" sz="1600" b="0" dirty="0" smtClean="0">
                <a:latin typeface="微软雅黑" panose="020B0503020204020204" pitchFamily="34" charset="-122"/>
                <a:ea typeface="微软雅黑" panose="020B0503020204020204" pitchFamily="34" charset="-122"/>
              </a:rPr>
              <a:t>列为</a:t>
            </a:r>
            <a:r>
              <a:rPr lang="en-US" altLang="zh-CN" sz="1600" b="0" dirty="0" smtClean="0">
                <a:latin typeface="微软雅黑" panose="020B0503020204020204" pitchFamily="34" charset="-122"/>
                <a:ea typeface="微软雅黑" panose="020B0503020204020204" pitchFamily="34" charset="-122"/>
              </a:rPr>
              <a:t>kernel</a:t>
            </a:r>
            <a:r>
              <a:rPr lang="zh-CN" altLang="en-US" sz="1600" b="0" dirty="0" smtClean="0">
                <a:latin typeface="微软雅黑" panose="020B0503020204020204" pitchFamily="34" charset="-122"/>
                <a:ea typeface="微软雅黑" panose="020B0503020204020204" pitchFamily="34" charset="-122"/>
              </a:rPr>
              <a:t>通知上来的事件</a:t>
            </a:r>
            <a:r>
              <a:rPr lang="en-US" altLang="zh-CN" sz="1600" b="0" dirty="0" smtClean="0">
                <a:latin typeface="微软雅黑" panose="020B0503020204020204" pitchFamily="34" charset="-122"/>
                <a:ea typeface="微软雅黑" panose="020B0503020204020204" pitchFamily="34" charset="-122"/>
              </a:rPr>
              <a:t>id</a:t>
            </a:r>
            <a:r>
              <a:rPr lang="zh-CN" altLang="en-US" sz="1600" b="0" dirty="0" smtClean="0">
                <a:latin typeface="微软雅黑" panose="020B0503020204020204" pitchFamily="34" charset="-122"/>
                <a:ea typeface="微软雅黑" panose="020B0503020204020204" pitchFamily="34" charset="-122"/>
              </a:rPr>
              <a:t>，通常定义在</a:t>
            </a:r>
            <a:r>
              <a:rPr lang="en-US" altLang="zh-CN" sz="1600" b="0" dirty="0" smtClean="0">
                <a:latin typeface="微软雅黑" panose="020B0503020204020204" pitchFamily="34" charset="-122"/>
                <a:ea typeface="微软雅黑" panose="020B0503020204020204" pitchFamily="34" charset="-122"/>
              </a:rPr>
              <a:t>kernel</a:t>
            </a:r>
            <a:r>
              <a:rPr lang="zh-CN" altLang="en-US" sz="1600" b="0" dirty="0" smtClean="0">
                <a:latin typeface="微软雅黑" panose="020B0503020204020204" pitchFamily="34" charset="-122"/>
                <a:ea typeface="微软雅黑" panose="020B0503020204020204" pitchFamily="34" charset="-122"/>
              </a:rPr>
              <a:t>中</a:t>
            </a:r>
            <a:r>
              <a:rPr lang="zh-CN" altLang="en-US" sz="1600" b="0" dirty="0" smtClean="0">
                <a:latin typeface="微软雅黑" panose="020B0503020204020204" pitchFamily="34" charset="-122"/>
                <a:ea typeface="微软雅黑" panose="020B0503020204020204" pitchFamily="34" charset="-122"/>
              </a:rPr>
              <a:t>的</a:t>
            </a:r>
            <a:r>
              <a:rPr lang="en-US" altLang="zh-CN" sz="1600" b="0" dirty="0" smtClean="0">
                <a:latin typeface="微软雅黑" panose="020B0503020204020204" pitchFamily="34" charset="-122"/>
                <a:ea typeface="微软雅黑" panose="020B0503020204020204" pitchFamily="34" charset="-122"/>
              </a:rPr>
              <a:t>input-event-</a:t>
            </a:r>
            <a:r>
              <a:rPr lang="en-US" altLang="zh-CN" sz="1600" b="0" dirty="0" err="1" smtClean="0">
                <a:latin typeface="微软雅黑" panose="020B0503020204020204" pitchFamily="34" charset="-122"/>
                <a:ea typeface="微软雅黑" panose="020B0503020204020204" pitchFamily="34" charset="-122"/>
              </a:rPr>
              <a:t>codes.h</a:t>
            </a:r>
            <a:r>
              <a:rPr lang="zh-CN" altLang="en-US" sz="1600" b="0" dirty="0" smtClean="0">
                <a:latin typeface="微软雅黑" panose="020B0503020204020204" pitchFamily="34" charset="-122"/>
                <a:ea typeface="微软雅黑" panose="020B0503020204020204" pitchFamily="34" charset="-122"/>
              </a:rPr>
              <a:t>文件中。</a:t>
            </a:r>
            <a:endParaRPr lang="en-US" altLang="zh-CN" sz="1600" b="0" dirty="0" smtClean="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第</a:t>
            </a:r>
            <a:r>
              <a:rPr lang="en-US" altLang="zh-CN" sz="1600" b="0" dirty="0" smtClean="0">
                <a:latin typeface="微软雅黑" panose="020B0503020204020204" pitchFamily="34" charset="-122"/>
                <a:ea typeface="微软雅黑" panose="020B0503020204020204" pitchFamily="34" charset="-122"/>
              </a:rPr>
              <a:t>3</a:t>
            </a:r>
            <a:r>
              <a:rPr lang="zh-CN" altLang="en-US" sz="1600" b="0" dirty="0" smtClean="0">
                <a:latin typeface="微软雅黑" panose="020B0503020204020204" pitchFamily="34" charset="-122"/>
                <a:ea typeface="微软雅黑" panose="020B0503020204020204" pitchFamily="34" charset="-122"/>
              </a:rPr>
              <a:t>列为对应用层的映射字符串，具体转换处理的地方如下：</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400" b="0" dirty="0" smtClean="0">
                <a:solidFill>
                  <a:srgbClr val="7030A0"/>
                </a:solidFill>
                <a:latin typeface="微软雅黑" panose="020B0503020204020204" pitchFamily="34" charset="-122"/>
                <a:ea typeface="微软雅黑" panose="020B0503020204020204" pitchFamily="34" charset="-122"/>
              </a:rPr>
              <a:t>frameworks/native/include/input/</a:t>
            </a:r>
            <a:r>
              <a:rPr lang="en-US" altLang="zh-CN" sz="1400" b="0" dirty="0" err="1" smtClean="0">
                <a:solidFill>
                  <a:srgbClr val="7030A0"/>
                </a:solidFill>
                <a:latin typeface="微软雅黑" panose="020B0503020204020204" pitchFamily="34" charset="-122"/>
                <a:ea typeface="微软雅黑" panose="020B0503020204020204" pitchFamily="34" charset="-122"/>
              </a:rPr>
              <a:t>InputEventLabels.h</a:t>
            </a:r>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2"/>
          <a:stretch>
            <a:fillRect/>
          </a:stretch>
        </p:blipFill>
        <p:spPr>
          <a:xfrm>
            <a:off x="163600" y="4293096"/>
            <a:ext cx="6372225" cy="381000"/>
          </a:xfrm>
          <a:prstGeom prst="rect">
            <a:avLst/>
          </a:prstGeom>
        </p:spPr>
      </p:pic>
      <p:pic>
        <p:nvPicPr>
          <p:cNvPr id="10" name="图片 9"/>
          <p:cNvPicPr>
            <a:picLocks noChangeAspect="1"/>
          </p:cNvPicPr>
          <p:nvPr/>
        </p:nvPicPr>
        <p:blipFill>
          <a:blip r:embed="rId3"/>
          <a:stretch>
            <a:fillRect/>
          </a:stretch>
        </p:blipFill>
        <p:spPr>
          <a:xfrm>
            <a:off x="163600" y="4621337"/>
            <a:ext cx="3105150" cy="1619250"/>
          </a:xfrm>
          <a:prstGeom prst="rect">
            <a:avLst/>
          </a:prstGeom>
        </p:spPr>
      </p:pic>
      <p:pic>
        <p:nvPicPr>
          <p:cNvPr id="11" name="图片 10"/>
          <p:cNvPicPr>
            <a:picLocks noChangeAspect="1"/>
          </p:cNvPicPr>
          <p:nvPr/>
        </p:nvPicPr>
        <p:blipFill>
          <a:blip r:embed="rId4"/>
          <a:stretch>
            <a:fillRect/>
          </a:stretch>
        </p:blipFill>
        <p:spPr>
          <a:xfrm>
            <a:off x="177264" y="1916832"/>
            <a:ext cx="1933575" cy="876300"/>
          </a:xfrm>
          <a:prstGeom prst="rect">
            <a:avLst/>
          </a:prstGeom>
        </p:spPr>
      </p:pic>
    </p:spTree>
    <p:extLst>
      <p:ext uri="{BB962C8B-B14F-4D97-AF65-F5344CB8AC3E}">
        <p14:creationId xmlns:p14="http://schemas.microsoft.com/office/powerpoint/2010/main" val="1158827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err="1">
                <a:latin typeface="微软雅黑" panose="020B0503020204020204" pitchFamily="34" charset="-122"/>
                <a:ea typeface="微软雅黑" panose="020B0503020204020204" pitchFamily="34" charset="-122"/>
              </a:rPr>
              <a:t>InputDevice</a:t>
            </a:r>
            <a:r>
              <a:rPr lang="zh-CN" altLang="en-US" sz="2400" b="0" dirty="0">
                <a:latin typeface="微软雅黑" panose="020B0503020204020204" pitchFamily="34" charset="-122"/>
                <a:ea typeface="微软雅黑" panose="020B0503020204020204" pitchFamily="34" charset="-122"/>
              </a:rPr>
              <a:t>及</a:t>
            </a:r>
            <a:r>
              <a:rPr lang="en-US" altLang="zh-CN" sz="2400" b="0" dirty="0" err="1">
                <a:latin typeface="微软雅黑" panose="020B0503020204020204" pitchFamily="34" charset="-122"/>
                <a:ea typeface="微软雅黑" panose="020B0503020204020204" pitchFamily="34" charset="-122"/>
              </a:rPr>
              <a:t>idc</a:t>
            </a:r>
            <a:r>
              <a:rPr lang="zh-CN" altLang="en-US" sz="2400" b="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kl</a:t>
            </a:r>
            <a:r>
              <a:rPr lang="zh-CN" altLang="en-US" sz="2400" b="0" dirty="0">
                <a:latin typeface="微软雅黑" panose="020B0503020204020204" pitchFamily="34" charset="-122"/>
                <a:ea typeface="微软雅黑" panose="020B0503020204020204" pitchFamily="34" charset="-122"/>
              </a:rPr>
              <a:t>、</a:t>
            </a:r>
            <a:r>
              <a:rPr lang="en-US" altLang="zh-CN" sz="2400" b="0" dirty="0" err="1">
                <a:latin typeface="微软雅黑" panose="020B0503020204020204" pitchFamily="34" charset="-122"/>
                <a:ea typeface="微软雅黑" panose="020B0503020204020204" pitchFamily="34" charset="-122"/>
              </a:rPr>
              <a:t>kcm</a:t>
            </a:r>
            <a:r>
              <a:rPr lang="zh-CN" altLang="en-US" sz="2400" b="0" dirty="0">
                <a:latin typeface="微软雅黑" panose="020B0503020204020204" pitchFamily="34" charset="-122"/>
                <a:ea typeface="微软雅黑" panose="020B0503020204020204" pitchFamily="34" charset="-122"/>
              </a:rPr>
              <a:t>配置</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5724644"/>
          </a:xfrm>
          <a:prstGeom prst="rect">
            <a:avLst/>
          </a:prstGeom>
          <a:noFill/>
        </p:spPr>
        <p:txBody>
          <a:bodyPr wrap="square" rtlCol="0">
            <a:spAutoFit/>
          </a:bodyPr>
          <a:lstStyle/>
          <a:p>
            <a:pPr algn="l"/>
            <a:r>
              <a:rPr lang="zh-CN" altLang="en-US" sz="1600" b="0" dirty="0" smtClean="0">
                <a:latin typeface="微软雅黑" panose="020B0503020204020204" pitchFamily="34" charset="-122"/>
                <a:ea typeface="微软雅黑" panose="020B0503020204020204" pitchFamily="34" charset="-122"/>
              </a:rPr>
              <a:t>而具体的转换成的</a:t>
            </a:r>
            <a:r>
              <a:rPr lang="en-US" altLang="zh-CN" sz="1600" b="0" dirty="0" err="1" smtClean="0">
                <a:latin typeface="微软雅黑" panose="020B0503020204020204" pitchFamily="34" charset="-122"/>
                <a:ea typeface="微软雅黑" panose="020B0503020204020204" pitchFamily="34" charset="-122"/>
              </a:rPr>
              <a:t>keycode</a:t>
            </a:r>
            <a:r>
              <a:rPr lang="zh-CN" altLang="en-US" sz="1600" b="0" dirty="0" smtClean="0">
                <a:latin typeface="微软雅黑" panose="020B0503020204020204" pitchFamily="34" charset="-122"/>
                <a:ea typeface="微软雅黑" panose="020B0503020204020204" pitchFamily="34" charset="-122"/>
              </a:rPr>
              <a:t>值在</a:t>
            </a:r>
            <a:r>
              <a:rPr lang="en-US" altLang="zh-CN" sz="1600" b="0" dirty="0" err="1" smtClean="0">
                <a:latin typeface="微软雅黑" panose="020B0503020204020204" pitchFamily="34" charset="-122"/>
                <a:ea typeface="微软雅黑" panose="020B0503020204020204" pitchFamily="34" charset="-122"/>
              </a:rPr>
              <a:t>keycodes.h</a:t>
            </a:r>
            <a:r>
              <a:rPr lang="zh-CN" altLang="en-US" sz="1600" b="0" dirty="0" smtClean="0">
                <a:latin typeface="微软雅黑" panose="020B0503020204020204" pitchFamily="34" charset="-122"/>
                <a:ea typeface="微软雅黑" panose="020B0503020204020204" pitchFamily="34" charset="-122"/>
              </a:rPr>
              <a:t>文件中定义：</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400" b="0" dirty="0">
                <a:solidFill>
                  <a:srgbClr val="7030A0"/>
                </a:solidFill>
                <a:latin typeface="微软雅黑" panose="020B0503020204020204" pitchFamily="34" charset="-122"/>
                <a:ea typeface="微软雅黑" panose="020B0503020204020204" pitchFamily="34" charset="-122"/>
              </a:rPr>
              <a:t>frameworks/native/include/android/</a:t>
            </a:r>
            <a:r>
              <a:rPr lang="en-US" altLang="zh-CN" sz="1400" b="0" dirty="0" err="1">
                <a:solidFill>
                  <a:srgbClr val="7030A0"/>
                </a:solidFill>
                <a:latin typeface="微软雅黑" panose="020B0503020204020204" pitchFamily="34" charset="-122"/>
                <a:ea typeface="微软雅黑" panose="020B0503020204020204" pitchFamily="34" charset="-122"/>
              </a:rPr>
              <a:t>keycodes.h</a:t>
            </a:r>
            <a:endParaRPr lang="en-US" altLang="zh-CN" sz="1400" b="0" dirty="0">
              <a:solidFill>
                <a:srgbClr val="7030A0"/>
              </a:solidFill>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r>
              <a:rPr lang="en-US" altLang="zh-CN" sz="1600" b="0" dirty="0" smtClean="0">
                <a:latin typeface="微软雅黑" panose="020B0503020204020204" pitchFamily="34" charset="-122"/>
                <a:ea typeface="微软雅黑" panose="020B0503020204020204" pitchFamily="34" charset="-122"/>
              </a:rPr>
              <a:t>Java</a:t>
            </a:r>
            <a:r>
              <a:rPr lang="zh-CN" altLang="en-US" sz="1600" b="0" dirty="0" smtClean="0">
                <a:latin typeface="微软雅黑" panose="020B0503020204020204" pitchFamily="34" charset="-122"/>
                <a:ea typeface="微软雅黑" panose="020B0503020204020204" pitchFamily="34" charset="-122"/>
              </a:rPr>
              <a:t>层使用的</a:t>
            </a:r>
            <a:r>
              <a:rPr lang="en-US" altLang="zh-CN" sz="1600" b="0" dirty="0" err="1" smtClean="0">
                <a:latin typeface="微软雅黑" panose="020B0503020204020204" pitchFamily="34" charset="-122"/>
                <a:ea typeface="微软雅黑" panose="020B0503020204020204" pitchFamily="34" charset="-122"/>
              </a:rPr>
              <a:t>keycode</a:t>
            </a:r>
            <a:r>
              <a:rPr lang="zh-CN" altLang="en-US" sz="1600" b="0" dirty="0" smtClean="0">
                <a:latin typeface="微软雅黑" panose="020B0503020204020204" pitchFamily="34" charset="-122"/>
                <a:ea typeface="微软雅黑" panose="020B0503020204020204" pitchFamily="34" charset="-122"/>
              </a:rPr>
              <a:t>在</a:t>
            </a:r>
            <a:r>
              <a:rPr lang="en-US" altLang="zh-CN" sz="1600" b="0" dirty="0" smtClean="0">
                <a:latin typeface="微软雅黑" panose="020B0503020204020204" pitchFamily="34" charset="-122"/>
                <a:ea typeface="微软雅黑" panose="020B0503020204020204" pitchFamily="34" charset="-122"/>
              </a:rPr>
              <a:t>KeyEvent.java</a:t>
            </a:r>
            <a:r>
              <a:rPr lang="zh-CN" altLang="en-US" sz="1600" b="0" dirty="0" smtClean="0">
                <a:latin typeface="微软雅黑" panose="020B0503020204020204" pitchFamily="34" charset="-122"/>
                <a:ea typeface="微软雅黑" panose="020B0503020204020204" pitchFamily="34" charset="-122"/>
              </a:rPr>
              <a:t>中定义，要与</a:t>
            </a:r>
            <a:r>
              <a:rPr lang="en-US" altLang="zh-CN" sz="1600" b="0" dirty="0" err="1" smtClean="0">
                <a:latin typeface="微软雅黑" panose="020B0503020204020204" pitchFamily="34" charset="-122"/>
                <a:ea typeface="微软雅黑" panose="020B0503020204020204" pitchFamily="34" charset="-122"/>
              </a:rPr>
              <a:t>keycodes.h</a:t>
            </a:r>
            <a:r>
              <a:rPr lang="zh-CN" altLang="en-US" sz="1600" b="0" dirty="0" smtClean="0">
                <a:latin typeface="微软雅黑" panose="020B0503020204020204" pitchFamily="34" charset="-122"/>
                <a:ea typeface="微软雅黑" panose="020B0503020204020204" pitchFamily="34" charset="-122"/>
              </a:rPr>
              <a:t>中定义的值保持一致</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400" b="0" dirty="0">
                <a:solidFill>
                  <a:srgbClr val="7030A0"/>
                </a:solidFill>
                <a:latin typeface="微软雅黑" panose="020B0503020204020204" pitchFamily="34" charset="-122"/>
                <a:ea typeface="微软雅黑" panose="020B0503020204020204" pitchFamily="34" charset="-122"/>
              </a:rPr>
              <a:t>frameworks/base/core/java/android/view/KeyEvent.java</a:t>
            </a: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251520" y="1412776"/>
            <a:ext cx="3686175" cy="2266950"/>
          </a:xfrm>
          <a:prstGeom prst="rect">
            <a:avLst/>
          </a:prstGeom>
        </p:spPr>
      </p:pic>
      <p:pic>
        <p:nvPicPr>
          <p:cNvPr id="6" name="图片 5"/>
          <p:cNvPicPr>
            <a:picLocks noChangeAspect="1"/>
          </p:cNvPicPr>
          <p:nvPr/>
        </p:nvPicPr>
        <p:blipFill>
          <a:blip r:embed="rId3"/>
          <a:stretch>
            <a:fillRect/>
          </a:stretch>
        </p:blipFill>
        <p:spPr>
          <a:xfrm>
            <a:off x="251520" y="4333269"/>
            <a:ext cx="6429375" cy="2238375"/>
          </a:xfrm>
          <a:prstGeom prst="rect">
            <a:avLst/>
          </a:prstGeom>
        </p:spPr>
      </p:pic>
    </p:spTree>
    <p:extLst>
      <p:ext uri="{BB962C8B-B14F-4D97-AF65-F5344CB8AC3E}">
        <p14:creationId xmlns:p14="http://schemas.microsoft.com/office/powerpoint/2010/main" val="157004343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err="1">
                <a:latin typeface="微软雅黑" panose="020B0503020204020204" pitchFamily="34" charset="-122"/>
                <a:ea typeface="微软雅黑" panose="020B0503020204020204" pitchFamily="34" charset="-122"/>
              </a:rPr>
              <a:t>InputDevice</a:t>
            </a:r>
            <a:r>
              <a:rPr lang="zh-CN" altLang="en-US" sz="2400" b="0" dirty="0">
                <a:latin typeface="微软雅黑" panose="020B0503020204020204" pitchFamily="34" charset="-122"/>
                <a:ea typeface="微软雅黑" panose="020B0503020204020204" pitchFamily="34" charset="-122"/>
              </a:rPr>
              <a:t>及</a:t>
            </a:r>
            <a:r>
              <a:rPr lang="en-US" altLang="zh-CN" sz="2400" b="0" dirty="0" err="1">
                <a:latin typeface="微软雅黑" panose="020B0503020204020204" pitchFamily="34" charset="-122"/>
                <a:ea typeface="微软雅黑" panose="020B0503020204020204" pitchFamily="34" charset="-122"/>
              </a:rPr>
              <a:t>idc</a:t>
            </a:r>
            <a:r>
              <a:rPr lang="zh-CN" altLang="en-US" sz="2400" b="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kl</a:t>
            </a:r>
            <a:r>
              <a:rPr lang="zh-CN" altLang="en-US" sz="2400" b="0" dirty="0">
                <a:latin typeface="微软雅黑" panose="020B0503020204020204" pitchFamily="34" charset="-122"/>
                <a:ea typeface="微软雅黑" panose="020B0503020204020204" pitchFamily="34" charset="-122"/>
              </a:rPr>
              <a:t>、</a:t>
            </a:r>
            <a:r>
              <a:rPr lang="en-US" altLang="zh-CN" sz="2400" b="0" dirty="0" err="1">
                <a:latin typeface="微软雅黑" panose="020B0503020204020204" pitchFamily="34" charset="-122"/>
                <a:ea typeface="微软雅黑" panose="020B0503020204020204" pitchFamily="34" charset="-122"/>
              </a:rPr>
              <a:t>kcm</a:t>
            </a:r>
            <a:r>
              <a:rPr lang="zh-CN" altLang="en-US" sz="2400" b="0" dirty="0">
                <a:latin typeface="微软雅黑" panose="020B0503020204020204" pitchFamily="34" charset="-122"/>
                <a:ea typeface="微软雅黑" panose="020B0503020204020204" pitchFamily="34" charset="-122"/>
              </a:rPr>
              <a:t>配置</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5447645"/>
          </a:xfrm>
          <a:prstGeom prst="rect">
            <a:avLst/>
          </a:prstGeom>
          <a:noFill/>
        </p:spPr>
        <p:txBody>
          <a:bodyPr wrap="square" rtlCol="0">
            <a:spAutoFit/>
          </a:bodyPr>
          <a:lstStyle/>
          <a:p>
            <a:pPr algn="l"/>
            <a:r>
              <a:rPr lang="en-US" altLang="zh-CN" sz="1600" b="0" dirty="0" err="1" smtClean="0">
                <a:latin typeface="微软雅黑" panose="020B0503020204020204" pitchFamily="34" charset="-122"/>
                <a:ea typeface="微软雅黑" panose="020B0503020204020204" pitchFamily="34" charset="-122"/>
              </a:rPr>
              <a:t>kcm</a:t>
            </a:r>
            <a:r>
              <a:rPr lang="zh-CN" altLang="en-US" sz="1600" b="0" dirty="0" smtClean="0">
                <a:latin typeface="微软雅黑" panose="020B0503020204020204" pitchFamily="34" charset="-122"/>
                <a:ea typeface="微软雅黑" panose="020B0503020204020204" pitchFamily="34" charset="-122"/>
              </a:rPr>
              <a:t>配置文件：</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600" b="0" dirty="0" err="1" smtClean="0">
                <a:latin typeface="微软雅黑" panose="020B0503020204020204" pitchFamily="34" charset="-122"/>
                <a:ea typeface="微软雅黑" panose="020B0503020204020204" pitchFamily="34" charset="-122"/>
              </a:rPr>
              <a:t>kcm</a:t>
            </a:r>
            <a:r>
              <a:rPr lang="zh-CN" altLang="en-US" sz="1600" b="0" dirty="0" smtClean="0">
                <a:latin typeface="微软雅黑" panose="020B0503020204020204" pitchFamily="34" charset="-122"/>
                <a:ea typeface="微软雅黑" panose="020B0503020204020204" pitchFamily="34" charset="-122"/>
              </a:rPr>
              <a:t>文件意为按键字符映射文件，作用是将 </a:t>
            </a:r>
            <a:r>
              <a:rPr lang="en-US" altLang="zh-CN" sz="1600" b="0" dirty="0" smtClean="0">
                <a:latin typeface="微软雅黑" panose="020B0503020204020204" pitchFamily="34" charset="-122"/>
                <a:ea typeface="微软雅黑" panose="020B0503020204020204" pitchFamily="34" charset="-122"/>
              </a:rPr>
              <a:t>Android</a:t>
            </a:r>
            <a:r>
              <a:rPr lang="zh-CN" altLang="en-US" sz="1600" b="0" dirty="0" smtClean="0">
                <a:latin typeface="微软雅黑" panose="020B0503020204020204" pitchFamily="34" charset="-122"/>
                <a:ea typeface="微软雅黑" panose="020B0503020204020204" pitchFamily="34" charset="-122"/>
              </a:rPr>
              <a:t>按键代码与修饰符的组合映射到 </a:t>
            </a:r>
            <a:r>
              <a:rPr lang="en-US" altLang="zh-CN" sz="1600" b="0" dirty="0" smtClean="0">
                <a:latin typeface="微软雅黑" panose="020B0503020204020204" pitchFamily="34" charset="-122"/>
                <a:ea typeface="微软雅黑" panose="020B0503020204020204" pitchFamily="34" charset="-122"/>
              </a:rPr>
              <a:t>Unicode</a:t>
            </a:r>
            <a:r>
              <a:rPr lang="zh-CN" altLang="en-US" sz="1600" b="0" dirty="0" smtClean="0">
                <a:latin typeface="微软雅黑" panose="020B0503020204020204" pitchFamily="34" charset="-122"/>
                <a:ea typeface="微软雅黑" panose="020B0503020204020204" pitchFamily="34" charset="-122"/>
              </a:rPr>
              <a:t>字符，注意这里提到组合，意思是它可以提供组合按键功能，就目前的</a:t>
            </a:r>
            <a:r>
              <a:rPr lang="en-US" altLang="zh-CN" sz="1600" b="0" dirty="0" smtClean="0">
                <a:latin typeface="微软雅黑" panose="020B0503020204020204" pitchFamily="34" charset="-122"/>
                <a:ea typeface="微软雅黑" panose="020B0503020204020204" pitchFamily="34" charset="-122"/>
              </a:rPr>
              <a:t>Android</a:t>
            </a:r>
            <a:r>
              <a:rPr lang="zh-CN" altLang="en-US" sz="1600" b="0" dirty="0" smtClean="0">
                <a:latin typeface="微软雅黑" panose="020B0503020204020204" pitchFamily="34" charset="-122"/>
                <a:ea typeface="微软雅黑" panose="020B0503020204020204" pitchFamily="34" charset="-122"/>
              </a:rPr>
              <a:t>手机来说，基本都是全触摸屏，除了外接键盘，已经很少会用到</a:t>
            </a:r>
            <a:r>
              <a:rPr lang="en-US" altLang="zh-CN" sz="1600" b="0" dirty="0">
                <a:latin typeface="微软雅黑" panose="020B0503020204020204" pitchFamily="34" charset="-122"/>
                <a:ea typeface="微软雅黑" panose="020B0503020204020204" pitchFamily="34" charset="-122"/>
              </a:rPr>
              <a:t>"</a:t>
            </a:r>
            <a:r>
              <a:rPr lang="en-US" altLang="zh-CN" sz="1600" b="0" dirty="0" smtClean="0">
                <a:latin typeface="微软雅黑" panose="020B0503020204020204" pitchFamily="34" charset="-122"/>
                <a:ea typeface="微软雅黑" panose="020B0503020204020204" pitchFamily="34" charset="-122"/>
              </a:rPr>
              <a:t>.</a:t>
            </a:r>
            <a:r>
              <a:rPr lang="en-US" altLang="zh-CN" sz="1600" b="0" dirty="0" err="1" smtClean="0">
                <a:latin typeface="微软雅黑" panose="020B0503020204020204" pitchFamily="34" charset="-122"/>
                <a:ea typeface="微软雅黑" panose="020B0503020204020204" pitchFamily="34" charset="-122"/>
              </a:rPr>
              <a:t>kcm</a:t>
            </a:r>
            <a:r>
              <a:rPr lang="en-US" altLang="zh-CN" sz="1600" b="0" dirty="0" smtClean="0">
                <a:latin typeface="微软雅黑" panose="020B0503020204020204" pitchFamily="34" charset="-122"/>
                <a:ea typeface="微软雅黑" panose="020B0503020204020204" pitchFamily="34" charset="-122"/>
              </a:rPr>
              <a:t>"</a:t>
            </a:r>
            <a:r>
              <a:rPr lang="zh-CN" altLang="en-US" sz="1600" b="0" dirty="0" smtClean="0">
                <a:latin typeface="微软雅黑" panose="020B0503020204020204" pitchFamily="34" charset="-122"/>
                <a:ea typeface="微软雅黑" panose="020B0503020204020204" pitchFamily="34" charset="-122"/>
              </a:rPr>
              <a:t>文件了。</a:t>
            </a:r>
          </a:p>
          <a:p>
            <a:pPr algn="l"/>
            <a:r>
              <a:rPr lang="zh-CN" altLang="en-US" sz="1600" b="0" dirty="0" smtClean="0">
                <a:latin typeface="微软雅黑" panose="020B0503020204020204" pitchFamily="34" charset="-122"/>
                <a:ea typeface="微软雅黑" panose="020B0503020204020204" pitchFamily="34" charset="-122"/>
              </a:rPr>
              <a:t>查看</a:t>
            </a:r>
            <a:r>
              <a:rPr lang="en-US" altLang="zh-CN" sz="1600" b="0" dirty="0" err="1" smtClean="0">
                <a:latin typeface="微软雅黑" panose="020B0503020204020204" pitchFamily="34" charset="-122"/>
                <a:ea typeface="微软雅黑" panose="020B0503020204020204" pitchFamily="34" charset="-122"/>
              </a:rPr>
              <a:t>Generic.kcm</a:t>
            </a:r>
            <a:r>
              <a:rPr lang="zh-CN" altLang="en-US" sz="1600" b="0" dirty="0" smtClean="0">
                <a:latin typeface="微软雅黑" panose="020B0503020204020204" pitchFamily="34" charset="-122"/>
                <a:ea typeface="微软雅黑" panose="020B0503020204020204" pitchFamily="34" charset="-122"/>
              </a:rPr>
              <a:t>文件如下图所示：</a:t>
            </a:r>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可以发现这里定义了</a:t>
            </a:r>
            <a:r>
              <a:rPr lang="en-US" altLang="zh-CN" sz="1600" b="0" dirty="0" smtClean="0">
                <a:latin typeface="微软雅黑" panose="020B0503020204020204" pitchFamily="34" charset="-122"/>
                <a:ea typeface="微软雅黑" panose="020B0503020204020204" pitchFamily="34" charset="-122"/>
              </a:rPr>
              <a:t>key B</a:t>
            </a:r>
            <a:r>
              <a:rPr lang="zh-CN" altLang="en-US" sz="1600" b="0" dirty="0" smtClean="0">
                <a:latin typeface="微软雅黑" panose="020B0503020204020204" pitchFamily="34" charset="-122"/>
                <a:ea typeface="微软雅黑" panose="020B0503020204020204" pitchFamily="34" charset="-122"/>
              </a:rPr>
              <a:t>，正常是</a:t>
            </a:r>
            <a:r>
              <a:rPr lang="en-US" altLang="zh-CN" sz="1600" b="0" dirty="0" smtClean="0">
                <a:latin typeface="微软雅黑" panose="020B0503020204020204" pitchFamily="34" charset="-122"/>
                <a:ea typeface="微软雅黑" panose="020B0503020204020204" pitchFamily="34" charset="-122"/>
              </a:rPr>
              <a:t>b</a:t>
            </a:r>
            <a:r>
              <a:rPr lang="zh-CN" altLang="en-US" sz="1600" b="0" dirty="0" smtClean="0">
                <a:latin typeface="微软雅黑" panose="020B0503020204020204" pitchFamily="34" charset="-122"/>
                <a:ea typeface="微软雅黑" panose="020B0503020204020204" pitchFamily="34" charset="-122"/>
              </a:rPr>
              <a:t>，当</a:t>
            </a:r>
            <a:r>
              <a:rPr lang="en-US" altLang="zh-CN" sz="1600" b="0" dirty="0" smtClean="0">
                <a:latin typeface="微软雅黑" panose="020B0503020204020204" pitchFamily="34" charset="-122"/>
                <a:ea typeface="微软雅黑" panose="020B0503020204020204" pitchFamily="34" charset="-122"/>
              </a:rPr>
              <a:t>shift</a:t>
            </a:r>
            <a:r>
              <a:rPr lang="zh-CN" altLang="en-US" sz="1600" b="0" dirty="0" smtClean="0">
                <a:latin typeface="微软雅黑" panose="020B0503020204020204" pitchFamily="34" charset="-122"/>
                <a:ea typeface="微软雅黑" panose="020B0503020204020204" pitchFamily="34" charset="-122"/>
              </a:rPr>
              <a:t>或</a:t>
            </a:r>
            <a:r>
              <a:rPr lang="en-US" altLang="zh-CN" sz="1600" b="0" dirty="0" err="1" smtClean="0">
                <a:latin typeface="微软雅黑" panose="020B0503020204020204" pitchFamily="34" charset="-122"/>
                <a:ea typeface="微软雅黑" panose="020B0503020204020204" pitchFamily="34" charset="-122"/>
              </a:rPr>
              <a:t>capslock</a:t>
            </a:r>
            <a:r>
              <a:rPr lang="zh-CN" altLang="en-US" sz="1600" b="0" dirty="0" smtClean="0">
                <a:latin typeface="微软雅黑" panose="020B0503020204020204" pitchFamily="34" charset="-122"/>
                <a:ea typeface="微软雅黑" panose="020B0503020204020204" pitchFamily="34" charset="-122"/>
              </a:rPr>
              <a:t>组合时，变为大写的</a:t>
            </a:r>
            <a:r>
              <a:rPr lang="en-US" altLang="zh-CN" sz="1600" b="0" dirty="0" smtClean="0">
                <a:latin typeface="微软雅黑" panose="020B0503020204020204" pitchFamily="34" charset="-122"/>
                <a:ea typeface="微软雅黑" panose="020B0503020204020204" pitchFamily="34" charset="-122"/>
              </a:rPr>
              <a:t>B</a:t>
            </a:r>
          </a:p>
          <a:p>
            <a:pPr algn="l"/>
            <a:r>
              <a:rPr lang="zh-CN" altLang="en-US" sz="1600" b="0" dirty="0" smtClean="0">
                <a:latin typeface="微软雅黑" panose="020B0503020204020204" pitchFamily="34" charset="-122"/>
                <a:ea typeface="微软雅黑" panose="020B0503020204020204" pitchFamily="34" charset="-122"/>
              </a:rPr>
              <a:t>而</a:t>
            </a:r>
            <a:r>
              <a:rPr lang="en-US" altLang="zh-CN" sz="1600" b="0" dirty="0" smtClean="0">
                <a:latin typeface="微软雅黑" panose="020B0503020204020204" pitchFamily="34" charset="-122"/>
                <a:ea typeface="微软雅黑" panose="020B0503020204020204" pitchFamily="34" charset="-122"/>
              </a:rPr>
              <a:t>key C</a:t>
            </a:r>
            <a:r>
              <a:rPr lang="zh-CN" altLang="en-US" sz="1600" b="0" dirty="0" smtClean="0">
                <a:latin typeface="微软雅黑" panose="020B0503020204020204" pitchFamily="34" charset="-122"/>
                <a:ea typeface="微软雅黑" panose="020B0503020204020204" pitchFamily="34" charset="-122"/>
              </a:rPr>
              <a:t>更明显，除了</a:t>
            </a:r>
            <a:r>
              <a:rPr lang="en-US" altLang="zh-CN" sz="1600" b="0" dirty="0">
                <a:latin typeface="微软雅黑" panose="020B0503020204020204" pitchFamily="34" charset="-122"/>
                <a:ea typeface="微软雅黑" panose="020B0503020204020204" pitchFamily="34" charset="-122"/>
              </a:rPr>
              <a:t>shift</a:t>
            </a:r>
            <a:r>
              <a:rPr lang="zh-CN" altLang="en-US" sz="1600" b="0" dirty="0">
                <a:latin typeface="微软雅黑" panose="020B0503020204020204" pitchFamily="34" charset="-122"/>
                <a:ea typeface="微软雅黑" panose="020B0503020204020204" pitchFamily="34" charset="-122"/>
              </a:rPr>
              <a:t>或</a:t>
            </a:r>
            <a:r>
              <a:rPr lang="en-US" altLang="zh-CN" sz="1600" b="0" dirty="0" err="1">
                <a:latin typeface="微软雅黑" panose="020B0503020204020204" pitchFamily="34" charset="-122"/>
                <a:ea typeface="微软雅黑" panose="020B0503020204020204" pitchFamily="34" charset="-122"/>
              </a:rPr>
              <a:t>capslock</a:t>
            </a:r>
            <a:r>
              <a:rPr lang="zh-CN" altLang="en-US" sz="1600" b="0" dirty="0">
                <a:latin typeface="微软雅黑" panose="020B0503020204020204" pitchFamily="34" charset="-122"/>
                <a:ea typeface="微软雅黑" panose="020B0503020204020204" pitchFamily="34" charset="-122"/>
              </a:rPr>
              <a:t>组合时，变为大写</a:t>
            </a:r>
            <a:r>
              <a:rPr lang="zh-CN" altLang="en-US" sz="1600" b="0" dirty="0" smtClean="0">
                <a:latin typeface="微软雅黑" panose="020B0503020204020204" pitchFamily="34" charset="-122"/>
                <a:ea typeface="微软雅黑" panose="020B0503020204020204" pitchFamily="34" charset="-122"/>
              </a:rPr>
              <a:t>的</a:t>
            </a:r>
            <a:r>
              <a:rPr lang="en-US" altLang="zh-CN" sz="1600" b="0" dirty="0" smtClean="0">
                <a:latin typeface="微软雅黑" panose="020B0503020204020204" pitchFamily="34" charset="-122"/>
                <a:ea typeface="微软雅黑" panose="020B0503020204020204" pitchFamily="34" charset="-122"/>
              </a:rPr>
              <a:t>C</a:t>
            </a:r>
            <a:r>
              <a:rPr lang="zh-CN" altLang="en-US" sz="1600" b="0" dirty="0" smtClean="0">
                <a:latin typeface="微软雅黑" panose="020B0503020204020204" pitchFamily="34" charset="-122"/>
                <a:ea typeface="微软雅黑" panose="020B0503020204020204" pitchFamily="34" charset="-122"/>
              </a:rPr>
              <a:t>外，</a:t>
            </a:r>
            <a:r>
              <a:rPr lang="en-US" altLang="zh-CN" sz="1600" b="0" dirty="0" smtClean="0">
                <a:latin typeface="微软雅黑" panose="020B0503020204020204" pitchFamily="34" charset="-122"/>
                <a:ea typeface="微软雅黑" panose="020B0503020204020204" pitchFamily="34" charset="-122"/>
              </a:rPr>
              <a:t>alt</a:t>
            </a:r>
            <a:r>
              <a:rPr lang="zh-CN" altLang="en-US" sz="1600" b="0" dirty="0" smtClean="0">
                <a:latin typeface="微软雅黑" panose="020B0503020204020204" pitchFamily="34" charset="-122"/>
                <a:ea typeface="微软雅黑" panose="020B0503020204020204" pitchFamily="34" charset="-122"/>
              </a:rPr>
              <a:t>组合时，变为</a:t>
            </a:r>
            <a:r>
              <a:rPr lang="en-US" altLang="zh-CN" sz="1600" b="0" dirty="0" smtClean="0">
                <a:latin typeface="微软雅黑" panose="020B0503020204020204" pitchFamily="34" charset="-122"/>
                <a:ea typeface="微软雅黑" panose="020B0503020204020204" pitchFamily="34" charset="-122"/>
              </a:rPr>
              <a:t>\u00e7</a:t>
            </a:r>
            <a:r>
              <a:rPr lang="zh-CN" altLang="en-US" sz="1600" b="0" dirty="0" smtClean="0">
                <a:latin typeface="微软雅黑" panose="020B0503020204020204" pitchFamily="34" charset="-122"/>
                <a:ea typeface="微软雅黑" panose="020B0503020204020204" pitchFamily="34" charset="-122"/>
              </a:rPr>
              <a:t>（</a:t>
            </a:r>
            <a:r>
              <a:rPr lang="en-US" altLang="zh-CN" sz="1600" b="0" dirty="0" smtClean="0"/>
              <a:t>ç</a:t>
            </a:r>
            <a:r>
              <a:rPr lang="zh-CN" altLang="en-US" sz="1600" b="0" dirty="0" smtClean="0">
                <a:latin typeface="微软雅黑" panose="020B0503020204020204" pitchFamily="34" charset="-122"/>
                <a:ea typeface="微软雅黑" panose="020B0503020204020204" pitchFamily="34" charset="-122"/>
              </a:rPr>
              <a:t>），</a:t>
            </a:r>
            <a:r>
              <a:rPr lang="en-US" altLang="zh-CN" sz="1600" b="0" dirty="0" err="1" smtClean="0">
                <a:latin typeface="微软雅黑" panose="020B0503020204020204" pitchFamily="34" charset="-122"/>
                <a:ea typeface="微软雅黑" panose="020B0503020204020204" pitchFamily="34" charset="-122"/>
              </a:rPr>
              <a:t>shift+alt</a:t>
            </a:r>
            <a:r>
              <a:rPr lang="zh-CN" altLang="en-US" sz="1600" b="0" dirty="0" smtClean="0">
                <a:latin typeface="微软雅黑" panose="020B0503020204020204" pitchFamily="34" charset="-122"/>
                <a:ea typeface="微软雅黑" panose="020B0503020204020204" pitchFamily="34" charset="-122"/>
              </a:rPr>
              <a:t>组合时，变为</a:t>
            </a:r>
            <a:r>
              <a:rPr lang="en-US" altLang="zh-CN" sz="1600" b="0" dirty="0">
                <a:latin typeface="微软雅黑" panose="020B0503020204020204" pitchFamily="34" charset="-122"/>
                <a:ea typeface="微软雅黑" panose="020B0503020204020204" pitchFamily="34" charset="-122"/>
              </a:rPr>
              <a:t>\</a:t>
            </a:r>
            <a:r>
              <a:rPr lang="en-US" altLang="zh-CN" sz="1600" b="0" dirty="0" smtClean="0">
                <a:latin typeface="微软雅黑" panose="020B0503020204020204" pitchFamily="34" charset="-122"/>
                <a:ea typeface="微软雅黑" panose="020B0503020204020204" pitchFamily="34" charset="-122"/>
              </a:rPr>
              <a:t>u00c7</a:t>
            </a:r>
            <a:r>
              <a:rPr lang="zh-CN" altLang="en-US" sz="1600" b="0" dirty="0" smtClean="0">
                <a:latin typeface="微软雅黑" panose="020B0503020204020204" pitchFamily="34" charset="-122"/>
                <a:ea typeface="微软雅黑" panose="020B0503020204020204" pitchFamily="34" charset="-122"/>
              </a:rPr>
              <a:t>（</a:t>
            </a:r>
            <a:r>
              <a:rPr lang="en-US" altLang="zh-CN" sz="1600" b="0" dirty="0"/>
              <a:t>Ç</a:t>
            </a:r>
            <a:r>
              <a:rPr lang="zh-CN" altLang="en-US" sz="1600" b="0" dirty="0" smtClean="0">
                <a:latin typeface="微软雅黑" panose="020B0503020204020204" pitchFamily="34" charset="-122"/>
                <a:ea typeface="微软雅黑" panose="020B0503020204020204" pitchFamily="34" charset="-122"/>
              </a:rPr>
              <a:t>）</a:t>
            </a:r>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179512" y="2132856"/>
            <a:ext cx="5210175" cy="2905125"/>
          </a:xfrm>
          <a:prstGeom prst="rect">
            <a:avLst/>
          </a:prstGeom>
        </p:spPr>
      </p:pic>
    </p:spTree>
    <p:extLst>
      <p:ext uri="{BB962C8B-B14F-4D97-AF65-F5344CB8AC3E}">
        <p14:creationId xmlns:p14="http://schemas.microsoft.com/office/powerpoint/2010/main" val="348268257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err="1">
                <a:latin typeface="微软雅黑" panose="020B0503020204020204" pitchFamily="34" charset="-122"/>
                <a:ea typeface="微软雅黑" panose="020B0503020204020204" pitchFamily="34" charset="-122"/>
              </a:rPr>
              <a:t>InputDevice</a:t>
            </a:r>
            <a:r>
              <a:rPr lang="zh-CN" altLang="en-US" sz="2400" b="0" dirty="0">
                <a:latin typeface="微软雅黑" panose="020B0503020204020204" pitchFamily="34" charset="-122"/>
                <a:ea typeface="微软雅黑" panose="020B0503020204020204" pitchFamily="34" charset="-122"/>
              </a:rPr>
              <a:t>及</a:t>
            </a:r>
            <a:r>
              <a:rPr lang="en-US" altLang="zh-CN" sz="2400" b="0" dirty="0" err="1">
                <a:latin typeface="微软雅黑" panose="020B0503020204020204" pitchFamily="34" charset="-122"/>
                <a:ea typeface="微软雅黑" panose="020B0503020204020204" pitchFamily="34" charset="-122"/>
              </a:rPr>
              <a:t>idc</a:t>
            </a:r>
            <a:r>
              <a:rPr lang="zh-CN" altLang="en-US" sz="2400" b="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kl</a:t>
            </a:r>
            <a:r>
              <a:rPr lang="zh-CN" altLang="en-US" sz="2400" b="0" dirty="0">
                <a:latin typeface="微软雅黑" panose="020B0503020204020204" pitchFamily="34" charset="-122"/>
                <a:ea typeface="微软雅黑" panose="020B0503020204020204" pitchFamily="34" charset="-122"/>
              </a:rPr>
              <a:t>、</a:t>
            </a:r>
            <a:r>
              <a:rPr lang="en-US" altLang="zh-CN" sz="2400" b="0" dirty="0" err="1">
                <a:latin typeface="微软雅黑" panose="020B0503020204020204" pitchFamily="34" charset="-122"/>
                <a:ea typeface="微软雅黑" panose="020B0503020204020204" pitchFamily="34" charset="-122"/>
              </a:rPr>
              <a:t>kcm</a:t>
            </a:r>
            <a:r>
              <a:rPr lang="zh-CN" altLang="en-US" sz="2400" b="0" dirty="0">
                <a:latin typeface="微软雅黑" panose="020B0503020204020204" pitchFamily="34" charset="-122"/>
                <a:ea typeface="微软雅黑" panose="020B0503020204020204" pitchFamily="34" charset="-122"/>
              </a:rPr>
              <a:t>配置</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1569660"/>
          </a:xfrm>
          <a:prstGeom prst="rect">
            <a:avLst/>
          </a:prstGeom>
          <a:noFill/>
        </p:spPr>
        <p:txBody>
          <a:bodyPr wrap="square" rtlCol="0">
            <a:spAutoFit/>
          </a:bodyPr>
          <a:lstStyle/>
          <a:p>
            <a:pPr algn="l"/>
            <a:r>
              <a:rPr lang="en-US" altLang="zh-CN" sz="1600" b="0" dirty="0" err="1" smtClean="0">
                <a:latin typeface="微软雅黑" panose="020B0503020204020204" pitchFamily="34" charset="-122"/>
                <a:ea typeface="微软雅黑" panose="020B0503020204020204" pitchFamily="34" charset="-122"/>
              </a:rPr>
              <a:t>Idc</a:t>
            </a:r>
            <a:r>
              <a:rPr lang="en-US" altLang="zh-CN" sz="1600" b="0" dirty="0" smtClean="0">
                <a:latin typeface="微软雅黑" panose="020B0503020204020204" pitchFamily="34" charset="-122"/>
                <a:ea typeface="微软雅黑" panose="020B0503020204020204" pitchFamily="34" charset="-122"/>
              </a:rPr>
              <a:t>/kl/</a:t>
            </a:r>
            <a:r>
              <a:rPr lang="en-US" altLang="zh-CN" sz="1600" b="0" dirty="0" err="1" smtClean="0">
                <a:latin typeface="微软雅黑" panose="020B0503020204020204" pitchFamily="34" charset="-122"/>
                <a:ea typeface="微软雅黑" panose="020B0503020204020204" pitchFamily="34" charset="-122"/>
              </a:rPr>
              <a:t>kcm</a:t>
            </a:r>
            <a:r>
              <a:rPr lang="zh-CN" altLang="en-US" sz="1600" b="0" dirty="0" smtClean="0">
                <a:latin typeface="微软雅黑" panose="020B0503020204020204" pitchFamily="34" charset="-122"/>
                <a:ea typeface="微软雅黑" panose="020B0503020204020204" pitchFamily="34" charset="-122"/>
              </a:rPr>
              <a:t>配置语法检测工具：</a:t>
            </a:r>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在执行</a:t>
            </a:r>
            <a:r>
              <a:rPr lang="en-US" altLang="zh-CN" sz="1600" b="0" dirty="0">
                <a:latin typeface="微软雅黑" panose="020B0503020204020204" pitchFamily="34" charset="-122"/>
                <a:ea typeface="微软雅黑" panose="020B0503020204020204" pitchFamily="34" charset="-122"/>
              </a:rPr>
              <a:t>source </a:t>
            </a:r>
            <a:r>
              <a:rPr lang="en-US" altLang="zh-CN" sz="1600" b="0" dirty="0" smtClean="0">
                <a:latin typeface="微软雅黑" panose="020B0503020204020204" pitchFamily="34" charset="-122"/>
                <a:ea typeface="微软雅黑" panose="020B0503020204020204" pitchFamily="34" charset="-122"/>
              </a:rPr>
              <a:t>build/envsetup.sh</a:t>
            </a:r>
            <a:r>
              <a:rPr lang="zh-CN" altLang="en-US" sz="1600" b="0" dirty="0" smtClean="0">
                <a:latin typeface="微软雅黑" panose="020B0503020204020204" pitchFamily="34" charset="-122"/>
                <a:ea typeface="微软雅黑" panose="020B0503020204020204" pitchFamily="34" charset="-122"/>
              </a:rPr>
              <a:t>配置环境变量后，可用如下指令检测</a:t>
            </a:r>
            <a:r>
              <a:rPr lang="en-US" altLang="zh-CN" sz="1600" b="0" dirty="0" err="1">
                <a:latin typeface="微软雅黑" panose="020B0503020204020204" pitchFamily="34" charset="-122"/>
                <a:ea typeface="微软雅黑" panose="020B0503020204020204" pitchFamily="34" charset="-122"/>
              </a:rPr>
              <a:t>Idc</a:t>
            </a:r>
            <a:r>
              <a:rPr lang="en-US" altLang="zh-CN" sz="1600" b="0" dirty="0">
                <a:latin typeface="微软雅黑" panose="020B0503020204020204" pitchFamily="34" charset="-122"/>
                <a:ea typeface="微软雅黑" panose="020B0503020204020204" pitchFamily="34" charset="-122"/>
              </a:rPr>
              <a:t>/kl/</a:t>
            </a:r>
            <a:r>
              <a:rPr lang="en-US" altLang="zh-CN" sz="1600" b="0" dirty="0" err="1">
                <a:latin typeface="微软雅黑" panose="020B0503020204020204" pitchFamily="34" charset="-122"/>
                <a:ea typeface="微软雅黑" panose="020B0503020204020204" pitchFamily="34" charset="-122"/>
              </a:rPr>
              <a:t>kcm</a:t>
            </a:r>
            <a:r>
              <a:rPr lang="zh-CN" altLang="en-US" sz="1600" b="0" dirty="0">
                <a:latin typeface="微软雅黑" panose="020B0503020204020204" pitchFamily="34" charset="-122"/>
                <a:ea typeface="微软雅黑" panose="020B0503020204020204" pitchFamily="34" charset="-122"/>
              </a:rPr>
              <a:t>配置</a:t>
            </a:r>
            <a:r>
              <a:rPr lang="zh-CN" altLang="en-US" sz="1600" b="0" dirty="0" smtClean="0">
                <a:latin typeface="微软雅黑" panose="020B0503020204020204" pitchFamily="34" charset="-122"/>
                <a:ea typeface="微软雅黑" panose="020B0503020204020204" pitchFamily="34" charset="-122"/>
              </a:rPr>
              <a:t>语法是否正确。</a:t>
            </a:r>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r>
              <a:rPr lang="en-US" altLang="zh-CN" sz="1600" b="0" dirty="0" err="1">
                <a:latin typeface="微软雅黑" panose="020B0503020204020204" pitchFamily="34" charset="-122"/>
                <a:ea typeface="微软雅黑" panose="020B0503020204020204" pitchFamily="34" charset="-122"/>
              </a:rPr>
              <a:t>validatekeymaps</a:t>
            </a:r>
            <a:r>
              <a:rPr lang="en-US" altLang="zh-CN" sz="1600" b="0" dirty="0"/>
              <a:t> </a:t>
            </a:r>
            <a:r>
              <a:rPr lang="en-US" altLang="zh-CN" sz="1600" b="0" dirty="0" smtClean="0"/>
              <a:t>[.</a:t>
            </a:r>
            <a:r>
              <a:rPr lang="en-US" altLang="zh-CN" sz="1600" b="0" dirty="0" err="1" smtClean="0"/>
              <a:t>idc</a:t>
            </a:r>
            <a:r>
              <a:rPr lang="en-US" altLang="zh-CN" sz="1600" b="0" dirty="0" smtClean="0"/>
              <a:t>][.kl][.</a:t>
            </a:r>
            <a:r>
              <a:rPr lang="en-US" altLang="zh-CN" sz="1600" b="0" dirty="0" err="1" smtClean="0"/>
              <a:t>kcm</a:t>
            </a:r>
            <a:r>
              <a:rPr lang="en-US" altLang="zh-CN" sz="1600" b="0" dirty="0" smtClean="0"/>
              <a:t>]</a:t>
            </a:r>
            <a:endParaRPr lang="en-US" altLang="zh-CN" sz="1600" b="0" dirty="0">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2"/>
          <a:stretch>
            <a:fillRect/>
          </a:stretch>
        </p:blipFill>
        <p:spPr>
          <a:xfrm>
            <a:off x="0" y="2564904"/>
            <a:ext cx="9144000" cy="467911"/>
          </a:xfrm>
          <a:prstGeom prst="rect">
            <a:avLst/>
          </a:prstGeom>
        </p:spPr>
      </p:pic>
    </p:spTree>
    <p:extLst>
      <p:ext uri="{BB962C8B-B14F-4D97-AF65-F5344CB8AC3E}">
        <p14:creationId xmlns:p14="http://schemas.microsoft.com/office/powerpoint/2010/main" val="58283933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err="1" smtClean="0">
                <a:latin typeface="微软雅黑" panose="020B0503020204020204" pitchFamily="34" charset="-122"/>
                <a:ea typeface="微软雅黑" panose="020B0503020204020204" pitchFamily="34" charset="-122"/>
              </a:rPr>
              <a:t>InputReader</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6032421"/>
          </a:xfrm>
          <a:prstGeom prst="rect">
            <a:avLst/>
          </a:prstGeom>
          <a:noFill/>
        </p:spPr>
        <p:txBody>
          <a:bodyPr wrap="square" rtlCol="0">
            <a:spAutoFit/>
          </a:bodyPr>
          <a:lstStyle/>
          <a:p>
            <a:pPr algn="l"/>
            <a:r>
              <a:rPr lang="en-US" altLang="zh-CN" sz="1800" b="0" dirty="0" err="1">
                <a:latin typeface="微软雅黑" panose="020B0503020204020204" pitchFamily="34" charset="-122"/>
                <a:ea typeface="微软雅黑" panose="020B0503020204020204" pitchFamily="34" charset="-122"/>
              </a:rPr>
              <a:t>InputReader</a:t>
            </a:r>
            <a:r>
              <a:rPr lang="zh-CN" altLang="en-US" sz="1800" b="0" dirty="0" smtClean="0">
                <a:latin typeface="微软雅黑" panose="020B0503020204020204" pitchFamily="34" charset="-122"/>
                <a:ea typeface="微软雅黑" panose="020B0503020204020204" pitchFamily="34" charset="-122"/>
              </a:rPr>
              <a:t>的位置如下：</a:t>
            </a:r>
            <a:endParaRPr lang="en-US" altLang="zh-CN" sz="1800" b="0" dirty="0" smtClean="0">
              <a:latin typeface="微软雅黑" panose="020B0503020204020204" pitchFamily="34" charset="-122"/>
              <a:ea typeface="微软雅黑" panose="020B0503020204020204" pitchFamily="34" charset="-122"/>
            </a:endParaRPr>
          </a:p>
          <a:p>
            <a:pPr algn="l"/>
            <a:r>
              <a:rPr lang="en-US" altLang="zh-CN" sz="1400" b="0" dirty="0" smtClean="0">
                <a:solidFill>
                  <a:srgbClr val="7030A0"/>
                </a:solidFill>
                <a:latin typeface="微软雅黑" panose="020B0503020204020204" pitchFamily="34" charset="-122"/>
                <a:ea typeface="微软雅黑" panose="020B0503020204020204" pitchFamily="34" charset="-122"/>
              </a:rPr>
              <a:t>frameworks/native/services/</a:t>
            </a:r>
            <a:r>
              <a:rPr lang="en-US" altLang="zh-CN" sz="1400" b="0" dirty="0" err="1" smtClean="0">
                <a:solidFill>
                  <a:srgbClr val="7030A0"/>
                </a:solidFill>
                <a:latin typeface="微软雅黑" panose="020B0503020204020204" pitchFamily="34" charset="-122"/>
                <a:ea typeface="微软雅黑" panose="020B0503020204020204" pitchFamily="34" charset="-122"/>
              </a:rPr>
              <a:t>inputflinger</a:t>
            </a:r>
            <a:r>
              <a:rPr lang="en-US" altLang="zh-CN" sz="1400" b="0" dirty="0" smtClean="0">
                <a:solidFill>
                  <a:srgbClr val="7030A0"/>
                </a:solidFill>
                <a:latin typeface="微软雅黑" panose="020B0503020204020204" pitchFamily="34" charset="-122"/>
                <a:ea typeface="微软雅黑" panose="020B0503020204020204" pitchFamily="34" charset="-122"/>
              </a:rPr>
              <a:t>/reader/InputReader.cpp</a:t>
            </a:r>
            <a:endParaRPr lang="en-US" altLang="zh-CN" sz="1800" b="0" dirty="0" smtClean="0">
              <a:latin typeface="微软雅黑" panose="020B0503020204020204" pitchFamily="34" charset="-122"/>
              <a:ea typeface="微软雅黑" panose="020B0503020204020204" pitchFamily="34" charset="-122"/>
            </a:endParaRPr>
          </a:p>
          <a:p>
            <a:pPr algn="l"/>
            <a:r>
              <a:rPr lang="en-US" altLang="zh-CN" sz="1600" b="0" dirty="0" smtClean="0">
                <a:latin typeface="微软雅黑" panose="020B0503020204020204" pitchFamily="34" charset="-122"/>
                <a:ea typeface="微软雅黑" panose="020B0503020204020204" pitchFamily="34" charset="-122"/>
              </a:rPr>
              <a:t>IMS</a:t>
            </a:r>
            <a:r>
              <a:rPr lang="zh-CN" altLang="en-US" sz="1600" b="0" dirty="0" smtClean="0">
                <a:latin typeface="微软雅黑" panose="020B0503020204020204" pitchFamily="34" charset="-122"/>
                <a:ea typeface="微软雅黑" panose="020B0503020204020204" pitchFamily="34" charset="-122"/>
              </a:rPr>
              <a:t>在创建后，会调用</a:t>
            </a:r>
            <a:r>
              <a:rPr lang="en-US" altLang="zh-CN" sz="1600" b="0" dirty="0" smtClean="0">
                <a:latin typeface="微软雅黑" panose="020B0503020204020204" pitchFamily="34" charset="-122"/>
                <a:ea typeface="微软雅黑" panose="020B0503020204020204" pitchFamily="34" charset="-122"/>
              </a:rPr>
              <a:t>start</a:t>
            </a:r>
            <a:r>
              <a:rPr lang="zh-CN" altLang="en-US" sz="1600" b="0" dirty="0" smtClean="0">
                <a:latin typeface="微软雅黑" panose="020B0503020204020204" pitchFamily="34" charset="-122"/>
                <a:ea typeface="微软雅黑" panose="020B0503020204020204" pitchFamily="34" charset="-122"/>
              </a:rPr>
              <a:t>方法，最终会调用到</a:t>
            </a:r>
            <a:r>
              <a:rPr lang="en-US" altLang="zh-CN" sz="1600" b="0" dirty="0" smtClean="0">
                <a:latin typeface="微软雅黑" panose="020B0503020204020204" pitchFamily="34" charset="-122"/>
                <a:ea typeface="微软雅黑" panose="020B0503020204020204" pitchFamily="34" charset="-122"/>
              </a:rPr>
              <a:t>InputReader.cpp</a:t>
            </a:r>
            <a:r>
              <a:rPr lang="zh-CN" altLang="en-US" sz="1600" b="0" dirty="0" smtClean="0">
                <a:latin typeface="微软雅黑" panose="020B0503020204020204" pitchFamily="34" charset="-122"/>
                <a:ea typeface="微软雅黑" panose="020B0503020204020204" pitchFamily="34" charset="-122"/>
              </a:rPr>
              <a:t>中的</a:t>
            </a:r>
            <a:r>
              <a:rPr lang="en-US" altLang="zh-CN" sz="1600" b="0" dirty="0" smtClean="0">
                <a:latin typeface="微软雅黑" panose="020B0503020204020204" pitchFamily="34" charset="-122"/>
                <a:ea typeface="微软雅黑" panose="020B0503020204020204" pitchFamily="34" charset="-122"/>
              </a:rPr>
              <a:t>start</a:t>
            </a:r>
            <a:r>
              <a:rPr lang="zh-CN" altLang="en-US" sz="1600" b="0" dirty="0" smtClean="0">
                <a:latin typeface="微软雅黑" panose="020B0503020204020204" pitchFamily="34" charset="-122"/>
                <a:ea typeface="微软雅黑" panose="020B0503020204020204" pitchFamily="34" charset="-122"/>
              </a:rPr>
              <a:t>函数。这里会创建</a:t>
            </a:r>
            <a:r>
              <a:rPr lang="en-US" altLang="zh-CN" sz="1600" b="0" dirty="0" err="1" smtClean="0">
                <a:latin typeface="微软雅黑" panose="020B0503020204020204" pitchFamily="34" charset="-122"/>
                <a:ea typeface="微软雅黑" panose="020B0503020204020204" pitchFamily="34" charset="-122"/>
              </a:rPr>
              <a:t>InputThread</a:t>
            </a:r>
            <a:r>
              <a:rPr lang="zh-CN" altLang="en-US" sz="1600" b="0" dirty="0" smtClean="0">
                <a:latin typeface="微软雅黑" panose="020B0503020204020204" pitchFamily="34" charset="-122"/>
                <a:ea typeface="微软雅黑" panose="020B0503020204020204" pitchFamily="34" charset="-122"/>
              </a:rPr>
              <a:t>线程，并调用</a:t>
            </a:r>
            <a:r>
              <a:rPr lang="en-US" altLang="zh-CN" sz="1600" b="0" dirty="0" err="1" smtClean="0">
                <a:latin typeface="微软雅黑" panose="020B0503020204020204" pitchFamily="34" charset="-122"/>
                <a:ea typeface="微软雅黑" panose="020B0503020204020204" pitchFamily="34" charset="-122"/>
              </a:rPr>
              <a:t>loopOnce</a:t>
            </a:r>
            <a:r>
              <a:rPr lang="zh-CN" altLang="en-US" sz="1600" b="0" dirty="0" smtClean="0">
                <a:latin typeface="微软雅黑" panose="020B0503020204020204" pitchFamily="34" charset="-122"/>
                <a:ea typeface="微软雅黑" panose="020B0503020204020204" pitchFamily="34" charset="-122"/>
              </a:rPr>
              <a:t>函数，函数里面分为三步。</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600" b="0" dirty="0" smtClean="0">
                <a:latin typeface="微软雅黑" panose="020B0503020204020204" pitchFamily="34" charset="-122"/>
                <a:ea typeface="微软雅黑" panose="020B0503020204020204" pitchFamily="34" charset="-122"/>
              </a:rPr>
              <a:t>1</a:t>
            </a:r>
            <a:r>
              <a:rPr lang="en-US" altLang="zh-CN" sz="1600" b="0" dirty="0">
                <a:latin typeface="微软雅黑" panose="020B0503020204020204" pitchFamily="34" charset="-122"/>
                <a:ea typeface="微软雅黑" panose="020B0503020204020204" pitchFamily="34" charset="-122"/>
              </a:rPr>
              <a:t>.</a:t>
            </a:r>
            <a:r>
              <a:rPr lang="zh-CN" altLang="en-US" sz="1600" b="0" dirty="0" smtClean="0">
                <a:latin typeface="微软雅黑" panose="020B0503020204020204" pitchFamily="34" charset="-122"/>
                <a:ea typeface="微软雅黑" panose="020B0503020204020204" pitchFamily="34" charset="-122"/>
              </a:rPr>
              <a:t>首先从</a:t>
            </a:r>
            <a:r>
              <a:rPr lang="en-US" altLang="zh-CN" sz="1600" b="0" dirty="0" err="1" smtClean="0">
                <a:latin typeface="微软雅黑" panose="020B0503020204020204" pitchFamily="34" charset="-122"/>
                <a:ea typeface="微软雅黑" panose="020B0503020204020204" pitchFamily="34" charset="-122"/>
              </a:rPr>
              <a:t>EventHub</a:t>
            </a:r>
            <a:r>
              <a:rPr lang="zh-CN" altLang="en-US" sz="1600" b="0" dirty="0" smtClean="0">
                <a:latin typeface="微软雅黑" panose="020B0503020204020204" pitchFamily="34" charset="-122"/>
                <a:ea typeface="微软雅黑" panose="020B0503020204020204" pitchFamily="34" charset="-122"/>
              </a:rPr>
              <a:t>获取</a:t>
            </a:r>
            <a:r>
              <a:rPr lang="zh-CN" altLang="en-US" sz="1600" b="0" dirty="0">
                <a:latin typeface="微软雅黑" panose="020B0503020204020204" pitchFamily="34" charset="-122"/>
                <a:ea typeface="微软雅黑" panose="020B0503020204020204" pitchFamily="34" charset="-122"/>
              </a:rPr>
              <a:t>未处理</a:t>
            </a:r>
            <a:r>
              <a:rPr lang="zh-CN" altLang="en-US" sz="1600" b="0" dirty="0" smtClean="0">
                <a:latin typeface="微软雅黑" panose="020B0503020204020204" pitchFamily="34" charset="-122"/>
                <a:ea typeface="微软雅黑" panose="020B0503020204020204" pitchFamily="34" charset="-122"/>
              </a:rPr>
              <a:t>的事件列表（</a:t>
            </a:r>
            <a:r>
              <a:rPr lang="en-US" altLang="zh-CN" sz="1600" b="0" dirty="0" err="1" smtClean="0">
                <a:latin typeface="微软雅黑" panose="020B0503020204020204" pitchFamily="34" charset="-122"/>
                <a:ea typeface="微软雅黑" panose="020B0503020204020204" pitchFamily="34" charset="-122"/>
              </a:rPr>
              <a:t>getEvents</a:t>
            </a:r>
            <a:r>
              <a:rPr lang="zh-CN" altLang="en-US" sz="1600" b="0" dirty="0" smtClean="0">
                <a:latin typeface="微软雅黑" panose="020B0503020204020204" pitchFamily="34" charset="-122"/>
                <a:ea typeface="微软雅黑" panose="020B0503020204020204" pitchFamily="34" charset="-122"/>
              </a:rPr>
              <a:t>），</a:t>
            </a:r>
            <a:r>
              <a:rPr lang="zh-CN" altLang="en-US" sz="1600" b="0" dirty="0">
                <a:latin typeface="微软雅黑" panose="020B0503020204020204" pitchFamily="34" charset="-122"/>
                <a:ea typeface="微软雅黑" panose="020B0503020204020204" pitchFamily="34" charset="-122"/>
              </a:rPr>
              <a:t>一类是从设备节点读取的原始输入事件，另一类则是</a:t>
            </a:r>
            <a:r>
              <a:rPr lang="zh-CN" altLang="en-US" sz="1600" b="0" dirty="0" smtClean="0">
                <a:latin typeface="微软雅黑" panose="020B0503020204020204" pitchFamily="34" charset="-122"/>
                <a:ea typeface="微软雅黑" panose="020B0503020204020204" pitchFamily="34" charset="-122"/>
              </a:rPr>
              <a:t>输入设备变化的事件；</a:t>
            </a:r>
            <a:endParaRPr lang="zh-CN" altLang="en-US" sz="1600" b="0" dirty="0">
              <a:latin typeface="微软雅黑" panose="020B0503020204020204" pitchFamily="34" charset="-122"/>
              <a:ea typeface="微软雅黑" panose="020B0503020204020204" pitchFamily="34" charset="-122"/>
            </a:endParaRPr>
          </a:p>
          <a:p>
            <a:pPr algn="l"/>
            <a:r>
              <a:rPr lang="en-US" altLang="zh-CN" sz="1600" b="0" dirty="0" smtClean="0">
                <a:latin typeface="微软雅黑" panose="020B0503020204020204" pitchFamily="34" charset="-122"/>
                <a:ea typeface="微软雅黑" panose="020B0503020204020204" pitchFamily="34" charset="-122"/>
              </a:rPr>
              <a:t>2.</a:t>
            </a:r>
            <a:r>
              <a:rPr lang="zh-CN" altLang="en-US" sz="1600" b="0" dirty="0" smtClean="0">
                <a:latin typeface="微软雅黑" panose="020B0503020204020204" pitchFamily="34" charset="-122"/>
                <a:ea typeface="微软雅黑" panose="020B0503020204020204" pitchFamily="34" charset="-122"/>
              </a:rPr>
              <a:t>然后</a:t>
            </a:r>
            <a:r>
              <a:rPr lang="en-US" altLang="zh-CN" sz="1600" b="0" dirty="0" err="1" smtClean="0">
                <a:latin typeface="微软雅黑" panose="020B0503020204020204" pitchFamily="34" charset="-122"/>
                <a:ea typeface="微软雅黑" panose="020B0503020204020204" pitchFamily="34" charset="-122"/>
              </a:rPr>
              <a:t>processEventsLocked</a:t>
            </a:r>
            <a:r>
              <a:rPr lang="zh-CN" altLang="en-US" sz="1600" b="0" dirty="0" smtClean="0">
                <a:latin typeface="微软雅黑" panose="020B0503020204020204" pitchFamily="34" charset="-122"/>
                <a:ea typeface="微软雅黑" panose="020B0503020204020204" pitchFamily="34" charset="-122"/>
              </a:rPr>
              <a:t>对</a:t>
            </a:r>
            <a:r>
              <a:rPr lang="zh-CN" altLang="en-US" sz="1600" b="0" dirty="0">
                <a:latin typeface="微软雅黑" panose="020B0503020204020204" pitchFamily="34" charset="-122"/>
                <a:ea typeface="微软雅黑" panose="020B0503020204020204" pitchFamily="34" charset="-122"/>
              </a:rPr>
              <a:t>事件进行处理，对于设备事件，此函数对根据设备的可用性加载或移除设备对应的配置信息，对原始输入事件，则在进行转译，封装与加工后将结果暂存</a:t>
            </a:r>
            <a:r>
              <a:rPr lang="zh-CN" altLang="en-US" sz="1600" b="0" dirty="0" smtClean="0">
                <a:latin typeface="微软雅黑" panose="020B0503020204020204" pitchFamily="34" charset="-122"/>
                <a:ea typeface="微软雅黑" panose="020B0503020204020204" pitchFamily="34" charset="-122"/>
              </a:rPr>
              <a:t>到</a:t>
            </a:r>
            <a:r>
              <a:rPr lang="en-US" altLang="zh-CN" sz="1600" b="0" dirty="0" err="1" smtClean="0">
                <a:latin typeface="微软雅黑" panose="020B0503020204020204" pitchFamily="34" charset="-122"/>
                <a:ea typeface="微软雅黑" panose="020B0503020204020204" pitchFamily="34" charset="-122"/>
              </a:rPr>
              <a:t>mQueuedListener</a:t>
            </a:r>
            <a:r>
              <a:rPr lang="zh-CN" altLang="en-US" sz="1600" b="0" dirty="0">
                <a:latin typeface="微软雅黑" panose="020B0503020204020204" pitchFamily="34" charset="-122"/>
                <a:ea typeface="微软雅黑" panose="020B0503020204020204" pitchFamily="34" charset="-122"/>
              </a:rPr>
              <a:t>；</a:t>
            </a:r>
          </a:p>
          <a:p>
            <a:pPr algn="l"/>
            <a:r>
              <a:rPr lang="en-US" altLang="zh-CN" sz="1600" b="0" dirty="0">
                <a:latin typeface="微软雅黑" panose="020B0503020204020204" pitchFamily="34" charset="-122"/>
                <a:ea typeface="微软雅黑" panose="020B0503020204020204" pitchFamily="34" charset="-122"/>
              </a:rPr>
              <a:t>3.</a:t>
            </a:r>
            <a:r>
              <a:rPr lang="zh-CN" altLang="en-US" sz="1600" b="0" dirty="0">
                <a:latin typeface="微软雅黑" panose="020B0503020204020204" pitchFamily="34" charset="-122"/>
                <a:ea typeface="微软雅黑" panose="020B0503020204020204" pitchFamily="34" charset="-122"/>
              </a:rPr>
              <a:t>所有事件处理完毕后，</a:t>
            </a:r>
            <a:r>
              <a:rPr lang="zh-CN" altLang="en-US" sz="1600" b="0" dirty="0" smtClean="0">
                <a:latin typeface="微软雅黑" panose="020B0503020204020204" pitchFamily="34" charset="-122"/>
                <a:ea typeface="微软雅黑" panose="020B0503020204020204" pitchFamily="34" charset="-122"/>
              </a:rPr>
              <a:t>调用</a:t>
            </a:r>
            <a:r>
              <a:rPr lang="en-US" altLang="zh-CN" sz="1600" b="0" dirty="0" err="1" smtClean="0">
                <a:latin typeface="微软雅黑" panose="020B0503020204020204" pitchFamily="34" charset="-122"/>
                <a:ea typeface="微软雅黑" panose="020B0503020204020204" pitchFamily="34" charset="-122"/>
              </a:rPr>
              <a:t>mQueuedListener.flush</a:t>
            </a:r>
            <a:r>
              <a:rPr lang="zh-CN" altLang="en-US" sz="1600" b="0" dirty="0" smtClean="0">
                <a:latin typeface="微软雅黑" panose="020B0503020204020204" pitchFamily="34" charset="-122"/>
                <a:ea typeface="微软雅黑" panose="020B0503020204020204" pitchFamily="34" charset="-122"/>
              </a:rPr>
              <a:t>将</a:t>
            </a:r>
            <a:r>
              <a:rPr lang="zh-CN" altLang="en-US" sz="1600" b="0" dirty="0">
                <a:latin typeface="微软雅黑" panose="020B0503020204020204" pitchFamily="34" charset="-122"/>
                <a:ea typeface="微软雅黑" panose="020B0503020204020204" pitchFamily="34" charset="-122"/>
              </a:rPr>
              <a:t>所有暂存的输入事件一次性地交给</a:t>
            </a:r>
            <a:r>
              <a:rPr lang="en-US" altLang="zh-CN" sz="1600" b="0" dirty="0" err="1" smtClean="0">
                <a:latin typeface="微软雅黑" panose="020B0503020204020204" pitchFamily="34" charset="-122"/>
                <a:ea typeface="微软雅黑" panose="020B0503020204020204" pitchFamily="34" charset="-122"/>
              </a:rPr>
              <a:t>InputDispatcher</a:t>
            </a:r>
            <a:r>
              <a:rPr lang="zh-CN" altLang="en-US" sz="1600" b="0" dirty="0" smtClean="0">
                <a:latin typeface="微软雅黑" panose="020B0503020204020204" pitchFamily="34" charset="-122"/>
                <a:ea typeface="微软雅黑" panose="020B0503020204020204" pitchFamily="34" charset="-122"/>
              </a:rPr>
              <a:t>处理。</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void </a:t>
            </a:r>
            <a:r>
              <a:rPr lang="en-US" altLang="zh-CN" sz="1400" b="0" dirty="0" err="1">
                <a:solidFill>
                  <a:srgbClr val="0070C0"/>
                </a:solidFill>
                <a:latin typeface="微软雅黑" panose="020B0503020204020204" pitchFamily="34" charset="-122"/>
                <a:ea typeface="微软雅黑" panose="020B0503020204020204" pitchFamily="34" charset="-122"/>
              </a:rPr>
              <a:t>InputReader</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loopOnce</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size_t</a:t>
            </a:r>
            <a:r>
              <a:rPr lang="en-US" altLang="zh-CN" sz="1400" b="0" dirty="0">
                <a:solidFill>
                  <a:srgbClr val="0070C0"/>
                </a:solidFill>
                <a:latin typeface="微软雅黑" panose="020B0503020204020204" pitchFamily="34" charset="-122"/>
                <a:ea typeface="微软雅黑" panose="020B0503020204020204" pitchFamily="34" charset="-122"/>
              </a:rPr>
              <a:t> count = </a:t>
            </a:r>
            <a:r>
              <a:rPr lang="en-US" altLang="zh-CN" sz="1400" b="0" dirty="0" err="1">
                <a:solidFill>
                  <a:srgbClr val="0070C0"/>
                </a:solidFill>
                <a:latin typeface="微软雅黑" panose="020B0503020204020204" pitchFamily="34" charset="-122"/>
                <a:ea typeface="微软雅黑" panose="020B0503020204020204" pitchFamily="34" charset="-122"/>
              </a:rPr>
              <a:t>mEventHub</a:t>
            </a:r>
            <a:r>
              <a:rPr lang="en-US" altLang="zh-CN" sz="1400" b="0" dirty="0">
                <a:solidFill>
                  <a:srgbClr val="0070C0"/>
                </a:solidFill>
                <a:latin typeface="微软雅黑" panose="020B0503020204020204" pitchFamily="34" charset="-122"/>
                <a:ea typeface="微软雅黑" panose="020B0503020204020204" pitchFamily="34" charset="-122"/>
              </a:rPr>
              <a:t>-&gt;</a:t>
            </a:r>
            <a:r>
              <a:rPr lang="en-US" altLang="zh-CN" sz="1400" b="0" dirty="0" err="1">
                <a:solidFill>
                  <a:srgbClr val="0070C0"/>
                </a:solidFill>
                <a:latin typeface="微软雅黑" panose="020B0503020204020204" pitchFamily="34" charset="-122"/>
                <a:ea typeface="微软雅黑" panose="020B0503020204020204" pitchFamily="34" charset="-122"/>
              </a:rPr>
              <a:t>getEvents</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timeoutMillis</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mEventBuffer</a:t>
            </a:r>
            <a:r>
              <a:rPr lang="en-US" altLang="zh-CN" sz="1400" b="0" dirty="0">
                <a:solidFill>
                  <a:srgbClr val="0070C0"/>
                </a:solidFill>
                <a:latin typeface="微软雅黑" panose="020B0503020204020204" pitchFamily="34" charset="-122"/>
                <a:ea typeface="微软雅黑" panose="020B0503020204020204" pitchFamily="34" charset="-122"/>
              </a:rPr>
              <a:t>, EVENT_BUFFER_SIZE);</a:t>
            </a:r>
          </a:p>
          <a:p>
            <a:pPr algn="l"/>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 // acquire lock</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AutoMutex</a:t>
            </a:r>
            <a:r>
              <a:rPr lang="en-US" altLang="zh-CN" sz="1400" b="0" dirty="0">
                <a:solidFill>
                  <a:srgbClr val="0070C0"/>
                </a:solidFill>
                <a:latin typeface="微软雅黑" panose="020B0503020204020204" pitchFamily="34" charset="-122"/>
                <a:ea typeface="微软雅黑" panose="020B0503020204020204" pitchFamily="34" charset="-122"/>
              </a:rPr>
              <a:t> _l(</a:t>
            </a:r>
            <a:r>
              <a:rPr lang="en-US" altLang="zh-CN" sz="1400" b="0" dirty="0" err="1">
                <a:solidFill>
                  <a:srgbClr val="0070C0"/>
                </a:solidFill>
                <a:latin typeface="微软雅黑" panose="020B0503020204020204" pitchFamily="34" charset="-122"/>
                <a:ea typeface="微软雅黑" panose="020B0503020204020204" pitchFamily="34" charset="-122"/>
              </a:rPr>
              <a:t>mLock</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mReaderIsAliveCondition.broadcast</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if (count)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processEventsLocked</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mEventBuffer</a:t>
            </a:r>
            <a:r>
              <a:rPr lang="en-US" altLang="zh-CN" sz="1400" b="0" dirty="0">
                <a:solidFill>
                  <a:srgbClr val="0070C0"/>
                </a:solidFill>
                <a:latin typeface="微软雅黑" panose="020B0503020204020204" pitchFamily="34" charset="-122"/>
                <a:ea typeface="微软雅黑" panose="020B0503020204020204" pitchFamily="34" charset="-122"/>
              </a:rPr>
              <a:t>, count);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 // release lock</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mQueuedListener</a:t>
            </a:r>
            <a:r>
              <a:rPr lang="en-US" altLang="zh-CN" sz="1400" b="0" dirty="0">
                <a:solidFill>
                  <a:srgbClr val="0070C0"/>
                </a:solidFill>
                <a:latin typeface="微软雅黑" panose="020B0503020204020204" pitchFamily="34" charset="-122"/>
                <a:ea typeface="微软雅黑" panose="020B0503020204020204" pitchFamily="34" charset="-122"/>
              </a:rPr>
              <a:t>-&gt;flush();</a:t>
            </a:r>
          </a:p>
          <a:p>
            <a:pPr algn="l"/>
            <a:r>
              <a:rPr lang="en-US" altLang="zh-CN" sz="1400" b="0" dirty="0">
                <a:solidFill>
                  <a:srgbClr val="0070C0"/>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94660176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err="1" smtClean="0">
                <a:latin typeface="微软雅黑" panose="020B0503020204020204" pitchFamily="34" charset="-122"/>
                <a:ea typeface="微软雅黑" panose="020B0503020204020204" pitchFamily="34" charset="-122"/>
              </a:rPr>
              <a:t>InputReader</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5416868"/>
          </a:xfrm>
          <a:prstGeom prst="rect">
            <a:avLst/>
          </a:prstGeom>
          <a:noFill/>
        </p:spPr>
        <p:txBody>
          <a:bodyPr wrap="square" rtlCol="0">
            <a:spAutoFit/>
          </a:bodyPr>
          <a:lstStyle/>
          <a:p>
            <a:pPr algn="l"/>
            <a:r>
              <a:rPr lang="en-US" altLang="zh-CN" sz="1600" b="0" dirty="0" err="1" smtClean="0">
                <a:latin typeface="微软雅黑" panose="020B0503020204020204" pitchFamily="34" charset="-122"/>
                <a:ea typeface="微软雅黑" panose="020B0503020204020204" pitchFamily="34" charset="-122"/>
              </a:rPr>
              <a:t>InputReader</a:t>
            </a:r>
            <a:r>
              <a:rPr lang="zh-CN" altLang="en-US" sz="1600" b="0" dirty="0" smtClean="0">
                <a:latin typeface="微软雅黑" panose="020B0503020204020204" pitchFamily="34" charset="-122"/>
                <a:ea typeface="微软雅黑" panose="020B0503020204020204" pitchFamily="34" charset="-122"/>
              </a:rPr>
              <a:t>处理的数据分为数据事件和设备事件，会用到以下几个类：</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600" b="0" dirty="0" err="1" smtClean="0">
                <a:latin typeface="微软雅黑" panose="020B0503020204020204" pitchFamily="34" charset="-122"/>
                <a:ea typeface="微软雅黑" panose="020B0503020204020204" pitchFamily="34" charset="-122"/>
              </a:rPr>
              <a:t>InputDevice</a:t>
            </a:r>
            <a:r>
              <a:rPr lang="zh-CN" altLang="en-US" sz="1600" b="0" dirty="0" smtClean="0">
                <a:latin typeface="微软雅黑" panose="020B0503020204020204" pitchFamily="34" charset="-122"/>
                <a:ea typeface="微软雅黑" panose="020B0503020204020204" pitchFamily="34" charset="-122"/>
              </a:rPr>
              <a:t>：描述</a:t>
            </a:r>
            <a:r>
              <a:rPr lang="zh-CN" altLang="en-US" sz="1600" b="0" dirty="0">
                <a:latin typeface="微软雅黑" panose="020B0503020204020204" pitchFamily="34" charset="-122"/>
                <a:ea typeface="微软雅黑" panose="020B0503020204020204" pitchFamily="34" charset="-122"/>
              </a:rPr>
              <a:t>一个输入设备，是一个存储输入设备信息的</a:t>
            </a:r>
            <a:r>
              <a:rPr lang="zh-CN" altLang="en-US" sz="1600" b="0" dirty="0" smtClean="0">
                <a:latin typeface="微软雅黑" panose="020B0503020204020204" pitchFamily="34" charset="-122"/>
                <a:ea typeface="微软雅黑" panose="020B0503020204020204" pitchFamily="34" charset="-122"/>
              </a:rPr>
              <a:t>类；</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400" b="0" dirty="0" smtClean="0">
                <a:solidFill>
                  <a:srgbClr val="7030A0"/>
                </a:solidFill>
                <a:latin typeface="微软雅黑" panose="020B0503020204020204" pitchFamily="34" charset="-122"/>
                <a:ea typeface="微软雅黑" panose="020B0503020204020204" pitchFamily="34" charset="-122"/>
              </a:rPr>
              <a:t>frameworks/native/services/</a:t>
            </a:r>
            <a:r>
              <a:rPr lang="en-US" altLang="zh-CN" sz="1400" b="0" dirty="0" err="1" smtClean="0">
                <a:solidFill>
                  <a:srgbClr val="7030A0"/>
                </a:solidFill>
                <a:latin typeface="微软雅黑" panose="020B0503020204020204" pitchFamily="34" charset="-122"/>
                <a:ea typeface="微软雅黑" panose="020B0503020204020204" pitchFamily="34" charset="-122"/>
              </a:rPr>
              <a:t>inputflinger</a:t>
            </a:r>
            <a:r>
              <a:rPr lang="en-US" altLang="zh-CN" sz="1400" b="0" dirty="0" smtClean="0">
                <a:solidFill>
                  <a:srgbClr val="7030A0"/>
                </a:solidFill>
                <a:latin typeface="微软雅黑" panose="020B0503020204020204" pitchFamily="34" charset="-122"/>
                <a:ea typeface="微软雅黑" panose="020B0503020204020204" pitchFamily="34" charset="-122"/>
              </a:rPr>
              <a:t>/reader/InputDevice.cpp</a:t>
            </a:r>
            <a:endParaRPr lang="en-US" altLang="zh-CN" sz="1400" b="0" dirty="0">
              <a:solidFill>
                <a:srgbClr val="7030A0"/>
              </a:solidFill>
              <a:latin typeface="微软雅黑" panose="020B0503020204020204" pitchFamily="34" charset="-122"/>
              <a:ea typeface="微软雅黑" panose="020B0503020204020204" pitchFamily="34" charset="-122"/>
            </a:endParaRPr>
          </a:p>
          <a:p>
            <a:pPr algn="l"/>
            <a:r>
              <a:rPr lang="en-US" altLang="zh-CN" sz="1600" b="0" dirty="0" err="1" smtClean="0">
                <a:latin typeface="微软雅黑" panose="020B0503020204020204" pitchFamily="34" charset="-122"/>
                <a:ea typeface="微软雅黑" panose="020B0503020204020204" pitchFamily="34" charset="-122"/>
              </a:rPr>
              <a:t>InputMapper</a:t>
            </a:r>
            <a:r>
              <a:rPr lang="zh-CN" altLang="en-US" sz="1600" b="0" dirty="0" smtClean="0">
                <a:latin typeface="微软雅黑" panose="020B0503020204020204" pitchFamily="34" charset="-122"/>
                <a:ea typeface="微软雅黑" panose="020B0503020204020204" pitchFamily="34" charset="-122"/>
              </a:rPr>
              <a:t>：是</a:t>
            </a:r>
            <a:r>
              <a:rPr lang="en-US" altLang="zh-CN" sz="1600" b="0" dirty="0" err="1" smtClean="0">
                <a:latin typeface="微软雅黑" panose="020B0503020204020204" pitchFamily="34" charset="-122"/>
                <a:ea typeface="微软雅黑" panose="020B0503020204020204" pitchFamily="34" charset="-122"/>
              </a:rPr>
              <a:t>InputReader</a:t>
            </a:r>
            <a:r>
              <a:rPr lang="zh-CN" altLang="en-US" sz="1600" b="0" dirty="0" smtClean="0">
                <a:latin typeface="微软雅黑" panose="020B0503020204020204" pitchFamily="34" charset="-122"/>
                <a:ea typeface="微软雅黑" panose="020B0503020204020204" pitchFamily="34" charset="-122"/>
              </a:rPr>
              <a:t>中</a:t>
            </a:r>
            <a:r>
              <a:rPr lang="zh-CN" altLang="en-US" sz="1600" b="0" dirty="0">
                <a:latin typeface="微软雅黑" panose="020B0503020204020204" pitchFamily="34" charset="-122"/>
                <a:ea typeface="微软雅黑" panose="020B0503020204020204" pitchFamily="34" charset="-122"/>
              </a:rPr>
              <a:t>实际进行原始输入事件加工的</a:t>
            </a:r>
            <a:r>
              <a:rPr lang="zh-CN" altLang="en-US" sz="1600" b="0" dirty="0" smtClean="0">
                <a:latin typeface="微软雅黑" panose="020B0503020204020204" pitchFamily="34" charset="-122"/>
                <a:ea typeface="微软雅黑" panose="020B0503020204020204" pitchFamily="34" charset="-122"/>
              </a:rPr>
              <a:t>场所。</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400" b="0" dirty="0" smtClean="0">
                <a:solidFill>
                  <a:srgbClr val="7030A0"/>
                </a:solidFill>
                <a:latin typeface="微软雅黑" panose="020B0503020204020204" pitchFamily="34" charset="-122"/>
                <a:ea typeface="微软雅黑" panose="020B0503020204020204" pitchFamily="34" charset="-122"/>
              </a:rPr>
              <a:t>frameworks/native/services/</a:t>
            </a:r>
            <a:r>
              <a:rPr lang="en-US" altLang="zh-CN" sz="1400" b="0" dirty="0" err="1" smtClean="0">
                <a:solidFill>
                  <a:srgbClr val="7030A0"/>
                </a:solidFill>
                <a:latin typeface="微软雅黑" panose="020B0503020204020204" pitchFamily="34" charset="-122"/>
                <a:ea typeface="微软雅黑" panose="020B0503020204020204" pitchFamily="34" charset="-122"/>
              </a:rPr>
              <a:t>inputflinger</a:t>
            </a:r>
            <a:r>
              <a:rPr lang="en-US" altLang="zh-CN" sz="1400" b="0" dirty="0" smtClean="0">
                <a:solidFill>
                  <a:srgbClr val="7030A0"/>
                </a:solidFill>
                <a:latin typeface="微软雅黑" panose="020B0503020204020204" pitchFamily="34" charset="-122"/>
                <a:ea typeface="微软雅黑" panose="020B0503020204020204" pitchFamily="34" charset="-122"/>
              </a:rPr>
              <a:t>/mapper/*</a:t>
            </a:r>
            <a:endParaRPr lang="en-US" altLang="zh-CN" sz="1400" b="0" dirty="0">
              <a:solidFill>
                <a:srgbClr val="7030A0"/>
              </a:solidFill>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以下为设备事件中添加设备的流程：</a:t>
            </a:r>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solidFill>
                <a:srgbClr val="0070C0"/>
              </a:solidFill>
              <a:latin typeface="微软雅黑" panose="020B0503020204020204" pitchFamily="34" charset="-122"/>
              <a:ea typeface="微软雅黑" panose="020B0503020204020204" pitchFamily="34" charset="-122"/>
            </a:endParaRPr>
          </a:p>
          <a:p>
            <a:pPr algn="l"/>
            <a:endParaRPr lang="en-US" altLang="zh-CN" sz="1600" b="0" dirty="0" smtClean="0">
              <a:solidFill>
                <a:srgbClr val="0070C0"/>
              </a:solidFill>
              <a:latin typeface="微软雅黑" panose="020B0503020204020204" pitchFamily="34" charset="-122"/>
              <a:ea typeface="微软雅黑" panose="020B0503020204020204" pitchFamily="34" charset="-122"/>
            </a:endParaRPr>
          </a:p>
          <a:p>
            <a:pPr algn="l"/>
            <a:endParaRPr lang="en-US" altLang="zh-CN" sz="1600" b="0" dirty="0">
              <a:solidFill>
                <a:srgbClr val="0070C0"/>
              </a:solidFill>
              <a:latin typeface="微软雅黑" panose="020B0503020204020204" pitchFamily="34" charset="-122"/>
              <a:ea typeface="微软雅黑" panose="020B0503020204020204" pitchFamily="34" charset="-122"/>
            </a:endParaRPr>
          </a:p>
          <a:p>
            <a:pPr algn="l"/>
            <a:endParaRPr lang="en-US" altLang="zh-CN" sz="1600" b="0" dirty="0" smtClean="0">
              <a:solidFill>
                <a:srgbClr val="0070C0"/>
              </a:solidFill>
              <a:latin typeface="微软雅黑" panose="020B0503020204020204" pitchFamily="34" charset="-122"/>
              <a:ea typeface="微软雅黑" panose="020B0503020204020204" pitchFamily="34" charset="-122"/>
            </a:endParaRPr>
          </a:p>
          <a:p>
            <a:pPr algn="l"/>
            <a:endParaRPr lang="en-US" altLang="zh-CN" sz="1600" b="0" dirty="0">
              <a:solidFill>
                <a:srgbClr val="0070C0"/>
              </a:solidFill>
              <a:latin typeface="微软雅黑" panose="020B0503020204020204" pitchFamily="34" charset="-122"/>
              <a:ea typeface="微软雅黑" panose="020B0503020204020204" pitchFamily="34" charset="-122"/>
            </a:endParaRPr>
          </a:p>
          <a:p>
            <a:pPr algn="l"/>
            <a:endParaRPr lang="en-US" altLang="zh-CN" sz="1600" b="0" dirty="0" smtClean="0">
              <a:solidFill>
                <a:srgbClr val="0070C0"/>
              </a:solidFill>
              <a:latin typeface="微软雅黑" panose="020B0503020204020204" pitchFamily="34" charset="-122"/>
              <a:ea typeface="微软雅黑" panose="020B0503020204020204" pitchFamily="34" charset="-122"/>
            </a:endParaRPr>
          </a:p>
          <a:p>
            <a:pPr algn="l"/>
            <a:endParaRPr lang="en-US" altLang="zh-CN" sz="1600" b="0" dirty="0">
              <a:solidFill>
                <a:srgbClr val="0070C0"/>
              </a:solidFill>
              <a:latin typeface="微软雅黑" panose="020B0503020204020204" pitchFamily="34" charset="-122"/>
              <a:ea typeface="微软雅黑" panose="020B0503020204020204" pitchFamily="34" charset="-122"/>
            </a:endParaRPr>
          </a:p>
          <a:p>
            <a:pPr algn="l"/>
            <a:endParaRPr lang="en-US" altLang="zh-CN" sz="1600" b="0" dirty="0" smtClean="0">
              <a:solidFill>
                <a:srgbClr val="0070C0"/>
              </a:solidFill>
              <a:latin typeface="微软雅黑" panose="020B0503020204020204" pitchFamily="34" charset="-122"/>
              <a:ea typeface="微软雅黑" panose="020B0503020204020204" pitchFamily="34" charset="-122"/>
            </a:endParaRPr>
          </a:p>
          <a:p>
            <a:pPr algn="l"/>
            <a:endParaRPr lang="en-US" altLang="zh-CN" sz="1600" b="0" dirty="0">
              <a:solidFill>
                <a:srgbClr val="0070C0"/>
              </a:solidFill>
              <a:latin typeface="微软雅黑" panose="020B0503020204020204" pitchFamily="34" charset="-122"/>
              <a:ea typeface="微软雅黑" panose="020B0503020204020204" pitchFamily="34" charset="-122"/>
            </a:endParaRPr>
          </a:p>
          <a:p>
            <a:pPr algn="l"/>
            <a:endParaRPr lang="en-US" altLang="zh-CN" sz="1600" b="0" dirty="0" smtClean="0">
              <a:solidFill>
                <a:srgbClr val="0070C0"/>
              </a:solidFill>
              <a:latin typeface="微软雅黑" panose="020B0503020204020204" pitchFamily="34" charset="-122"/>
              <a:ea typeface="微软雅黑" panose="020B0503020204020204" pitchFamily="34" charset="-122"/>
            </a:endParaRPr>
          </a:p>
          <a:p>
            <a:pPr algn="l"/>
            <a:endParaRPr lang="en-US" altLang="zh-CN" sz="1600" b="0" dirty="0">
              <a:solidFill>
                <a:srgbClr val="0070C0"/>
              </a:solidFill>
              <a:latin typeface="微软雅黑" panose="020B0503020204020204" pitchFamily="34" charset="-122"/>
              <a:ea typeface="微软雅黑" panose="020B0503020204020204" pitchFamily="34" charset="-122"/>
            </a:endParaRPr>
          </a:p>
          <a:p>
            <a:pPr algn="l"/>
            <a:endParaRPr lang="en-US" altLang="zh-CN" sz="1600" b="0" dirty="0" smtClean="0">
              <a:solidFill>
                <a:srgbClr val="0070C0"/>
              </a:solidFill>
              <a:latin typeface="微软雅黑" panose="020B0503020204020204" pitchFamily="34" charset="-122"/>
              <a:ea typeface="微软雅黑" panose="020B0503020204020204" pitchFamily="34" charset="-122"/>
            </a:endParaRPr>
          </a:p>
          <a:p>
            <a:pPr algn="l"/>
            <a:endParaRPr lang="en-US" altLang="zh-CN" sz="1600" b="0" dirty="0">
              <a:solidFill>
                <a:srgbClr val="0070C0"/>
              </a:solidFill>
              <a:latin typeface="微软雅黑" panose="020B0503020204020204" pitchFamily="34" charset="-122"/>
              <a:ea typeface="微软雅黑" panose="020B0503020204020204" pitchFamily="34" charset="-122"/>
            </a:endParaRPr>
          </a:p>
          <a:p>
            <a:pPr algn="l"/>
            <a:endParaRPr lang="en-US" altLang="zh-CN" sz="1600" b="0" dirty="0" smtClean="0">
              <a:solidFill>
                <a:srgbClr val="0070C0"/>
              </a:solidFill>
              <a:latin typeface="微软雅黑" panose="020B0503020204020204" pitchFamily="34" charset="-122"/>
              <a:ea typeface="微软雅黑" panose="020B0503020204020204" pitchFamily="34" charset="-122"/>
            </a:endParaRPr>
          </a:p>
          <a:p>
            <a:pPr algn="l"/>
            <a:endParaRPr lang="en-US" altLang="zh-CN" sz="1600" b="0" dirty="0">
              <a:solidFill>
                <a:srgbClr val="0070C0"/>
              </a:solidFill>
              <a:latin typeface="微软雅黑" panose="020B0503020204020204" pitchFamily="34" charset="-122"/>
              <a:ea typeface="微软雅黑" panose="020B0503020204020204" pitchFamily="34" charset="-122"/>
            </a:endParaRPr>
          </a:p>
          <a:p>
            <a:pPr algn="l"/>
            <a:endParaRPr lang="en-US" altLang="zh-CN" sz="1400" b="0" dirty="0">
              <a:solidFill>
                <a:srgbClr val="0070C0"/>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1403648" y="2338782"/>
            <a:ext cx="6336704" cy="4402586"/>
          </a:xfrm>
          <a:prstGeom prst="rect">
            <a:avLst/>
          </a:prstGeom>
        </p:spPr>
      </p:pic>
    </p:spTree>
    <p:extLst>
      <p:ext uri="{BB962C8B-B14F-4D97-AF65-F5344CB8AC3E}">
        <p14:creationId xmlns:p14="http://schemas.microsoft.com/office/powerpoint/2010/main" val="303894362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err="1" smtClean="0">
                <a:latin typeface="微软雅黑" panose="020B0503020204020204" pitchFamily="34" charset="-122"/>
                <a:ea typeface="微软雅黑" panose="020B0503020204020204" pitchFamily="34" charset="-122"/>
              </a:rPr>
              <a:t>InputReader</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5170646"/>
          </a:xfrm>
          <a:prstGeom prst="rect">
            <a:avLst/>
          </a:prstGeom>
          <a:noFill/>
        </p:spPr>
        <p:txBody>
          <a:bodyPr wrap="square" rtlCol="0">
            <a:spAutoFit/>
          </a:bodyPr>
          <a:lstStyle/>
          <a:p>
            <a:pPr algn="l"/>
            <a:r>
              <a:rPr lang="zh-CN" altLang="en-US" sz="1600" b="0" dirty="0" smtClean="0">
                <a:latin typeface="微软雅黑" panose="020B0503020204020204" pitchFamily="34" charset="-122"/>
                <a:ea typeface="微软雅黑" panose="020B0503020204020204" pitchFamily="34" charset="-122"/>
              </a:rPr>
              <a:t>以下为</a:t>
            </a:r>
            <a:r>
              <a:rPr lang="zh-CN" altLang="en-US" sz="1600" b="0" dirty="0">
                <a:latin typeface="微软雅黑" panose="020B0503020204020204" pitchFamily="34" charset="-122"/>
                <a:ea typeface="微软雅黑" panose="020B0503020204020204" pitchFamily="34" charset="-122"/>
              </a:rPr>
              <a:t>数据</a:t>
            </a:r>
            <a:r>
              <a:rPr lang="zh-CN" altLang="en-US" sz="1600" b="0" dirty="0" smtClean="0">
                <a:latin typeface="微软雅黑" panose="020B0503020204020204" pitchFamily="34" charset="-122"/>
                <a:ea typeface="微软雅黑" panose="020B0503020204020204" pitchFamily="34" charset="-122"/>
              </a:rPr>
              <a:t>事件处理的流程：</a:t>
            </a:r>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solidFill>
                <a:srgbClr val="0070C0"/>
              </a:solidFill>
              <a:latin typeface="微软雅黑" panose="020B0503020204020204" pitchFamily="34" charset="-122"/>
              <a:ea typeface="微软雅黑" panose="020B0503020204020204" pitchFamily="34" charset="-122"/>
            </a:endParaRPr>
          </a:p>
          <a:p>
            <a:pPr algn="l"/>
            <a:endParaRPr lang="en-US" altLang="zh-CN" sz="1600" b="0" dirty="0" smtClean="0">
              <a:solidFill>
                <a:srgbClr val="0070C0"/>
              </a:solidFill>
              <a:latin typeface="微软雅黑" panose="020B0503020204020204" pitchFamily="34" charset="-122"/>
              <a:ea typeface="微软雅黑" panose="020B0503020204020204" pitchFamily="34" charset="-122"/>
            </a:endParaRPr>
          </a:p>
          <a:p>
            <a:pPr algn="l"/>
            <a:endParaRPr lang="en-US" altLang="zh-CN" sz="1600" b="0" dirty="0">
              <a:solidFill>
                <a:srgbClr val="0070C0"/>
              </a:solidFill>
              <a:latin typeface="微软雅黑" panose="020B0503020204020204" pitchFamily="34" charset="-122"/>
              <a:ea typeface="微软雅黑" panose="020B0503020204020204" pitchFamily="34" charset="-122"/>
            </a:endParaRPr>
          </a:p>
          <a:p>
            <a:pPr algn="l"/>
            <a:endParaRPr lang="en-US" altLang="zh-CN" sz="1600" b="0" dirty="0" smtClean="0">
              <a:solidFill>
                <a:srgbClr val="0070C0"/>
              </a:solidFill>
              <a:latin typeface="微软雅黑" panose="020B0503020204020204" pitchFamily="34" charset="-122"/>
              <a:ea typeface="微软雅黑" panose="020B0503020204020204" pitchFamily="34" charset="-122"/>
            </a:endParaRPr>
          </a:p>
          <a:p>
            <a:pPr algn="l"/>
            <a:endParaRPr lang="en-US" altLang="zh-CN" sz="1600" b="0" dirty="0">
              <a:solidFill>
                <a:srgbClr val="0070C0"/>
              </a:solidFill>
              <a:latin typeface="微软雅黑" panose="020B0503020204020204" pitchFamily="34" charset="-122"/>
              <a:ea typeface="微软雅黑" panose="020B0503020204020204" pitchFamily="34" charset="-122"/>
            </a:endParaRPr>
          </a:p>
          <a:p>
            <a:pPr algn="l"/>
            <a:endParaRPr lang="en-US" altLang="zh-CN" sz="1600" b="0" dirty="0" smtClean="0">
              <a:solidFill>
                <a:srgbClr val="0070C0"/>
              </a:solidFill>
              <a:latin typeface="微软雅黑" panose="020B0503020204020204" pitchFamily="34" charset="-122"/>
              <a:ea typeface="微软雅黑" panose="020B0503020204020204" pitchFamily="34" charset="-122"/>
            </a:endParaRPr>
          </a:p>
          <a:p>
            <a:pPr algn="l"/>
            <a:endParaRPr lang="en-US" altLang="zh-CN" sz="1600" b="0" dirty="0">
              <a:solidFill>
                <a:srgbClr val="0070C0"/>
              </a:solidFill>
              <a:latin typeface="微软雅黑" panose="020B0503020204020204" pitchFamily="34" charset="-122"/>
              <a:ea typeface="微软雅黑" panose="020B0503020204020204" pitchFamily="34" charset="-122"/>
            </a:endParaRPr>
          </a:p>
          <a:p>
            <a:pPr algn="l"/>
            <a:endParaRPr lang="en-US" altLang="zh-CN" sz="1600" b="0" dirty="0" smtClean="0">
              <a:solidFill>
                <a:srgbClr val="0070C0"/>
              </a:solidFill>
              <a:latin typeface="微软雅黑" panose="020B0503020204020204" pitchFamily="34" charset="-122"/>
              <a:ea typeface="微软雅黑" panose="020B0503020204020204" pitchFamily="34" charset="-122"/>
            </a:endParaRPr>
          </a:p>
          <a:p>
            <a:pPr algn="l"/>
            <a:endParaRPr lang="en-US" altLang="zh-CN" sz="1600" b="0" dirty="0">
              <a:solidFill>
                <a:srgbClr val="0070C0"/>
              </a:solidFill>
              <a:latin typeface="微软雅黑" panose="020B0503020204020204" pitchFamily="34" charset="-122"/>
              <a:ea typeface="微软雅黑" panose="020B0503020204020204" pitchFamily="34" charset="-122"/>
            </a:endParaRPr>
          </a:p>
          <a:p>
            <a:pPr algn="l"/>
            <a:endParaRPr lang="en-US" altLang="zh-CN" sz="1600" b="0" dirty="0" smtClean="0">
              <a:solidFill>
                <a:srgbClr val="0070C0"/>
              </a:solidFill>
              <a:latin typeface="微软雅黑" panose="020B0503020204020204" pitchFamily="34" charset="-122"/>
              <a:ea typeface="微软雅黑" panose="020B0503020204020204" pitchFamily="34" charset="-122"/>
            </a:endParaRPr>
          </a:p>
          <a:p>
            <a:pPr algn="l"/>
            <a:endParaRPr lang="en-US" altLang="zh-CN" sz="1600" b="0" dirty="0">
              <a:solidFill>
                <a:srgbClr val="0070C0"/>
              </a:solidFill>
              <a:latin typeface="微软雅黑" panose="020B0503020204020204" pitchFamily="34" charset="-122"/>
              <a:ea typeface="微软雅黑" panose="020B0503020204020204" pitchFamily="34" charset="-122"/>
            </a:endParaRPr>
          </a:p>
          <a:p>
            <a:pPr algn="l"/>
            <a:endParaRPr lang="en-US" altLang="zh-CN" sz="1600" b="0" dirty="0" smtClean="0">
              <a:solidFill>
                <a:srgbClr val="0070C0"/>
              </a:solidFill>
              <a:latin typeface="微软雅黑" panose="020B0503020204020204" pitchFamily="34" charset="-122"/>
              <a:ea typeface="微软雅黑" panose="020B0503020204020204" pitchFamily="34" charset="-122"/>
            </a:endParaRPr>
          </a:p>
          <a:p>
            <a:pPr algn="l"/>
            <a:endParaRPr lang="en-US" altLang="zh-CN" sz="1600" b="0" dirty="0">
              <a:solidFill>
                <a:srgbClr val="0070C0"/>
              </a:solidFill>
              <a:latin typeface="微软雅黑" panose="020B0503020204020204" pitchFamily="34" charset="-122"/>
              <a:ea typeface="微软雅黑" panose="020B0503020204020204" pitchFamily="34" charset="-122"/>
            </a:endParaRPr>
          </a:p>
          <a:p>
            <a:pPr algn="l"/>
            <a:endParaRPr lang="en-US" altLang="zh-CN" sz="1600" b="0" dirty="0" smtClean="0">
              <a:solidFill>
                <a:srgbClr val="0070C0"/>
              </a:solidFill>
              <a:latin typeface="微软雅黑" panose="020B0503020204020204" pitchFamily="34" charset="-122"/>
              <a:ea typeface="微软雅黑" panose="020B0503020204020204" pitchFamily="34" charset="-122"/>
            </a:endParaRPr>
          </a:p>
          <a:p>
            <a:pPr algn="l"/>
            <a:endParaRPr lang="en-US" altLang="zh-CN" sz="1600" b="0" dirty="0">
              <a:solidFill>
                <a:srgbClr val="0070C0"/>
              </a:solidFill>
              <a:latin typeface="微软雅黑" panose="020B0503020204020204" pitchFamily="34" charset="-122"/>
              <a:ea typeface="微软雅黑" panose="020B0503020204020204" pitchFamily="34" charset="-122"/>
            </a:endParaRPr>
          </a:p>
          <a:p>
            <a:pPr algn="l"/>
            <a:endParaRPr lang="en-US" altLang="zh-CN" sz="1400" b="0" dirty="0" smtClean="0">
              <a:solidFill>
                <a:srgbClr val="0070C0"/>
              </a:solidFill>
              <a:latin typeface="微软雅黑" panose="020B0503020204020204" pitchFamily="34" charset="-122"/>
              <a:ea typeface="微软雅黑" panose="020B0503020204020204" pitchFamily="34" charset="-122"/>
            </a:endParaRPr>
          </a:p>
          <a:p>
            <a:pPr algn="l"/>
            <a:endParaRPr lang="en-US" altLang="zh-CN" sz="1400" b="0" dirty="0">
              <a:solidFill>
                <a:srgbClr val="0070C0"/>
              </a:solidFill>
              <a:latin typeface="微软雅黑" panose="020B0503020204020204" pitchFamily="34" charset="-122"/>
              <a:ea typeface="微软雅黑" panose="020B0503020204020204" pitchFamily="34" charset="-122"/>
            </a:endParaRPr>
          </a:p>
          <a:p>
            <a:pPr algn="l"/>
            <a:endParaRPr lang="en-US" altLang="zh-CN" sz="1400" b="0" dirty="0" smtClean="0">
              <a:solidFill>
                <a:srgbClr val="0070C0"/>
              </a:solidFill>
              <a:latin typeface="微软雅黑" panose="020B0503020204020204" pitchFamily="34" charset="-122"/>
              <a:ea typeface="微软雅黑" panose="020B0503020204020204" pitchFamily="34" charset="-122"/>
            </a:endParaRPr>
          </a:p>
          <a:p>
            <a:pPr algn="l"/>
            <a:r>
              <a:rPr lang="zh-CN" altLang="en-US" sz="1600" b="0" dirty="0">
                <a:latin typeface="微软雅黑" panose="020B0503020204020204" pitchFamily="34" charset="-122"/>
                <a:ea typeface="微软雅黑" panose="020B0503020204020204" pitchFamily="34" charset="-122"/>
              </a:rPr>
              <a:t>可以</a:t>
            </a:r>
            <a:r>
              <a:rPr lang="zh-CN" altLang="en-US" sz="1600" b="0" dirty="0" smtClean="0">
                <a:latin typeface="微软雅黑" panose="020B0503020204020204" pitchFamily="34" charset="-122"/>
                <a:ea typeface="微软雅黑" panose="020B0503020204020204" pitchFamily="34" charset="-122"/>
              </a:rPr>
              <a:t>发现，</a:t>
            </a:r>
            <a:r>
              <a:rPr lang="en-US" altLang="zh-CN" sz="1600" b="0" dirty="0" err="1" smtClean="0">
                <a:latin typeface="微软雅黑" panose="020B0503020204020204" pitchFamily="34" charset="-122"/>
                <a:ea typeface="微软雅黑" panose="020B0503020204020204" pitchFamily="34" charset="-122"/>
              </a:rPr>
              <a:t>InputReader</a:t>
            </a:r>
            <a:r>
              <a:rPr lang="zh-CN" altLang="en-US" sz="1600" b="0" dirty="0" smtClean="0">
                <a:latin typeface="微软雅黑" panose="020B0503020204020204" pitchFamily="34" charset="-122"/>
                <a:ea typeface="微软雅黑" panose="020B0503020204020204" pitchFamily="34" charset="-122"/>
              </a:rPr>
              <a:t>的主要任务是创建管理不同的</a:t>
            </a:r>
            <a:r>
              <a:rPr lang="en-US" altLang="zh-CN" sz="1600" b="0" dirty="0" err="1" smtClean="0">
                <a:latin typeface="微软雅黑" panose="020B0503020204020204" pitchFamily="34" charset="-122"/>
                <a:ea typeface="微软雅黑" panose="020B0503020204020204" pitchFamily="34" charset="-122"/>
              </a:rPr>
              <a:t>InputDevice</a:t>
            </a:r>
            <a:r>
              <a:rPr lang="zh-CN" altLang="en-US" sz="1600" b="0" dirty="0" smtClean="0">
                <a:latin typeface="微软雅黑" panose="020B0503020204020204" pitchFamily="34" charset="-122"/>
                <a:ea typeface="微软雅黑" panose="020B0503020204020204" pitchFamily="34" charset="-122"/>
              </a:rPr>
              <a:t>，</a:t>
            </a:r>
            <a:r>
              <a:rPr lang="en-US" altLang="zh-CN" sz="1600" b="0" dirty="0">
                <a:latin typeface="微软雅黑" panose="020B0503020204020204" pitchFamily="34" charset="-122"/>
                <a:ea typeface="微软雅黑" panose="020B0503020204020204" pitchFamily="34" charset="-122"/>
              </a:rPr>
              <a:t> </a:t>
            </a:r>
            <a:r>
              <a:rPr lang="en-US" altLang="zh-CN" sz="1600" b="0" dirty="0" err="1" smtClean="0">
                <a:latin typeface="微软雅黑" panose="020B0503020204020204" pitchFamily="34" charset="-122"/>
                <a:ea typeface="微软雅黑" panose="020B0503020204020204" pitchFamily="34" charset="-122"/>
              </a:rPr>
              <a:t>InputDevice</a:t>
            </a:r>
            <a:r>
              <a:rPr lang="zh-CN" altLang="en-US" sz="1600" b="0" dirty="0" smtClean="0">
                <a:latin typeface="微软雅黑" panose="020B0503020204020204" pitchFamily="34" charset="-122"/>
                <a:ea typeface="微软雅黑" panose="020B0503020204020204" pitchFamily="34" charset="-122"/>
              </a:rPr>
              <a:t>创建对应的</a:t>
            </a:r>
            <a:r>
              <a:rPr lang="en-US" altLang="zh-CN" sz="1600" b="0" dirty="0" smtClean="0">
                <a:latin typeface="微软雅黑" panose="020B0503020204020204" pitchFamily="34" charset="-122"/>
                <a:ea typeface="微软雅黑" panose="020B0503020204020204" pitchFamily="34" charset="-122"/>
              </a:rPr>
              <a:t>Mapper</a:t>
            </a:r>
            <a:r>
              <a:rPr lang="zh-CN" altLang="en-US" sz="1600" b="0" dirty="0" smtClean="0">
                <a:latin typeface="微软雅黑" panose="020B0503020204020204" pitchFamily="34" charset="-122"/>
                <a:ea typeface="微软雅黑" panose="020B0503020204020204" pitchFamily="34" charset="-122"/>
              </a:rPr>
              <a:t>具体处理数据。</a:t>
            </a:r>
            <a:endParaRPr lang="en-US" altLang="zh-CN" sz="1600" b="0"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611560" y="1196751"/>
            <a:ext cx="7920880" cy="4153458"/>
          </a:xfrm>
          <a:prstGeom prst="rect">
            <a:avLst/>
          </a:prstGeom>
        </p:spPr>
      </p:pic>
    </p:spTree>
    <p:extLst>
      <p:ext uri="{BB962C8B-B14F-4D97-AF65-F5344CB8AC3E}">
        <p14:creationId xmlns:p14="http://schemas.microsoft.com/office/powerpoint/2010/main" val="316895241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err="1" smtClean="0">
                <a:latin typeface="微软雅黑" panose="020B0503020204020204" pitchFamily="34" charset="-122"/>
                <a:ea typeface="微软雅黑" panose="020B0503020204020204" pitchFamily="34" charset="-122"/>
              </a:rPr>
              <a:t>InputReader</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338554"/>
          </a:xfrm>
          <a:prstGeom prst="rect">
            <a:avLst/>
          </a:prstGeom>
          <a:noFill/>
        </p:spPr>
        <p:txBody>
          <a:bodyPr wrap="square" rtlCol="0">
            <a:spAutoFit/>
          </a:bodyPr>
          <a:lstStyle/>
          <a:p>
            <a:pPr algn="l"/>
            <a:r>
              <a:rPr lang="zh-CN" altLang="en-US" sz="1600" b="0" dirty="0" smtClean="0">
                <a:latin typeface="微软雅黑" panose="020B0503020204020204" pitchFamily="34" charset="-122"/>
                <a:ea typeface="微软雅黑" panose="020B0503020204020204" pitchFamily="34" charset="-122"/>
              </a:rPr>
              <a:t>根据不同的设备类型，会创建不同的</a:t>
            </a:r>
            <a:r>
              <a:rPr lang="en-US" altLang="zh-CN" sz="1600" b="0" dirty="0" err="1" smtClean="0">
                <a:latin typeface="微软雅黑" panose="020B0503020204020204" pitchFamily="34" charset="-122"/>
                <a:ea typeface="微软雅黑" panose="020B0503020204020204" pitchFamily="34" charset="-122"/>
              </a:rPr>
              <a:t>InputMapper</a:t>
            </a:r>
            <a:r>
              <a:rPr lang="zh-CN" altLang="en-US" sz="1600" b="0" dirty="0" smtClean="0">
                <a:latin typeface="微软雅黑" panose="020B0503020204020204" pitchFamily="34" charset="-122"/>
                <a:ea typeface="微软雅黑" panose="020B0503020204020204" pitchFamily="34" charset="-122"/>
              </a:rPr>
              <a:t>去处理数据，具体的分类如下：</a:t>
            </a:r>
            <a:endParaRPr lang="en-US" altLang="zh-CN" sz="1600" b="0"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858046" y="1193743"/>
            <a:ext cx="6999312" cy="5527866"/>
          </a:xfrm>
          <a:prstGeom prst="rect">
            <a:avLst/>
          </a:prstGeom>
        </p:spPr>
      </p:pic>
    </p:spTree>
    <p:extLst>
      <p:ext uri="{BB962C8B-B14F-4D97-AF65-F5344CB8AC3E}">
        <p14:creationId xmlns:p14="http://schemas.microsoft.com/office/powerpoint/2010/main" val="22740751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err="1" smtClean="0">
                <a:latin typeface="微软雅黑" panose="020B0503020204020204" pitchFamily="34" charset="-122"/>
                <a:ea typeface="微软雅黑" panose="020B0503020204020204" pitchFamily="34" charset="-122"/>
              </a:rPr>
              <a:t>InputReader</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2277547"/>
          </a:xfrm>
          <a:prstGeom prst="rect">
            <a:avLst/>
          </a:prstGeom>
          <a:noFill/>
        </p:spPr>
        <p:txBody>
          <a:bodyPr wrap="square" rtlCol="0">
            <a:spAutoFit/>
          </a:bodyPr>
          <a:lstStyle/>
          <a:p>
            <a:pPr algn="l"/>
            <a:r>
              <a:rPr lang="en-US" altLang="zh-CN" sz="1600" b="0" dirty="0" err="1" smtClean="0">
                <a:latin typeface="微软雅黑" panose="020B0503020204020204" pitchFamily="34" charset="-122"/>
                <a:ea typeface="微软雅黑" panose="020B0503020204020204" pitchFamily="34" charset="-122"/>
              </a:rPr>
              <a:t>InputMapper</a:t>
            </a:r>
            <a:r>
              <a:rPr lang="zh-CN" altLang="en-US" sz="1600" b="0" dirty="0" smtClean="0">
                <a:latin typeface="微软雅黑" panose="020B0503020204020204" pitchFamily="34" charset="-122"/>
                <a:ea typeface="微软雅黑" panose="020B0503020204020204" pitchFamily="34" charset="-122"/>
              </a:rPr>
              <a:t>处理完数据后，封装到</a:t>
            </a:r>
            <a:r>
              <a:rPr lang="en-US" altLang="zh-CN" sz="1600" b="0" dirty="0" err="1" smtClean="0">
                <a:latin typeface="微软雅黑" panose="020B0503020204020204" pitchFamily="34" charset="-122"/>
                <a:ea typeface="微软雅黑" panose="020B0503020204020204" pitchFamily="34" charset="-122"/>
              </a:rPr>
              <a:t>args</a:t>
            </a:r>
            <a:r>
              <a:rPr lang="zh-CN" altLang="en-US" sz="1600" b="0" dirty="0" smtClean="0">
                <a:latin typeface="微软雅黑" panose="020B0503020204020204" pitchFamily="34" charset="-122"/>
                <a:ea typeface="微软雅黑" panose="020B0503020204020204" pitchFamily="34" charset="-122"/>
              </a:rPr>
              <a:t>中，</a:t>
            </a:r>
            <a:r>
              <a:rPr lang="zh-CN" altLang="en-US" sz="1600" b="0" dirty="0">
                <a:latin typeface="微软雅黑" panose="020B0503020204020204" pitchFamily="34" charset="-122"/>
                <a:ea typeface="微软雅黑" panose="020B0503020204020204" pitchFamily="34" charset="-122"/>
              </a:rPr>
              <a:t>最后</a:t>
            </a:r>
            <a:r>
              <a:rPr lang="zh-CN" altLang="en-US" sz="1600" b="0" dirty="0" smtClean="0">
                <a:latin typeface="微软雅黑" panose="020B0503020204020204" pitchFamily="34" charset="-122"/>
                <a:ea typeface="微软雅黑" panose="020B0503020204020204" pitchFamily="34" charset="-122"/>
              </a:rPr>
              <a:t>一般会调用类似如下方法：</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400" b="0" dirty="0" err="1">
                <a:solidFill>
                  <a:srgbClr val="0070C0"/>
                </a:solidFill>
                <a:latin typeface="微软雅黑" panose="020B0503020204020204" pitchFamily="34" charset="-122"/>
                <a:ea typeface="微软雅黑" panose="020B0503020204020204" pitchFamily="34" charset="-122"/>
              </a:rPr>
              <a:t>getListener</a:t>
            </a:r>
            <a:r>
              <a:rPr lang="en-US" altLang="zh-CN" sz="1400" b="0" dirty="0">
                <a:solidFill>
                  <a:srgbClr val="0070C0"/>
                </a:solidFill>
                <a:latin typeface="微软雅黑" panose="020B0503020204020204" pitchFamily="34" charset="-122"/>
                <a:ea typeface="微软雅黑" panose="020B0503020204020204" pitchFamily="34" charset="-122"/>
              </a:rPr>
              <a:t>()-&gt;</a:t>
            </a:r>
            <a:r>
              <a:rPr lang="en-US" altLang="zh-CN" sz="1400" b="0" dirty="0" err="1">
                <a:solidFill>
                  <a:srgbClr val="0070C0"/>
                </a:solidFill>
                <a:latin typeface="微软雅黑" panose="020B0503020204020204" pitchFamily="34" charset="-122"/>
                <a:ea typeface="微软雅黑" panose="020B0503020204020204" pitchFamily="34" charset="-122"/>
              </a:rPr>
              <a:t>notifyKey</a:t>
            </a:r>
            <a:r>
              <a:rPr lang="en-US" altLang="zh-CN" sz="1400" b="0" dirty="0">
                <a:solidFill>
                  <a:srgbClr val="0070C0"/>
                </a:solidFill>
                <a:latin typeface="微软雅黑" panose="020B0503020204020204" pitchFamily="34" charset="-122"/>
                <a:ea typeface="微软雅黑" panose="020B0503020204020204" pitchFamily="34" charset="-122"/>
              </a:rPr>
              <a:t>(&amp;</a:t>
            </a:r>
            <a:r>
              <a:rPr lang="en-US" altLang="zh-CN" sz="1400" b="0" dirty="0" err="1">
                <a:solidFill>
                  <a:srgbClr val="0070C0"/>
                </a:solidFill>
                <a:latin typeface="微软雅黑" panose="020B0503020204020204" pitchFamily="34" charset="-122"/>
                <a:ea typeface="微软雅黑" panose="020B0503020204020204" pitchFamily="34" charset="-122"/>
              </a:rPr>
              <a:t>args</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zh-CN" altLang="en-US" sz="1400" b="0" dirty="0" smtClean="0">
                <a:solidFill>
                  <a:srgbClr val="0070C0"/>
                </a:solidFill>
                <a:latin typeface="微软雅黑" panose="020B0503020204020204" pitchFamily="34" charset="-122"/>
                <a:ea typeface="微软雅黑" panose="020B0503020204020204" pitchFamily="34" charset="-122"/>
              </a:rPr>
              <a:t>以</a:t>
            </a:r>
            <a:r>
              <a:rPr lang="en-US" altLang="zh-CN" sz="1400" b="0" dirty="0" smtClean="0">
                <a:solidFill>
                  <a:srgbClr val="0070C0"/>
                </a:solidFill>
                <a:latin typeface="微软雅黑" panose="020B0503020204020204" pitchFamily="34" charset="-122"/>
                <a:ea typeface="微软雅黑" panose="020B0503020204020204" pitchFamily="34" charset="-122"/>
              </a:rPr>
              <a:t>keyboard</a:t>
            </a:r>
            <a:r>
              <a:rPr lang="zh-CN" altLang="en-US" sz="1400" b="0" dirty="0" smtClean="0">
                <a:solidFill>
                  <a:srgbClr val="0070C0"/>
                </a:solidFill>
                <a:latin typeface="微软雅黑" panose="020B0503020204020204" pitchFamily="34" charset="-122"/>
                <a:ea typeface="微软雅黑" panose="020B0503020204020204" pitchFamily="34" charset="-122"/>
              </a:rPr>
              <a:t>为例</a:t>
            </a:r>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这里的</a:t>
            </a:r>
            <a:r>
              <a:rPr lang="en-US" altLang="zh-CN" sz="1600" b="0" dirty="0" smtClean="0">
                <a:latin typeface="微软雅黑" panose="020B0503020204020204" pitchFamily="34" charset="-122"/>
                <a:ea typeface="微软雅黑" panose="020B0503020204020204" pitchFamily="34" charset="-122"/>
              </a:rPr>
              <a:t>listener</a:t>
            </a:r>
            <a:r>
              <a:rPr lang="zh-CN" altLang="en-US" sz="1600" b="0" dirty="0" smtClean="0">
                <a:latin typeface="微软雅黑" panose="020B0503020204020204" pitchFamily="34" charset="-122"/>
                <a:ea typeface="微软雅黑" panose="020B0503020204020204" pitchFamily="34" charset="-122"/>
              </a:rPr>
              <a:t>实际上就是创建</a:t>
            </a:r>
            <a:r>
              <a:rPr lang="en-US" altLang="zh-CN" sz="1600" b="0" dirty="0" err="1" smtClean="0">
                <a:latin typeface="微软雅黑" panose="020B0503020204020204" pitchFamily="34" charset="-122"/>
                <a:ea typeface="微软雅黑" panose="020B0503020204020204" pitchFamily="34" charset="-122"/>
              </a:rPr>
              <a:t>InputReader</a:t>
            </a:r>
            <a:r>
              <a:rPr lang="zh-CN" altLang="en-US" sz="1600" b="0" dirty="0">
                <a:latin typeface="微软雅黑" panose="020B0503020204020204" pitchFamily="34" charset="-122"/>
                <a:ea typeface="微软雅黑" panose="020B0503020204020204" pitchFamily="34" charset="-122"/>
              </a:rPr>
              <a:t>时的</a:t>
            </a:r>
            <a:r>
              <a:rPr lang="en-US" altLang="zh-CN" sz="1600" b="0" dirty="0" err="1" smtClean="0">
                <a:latin typeface="微软雅黑" panose="020B0503020204020204" pitchFamily="34" charset="-122"/>
                <a:ea typeface="微软雅黑" panose="020B0503020204020204" pitchFamily="34" charset="-122"/>
              </a:rPr>
              <a:t>InputClassifier</a:t>
            </a:r>
            <a:r>
              <a:rPr lang="zh-CN" altLang="en-US" sz="1600" b="0" dirty="0" smtClean="0">
                <a:latin typeface="微软雅黑" panose="020B0503020204020204" pitchFamily="34" charset="-122"/>
                <a:ea typeface="微软雅黑" panose="020B0503020204020204" pitchFamily="34" charset="-122"/>
              </a:rPr>
              <a:t>，其内部又调用了创建</a:t>
            </a:r>
            <a:r>
              <a:rPr lang="en-US" altLang="zh-CN" sz="1600" b="0" dirty="0" err="1" smtClean="0">
                <a:latin typeface="微软雅黑" panose="020B0503020204020204" pitchFamily="34" charset="-122"/>
                <a:ea typeface="微软雅黑" panose="020B0503020204020204" pitchFamily="34" charset="-122"/>
              </a:rPr>
              <a:t>InputClassifier</a:t>
            </a:r>
            <a:r>
              <a:rPr lang="zh-CN" altLang="en-US" sz="1600" b="0" dirty="0" smtClean="0">
                <a:latin typeface="微软雅黑" panose="020B0503020204020204" pitchFamily="34" charset="-122"/>
                <a:ea typeface="微软雅黑" panose="020B0503020204020204" pitchFamily="34" charset="-122"/>
              </a:rPr>
              <a:t>时的参数</a:t>
            </a:r>
            <a:r>
              <a:rPr lang="en-US" altLang="zh-CN" sz="1600" b="0" dirty="0" err="1" smtClean="0">
                <a:latin typeface="微软雅黑" panose="020B0503020204020204" pitchFamily="34" charset="-122"/>
                <a:ea typeface="微软雅黑" panose="020B0503020204020204" pitchFamily="34" charset="-122"/>
              </a:rPr>
              <a:t>InputDispatcher</a:t>
            </a:r>
            <a:r>
              <a:rPr lang="zh-CN" altLang="en-US" sz="1600" b="0" dirty="0" smtClean="0">
                <a:latin typeface="微软雅黑" panose="020B0503020204020204" pitchFamily="34" charset="-122"/>
                <a:ea typeface="微软雅黑" panose="020B0503020204020204" pitchFamily="34" charset="-122"/>
              </a:rPr>
              <a:t>，实际调用的是</a:t>
            </a:r>
            <a:r>
              <a:rPr lang="en-US" altLang="zh-CN" sz="1600" b="0" dirty="0" err="1" smtClean="0">
                <a:latin typeface="微软雅黑" panose="020B0503020204020204" pitchFamily="34" charset="-122"/>
                <a:ea typeface="微软雅黑" panose="020B0503020204020204" pitchFamily="34" charset="-122"/>
              </a:rPr>
              <a:t>InputDispatcher</a:t>
            </a:r>
            <a:r>
              <a:rPr lang="zh-CN" altLang="en-US" sz="1600" b="0" dirty="0" smtClean="0">
                <a:latin typeface="微软雅黑" panose="020B0503020204020204" pitchFamily="34" charset="-122"/>
                <a:ea typeface="微软雅黑" panose="020B0503020204020204" pitchFamily="34" charset="-122"/>
              </a:rPr>
              <a:t>中的</a:t>
            </a:r>
            <a:r>
              <a:rPr lang="en-US" altLang="zh-CN" sz="1600" b="0" dirty="0" err="1" smtClean="0">
                <a:latin typeface="微软雅黑" panose="020B0503020204020204" pitchFamily="34" charset="-122"/>
                <a:ea typeface="微软雅黑" panose="020B0503020204020204" pitchFamily="34" charset="-122"/>
              </a:rPr>
              <a:t>notifyKey</a:t>
            </a:r>
            <a:r>
              <a:rPr lang="zh-CN" altLang="en-US" sz="1600" b="0" dirty="0" smtClean="0">
                <a:latin typeface="微软雅黑" panose="020B0503020204020204" pitchFamily="34" charset="-122"/>
                <a:ea typeface="微软雅黑" panose="020B0503020204020204" pitchFamily="34" charset="-122"/>
              </a:rPr>
              <a:t>函数。</a:t>
            </a:r>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7482032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err="1" smtClean="0">
                <a:latin typeface="微软雅黑" panose="020B0503020204020204" pitchFamily="34" charset="-122"/>
                <a:ea typeface="微软雅黑" panose="020B0503020204020204" pitchFamily="34" charset="-122"/>
              </a:rPr>
              <a:t>InputDispatcher</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369332"/>
          </a:xfrm>
          <a:prstGeom prst="rect">
            <a:avLst/>
          </a:prstGeom>
          <a:noFill/>
        </p:spPr>
        <p:txBody>
          <a:bodyPr wrap="square" rtlCol="0">
            <a:spAutoFit/>
          </a:bodyPr>
          <a:lstStyle/>
          <a:p>
            <a:pPr algn="l"/>
            <a:r>
              <a:rPr lang="en-US" altLang="zh-CN" sz="1800" b="0" dirty="0" err="1" smtClean="0">
                <a:latin typeface="微软雅黑" panose="020B0503020204020204" pitchFamily="34" charset="-122"/>
                <a:ea typeface="微软雅黑" panose="020B0503020204020204" pitchFamily="34" charset="-122"/>
              </a:rPr>
              <a:t>InputDispatcher</a:t>
            </a:r>
            <a:r>
              <a:rPr lang="zh-CN" altLang="en-US" sz="1800" b="0" dirty="0" smtClean="0">
                <a:latin typeface="微软雅黑" panose="020B0503020204020204" pitchFamily="34" charset="-122"/>
                <a:ea typeface="微软雅黑" panose="020B0503020204020204" pitchFamily="34" charset="-122"/>
              </a:rPr>
              <a:t>调用时序大致流程如下：</a:t>
            </a:r>
            <a:endParaRPr lang="en-US" altLang="zh-CN" sz="1800" b="0" dirty="0" smtClean="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1545530" y="1193484"/>
            <a:ext cx="5624343" cy="5474842"/>
          </a:xfrm>
          <a:prstGeom prst="rect">
            <a:avLst/>
          </a:prstGeom>
        </p:spPr>
      </p:pic>
    </p:spTree>
    <p:extLst>
      <p:ext uri="{BB962C8B-B14F-4D97-AF65-F5344CB8AC3E}">
        <p14:creationId xmlns:p14="http://schemas.microsoft.com/office/powerpoint/2010/main" val="54583430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err="1" smtClean="0">
                <a:latin typeface="微软雅黑" panose="020B0503020204020204" pitchFamily="34" charset="-122"/>
                <a:ea typeface="微软雅黑" panose="020B0503020204020204" pitchFamily="34" charset="-122"/>
              </a:rPr>
              <a:t>InputDispatcher</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369332"/>
          </a:xfrm>
          <a:prstGeom prst="rect">
            <a:avLst/>
          </a:prstGeom>
          <a:noFill/>
        </p:spPr>
        <p:txBody>
          <a:bodyPr wrap="square" rtlCol="0">
            <a:spAutoFit/>
          </a:bodyPr>
          <a:lstStyle/>
          <a:p>
            <a:pPr algn="l"/>
            <a:r>
              <a:rPr lang="en-US" altLang="zh-CN" sz="1800" b="0" dirty="0" err="1" smtClean="0">
                <a:latin typeface="微软雅黑" panose="020B0503020204020204" pitchFamily="34" charset="-122"/>
                <a:ea typeface="微软雅黑" panose="020B0503020204020204" pitchFamily="34" charset="-122"/>
              </a:rPr>
              <a:t>InputDispatcher</a:t>
            </a:r>
            <a:r>
              <a:rPr lang="zh-CN" altLang="en-US" sz="1800" b="0" dirty="0" smtClean="0">
                <a:latin typeface="微软雅黑" panose="020B0503020204020204" pitchFamily="34" charset="-122"/>
                <a:ea typeface="微软雅黑" panose="020B0503020204020204" pitchFamily="34" charset="-122"/>
              </a:rPr>
              <a:t>调用流程图大致如下：</a:t>
            </a:r>
            <a:endParaRPr lang="en-US" altLang="zh-CN" sz="1800" b="0" dirty="0" smtClean="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0" y="1273662"/>
            <a:ext cx="9144000" cy="4603610"/>
          </a:xfrm>
          <a:prstGeom prst="rect">
            <a:avLst/>
          </a:prstGeom>
        </p:spPr>
      </p:pic>
    </p:spTree>
    <p:extLst>
      <p:ext uri="{BB962C8B-B14F-4D97-AF65-F5344CB8AC3E}">
        <p14:creationId xmlns:p14="http://schemas.microsoft.com/office/powerpoint/2010/main" val="231503478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err="1" smtClean="0">
                <a:latin typeface="微软雅黑" panose="020B0503020204020204" pitchFamily="34" charset="-122"/>
                <a:ea typeface="微软雅黑" panose="020B0503020204020204" pitchFamily="34" charset="-122"/>
              </a:rPr>
              <a:t>InputDispatcher</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5632311"/>
          </a:xfrm>
          <a:prstGeom prst="rect">
            <a:avLst/>
          </a:prstGeom>
          <a:noFill/>
        </p:spPr>
        <p:txBody>
          <a:bodyPr wrap="square" rtlCol="0">
            <a:spAutoFit/>
          </a:bodyPr>
          <a:lstStyle/>
          <a:p>
            <a:pPr algn="l"/>
            <a:r>
              <a:rPr lang="en-US" altLang="zh-CN" sz="1800" b="0" dirty="0" err="1" smtClean="0">
                <a:latin typeface="微软雅黑" panose="020B0503020204020204" pitchFamily="34" charset="-122"/>
                <a:ea typeface="微软雅黑" panose="020B0503020204020204" pitchFamily="34" charset="-122"/>
              </a:rPr>
              <a:t>InputDispatcher</a:t>
            </a:r>
            <a:r>
              <a:rPr lang="zh-CN" altLang="en-US" sz="1800" b="0" dirty="0" smtClean="0">
                <a:latin typeface="微软雅黑" panose="020B0503020204020204" pitchFamily="34" charset="-122"/>
                <a:ea typeface="微软雅黑" panose="020B0503020204020204" pitchFamily="34" charset="-122"/>
              </a:rPr>
              <a:t>的位置如下：</a:t>
            </a:r>
            <a:endParaRPr lang="en-US" altLang="zh-CN" sz="1800" b="0" dirty="0" smtClean="0">
              <a:latin typeface="微软雅黑" panose="020B0503020204020204" pitchFamily="34" charset="-122"/>
              <a:ea typeface="微软雅黑" panose="020B0503020204020204" pitchFamily="34" charset="-122"/>
            </a:endParaRPr>
          </a:p>
          <a:p>
            <a:pPr algn="l"/>
            <a:r>
              <a:rPr lang="en-US" altLang="zh-CN" sz="1400" b="0" dirty="0" smtClean="0">
                <a:solidFill>
                  <a:srgbClr val="7030A0"/>
                </a:solidFill>
                <a:latin typeface="微软雅黑" panose="020B0503020204020204" pitchFamily="34" charset="-122"/>
                <a:ea typeface="微软雅黑" panose="020B0503020204020204" pitchFamily="34" charset="-122"/>
              </a:rPr>
              <a:t>frameworks/native/services/</a:t>
            </a:r>
            <a:r>
              <a:rPr lang="en-US" altLang="zh-CN" sz="1400" b="0" dirty="0" err="1" smtClean="0">
                <a:solidFill>
                  <a:srgbClr val="7030A0"/>
                </a:solidFill>
                <a:latin typeface="微软雅黑" panose="020B0503020204020204" pitchFamily="34" charset="-122"/>
                <a:ea typeface="微软雅黑" panose="020B0503020204020204" pitchFamily="34" charset="-122"/>
              </a:rPr>
              <a:t>inputflinger</a:t>
            </a:r>
            <a:r>
              <a:rPr lang="en-US" altLang="zh-CN" sz="1400" b="0" dirty="0" smtClean="0">
                <a:solidFill>
                  <a:srgbClr val="7030A0"/>
                </a:solidFill>
                <a:latin typeface="微软雅黑" panose="020B0503020204020204" pitchFamily="34" charset="-122"/>
                <a:ea typeface="微软雅黑" panose="020B0503020204020204" pitchFamily="34" charset="-122"/>
              </a:rPr>
              <a:t>/dispatcher/InputDispatcher.cpp</a:t>
            </a:r>
            <a:endParaRPr lang="en-US" altLang="zh-CN" sz="1800" b="0" dirty="0" smtClean="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和</a:t>
            </a:r>
            <a:r>
              <a:rPr lang="en-US" altLang="zh-CN" sz="1600" b="0" dirty="0" err="1" smtClean="0">
                <a:latin typeface="微软雅黑" panose="020B0503020204020204" pitchFamily="34" charset="-122"/>
                <a:ea typeface="微软雅黑" panose="020B0503020204020204" pitchFamily="34" charset="-122"/>
              </a:rPr>
              <a:t>InputReader</a:t>
            </a:r>
            <a:r>
              <a:rPr lang="zh-CN" altLang="en-US" sz="1600" b="0" dirty="0" smtClean="0">
                <a:latin typeface="微软雅黑" panose="020B0503020204020204" pitchFamily="34" charset="-122"/>
                <a:ea typeface="微软雅黑" panose="020B0503020204020204" pitchFamily="34" charset="-122"/>
              </a:rPr>
              <a:t>一样，</a:t>
            </a:r>
            <a:r>
              <a:rPr lang="en-US" altLang="zh-CN" sz="1600" b="0" dirty="0" smtClean="0">
                <a:latin typeface="微软雅黑" panose="020B0503020204020204" pitchFamily="34" charset="-122"/>
                <a:ea typeface="微软雅黑" panose="020B0503020204020204" pitchFamily="34" charset="-122"/>
              </a:rPr>
              <a:t>IMS</a:t>
            </a:r>
            <a:r>
              <a:rPr lang="zh-CN" altLang="en-US" sz="1600" b="0" dirty="0">
                <a:latin typeface="微软雅黑" panose="020B0503020204020204" pitchFamily="34" charset="-122"/>
                <a:ea typeface="微软雅黑" panose="020B0503020204020204" pitchFamily="34" charset="-122"/>
              </a:rPr>
              <a:t>在创建后，会</a:t>
            </a:r>
            <a:r>
              <a:rPr lang="zh-CN" altLang="en-US" sz="1600" b="0" dirty="0" smtClean="0">
                <a:latin typeface="微软雅黑" panose="020B0503020204020204" pitchFamily="34" charset="-122"/>
                <a:ea typeface="微软雅黑" panose="020B0503020204020204" pitchFamily="34" charset="-122"/>
              </a:rPr>
              <a:t>调用其</a:t>
            </a:r>
            <a:r>
              <a:rPr lang="en-US" altLang="zh-CN" sz="1600" b="0" dirty="0" smtClean="0">
                <a:latin typeface="微软雅黑" panose="020B0503020204020204" pitchFamily="34" charset="-122"/>
                <a:ea typeface="微软雅黑" panose="020B0503020204020204" pitchFamily="34" charset="-122"/>
              </a:rPr>
              <a:t>start</a:t>
            </a:r>
            <a:r>
              <a:rPr lang="zh-CN" altLang="en-US" sz="1600" b="0" dirty="0">
                <a:latin typeface="微软雅黑" panose="020B0503020204020204" pitchFamily="34" charset="-122"/>
                <a:ea typeface="微软雅黑" panose="020B0503020204020204" pitchFamily="34" charset="-122"/>
              </a:rPr>
              <a:t>方法，最终会调用到</a:t>
            </a:r>
            <a:r>
              <a:rPr lang="en-US" altLang="zh-CN" sz="1600" b="0" dirty="0" smtClean="0">
                <a:latin typeface="微软雅黑" panose="020B0503020204020204" pitchFamily="34" charset="-122"/>
                <a:ea typeface="微软雅黑" panose="020B0503020204020204" pitchFamily="34" charset="-122"/>
              </a:rPr>
              <a:t>InputDispatcher.cpp</a:t>
            </a:r>
            <a:r>
              <a:rPr lang="zh-CN" altLang="en-US" sz="1600" b="0" dirty="0">
                <a:latin typeface="微软雅黑" panose="020B0503020204020204" pitchFamily="34" charset="-122"/>
                <a:ea typeface="微软雅黑" panose="020B0503020204020204" pitchFamily="34" charset="-122"/>
              </a:rPr>
              <a:t>中的</a:t>
            </a:r>
            <a:r>
              <a:rPr lang="en-US" altLang="zh-CN" sz="1600" b="0" dirty="0">
                <a:latin typeface="微软雅黑" panose="020B0503020204020204" pitchFamily="34" charset="-122"/>
                <a:ea typeface="微软雅黑" panose="020B0503020204020204" pitchFamily="34" charset="-122"/>
              </a:rPr>
              <a:t>start</a:t>
            </a:r>
            <a:r>
              <a:rPr lang="zh-CN" altLang="en-US" sz="1600" b="0" dirty="0">
                <a:latin typeface="微软雅黑" panose="020B0503020204020204" pitchFamily="34" charset="-122"/>
                <a:ea typeface="微软雅黑" panose="020B0503020204020204" pitchFamily="34" charset="-122"/>
              </a:rPr>
              <a:t>函数。这里会创建</a:t>
            </a:r>
            <a:r>
              <a:rPr lang="en-US" altLang="zh-CN" sz="1600" b="0" dirty="0" err="1">
                <a:latin typeface="微软雅黑" panose="020B0503020204020204" pitchFamily="34" charset="-122"/>
                <a:ea typeface="微软雅黑" panose="020B0503020204020204" pitchFamily="34" charset="-122"/>
              </a:rPr>
              <a:t>InputThread</a:t>
            </a:r>
            <a:r>
              <a:rPr lang="zh-CN" altLang="en-US" sz="1600" b="0" dirty="0">
                <a:latin typeface="微软雅黑" panose="020B0503020204020204" pitchFamily="34" charset="-122"/>
                <a:ea typeface="微软雅黑" panose="020B0503020204020204" pitchFamily="34" charset="-122"/>
              </a:rPr>
              <a:t>线程，并调用</a:t>
            </a:r>
            <a:r>
              <a:rPr lang="en-US" altLang="zh-CN" sz="1600" b="0" dirty="0" err="1">
                <a:latin typeface="微软雅黑" panose="020B0503020204020204" pitchFamily="34" charset="-122"/>
                <a:ea typeface="微软雅黑" panose="020B0503020204020204" pitchFamily="34" charset="-122"/>
              </a:rPr>
              <a:t>loopOnce</a:t>
            </a:r>
            <a:r>
              <a:rPr lang="zh-CN" altLang="en-US" sz="1600" b="0" dirty="0" smtClean="0">
                <a:latin typeface="微软雅黑" panose="020B0503020204020204" pitchFamily="34" charset="-122"/>
                <a:ea typeface="微软雅黑" panose="020B0503020204020204" pitchFamily="34" charset="-122"/>
              </a:rPr>
              <a:t>函数。</a:t>
            </a:r>
            <a:endParaRPr lang="en-US" altLang="zh-CN" sz="1600" b="0" dirty="0" smtClean="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在</a:t>
            </a:r>
            <a:r>
              <a:rPr lang="en-US" altLang="zh-CN" sz="1600" b="0" dirty="0" err="1" smtClean="0">
                <a:latin typeface="微软雅黑" panose="020B0503020204020204" pitchFamily="34" charset="-122"/>
                <a:ea typeface="微软雅黑" panose="020B0503020204020204" pitchFamily="34" charset="-122"/>
              </a:rPr>
              <a:t>InputReader</a:t>
            </a:r>
            <a:r>
              <a:rPr lang="zh-CN" altLang="en-US" sz="1600" b="0" dirty="0" smtClean="0">
                <a:latin typeface="微软雅黑" panose="020B0503020204020204" pitchFamily="34" charset="-122"/>
                <a:ea typeface="微软雅黑" panose="020B0503020204020204" pitchFamily="34" charset="-122"/>
              </a:rPr>
              <a:t>调用</a:t>
            </a:r>
            <a:r>
              <a:rPr lang="en-US" altLang="zh-CN" sz="1600" b="0" dirty="0" smtClean="0">
                <a:latin typeface="微软雅黑" panose="020B0503020204020204" pitchFamily="34" charset="-122"/>
                <a:ea typeface="微软雅黑" panose="020B0503020204020204" pitchFamily="34" charset="-122"/>
              </a:rPr>
              <a:t>notify</a:t>
            </a:r>
            <a:r>
              <a:rPr lang="zh-CN" altLang="en-US" sz="1600" b="0" dirty="0" smtClean="0">
                <a:latin typeface="微软雅黑" panose="020B0503020204020204" pitchFamily="34" charset="-122"/>
                <a:ea typeface="微软雅黑" panose="020B0503020204020204" pitchFamily="34" charset="-122"/>
              </a:rPr>
              <a:t>***函数后，</a:t>
            </a:r>
            <a:r>
              <a:rPr lang="en-US" altLang="zh-CN" sz="1600" b="0" dirty="0" err="1" smtClean="0">
                <a:latin typeface="微软雅黑" panose="020B0503020204020204" pitchFamily="34" charset="-122"/>
                <a:ea typeface="微软雅黑" panose="020B0503020204020204" pitchFamily="34" charset="-122"/>
              </a:rPr>
              <a:t>InputDispatcher</a:t>
            </a:r>
            <a:r>
              <a:rPr lang="zh-CN" altLang="en-US" sz="1600" b="0" dirty="0" smtClean="0">
                <a:latin typeface="微软雅黑" panose="020B0503020204020204" pitchFamily="34" charset="-122"/>
                <a:ea typeface="微软雅黑" panose="020B0503020204020204" pitchFamily="34" charset="-122"/>
              </a:rPr>
              <a:t>会封装为不同的</a:t>
            </a:r>
            <a:r>
              <a:rPr lang="en-US" altLang="zh-CN" sz="1600" b="0" dirty="0" smtClean="0">
                <a:latin typeface="微软雅黑" panose="020B0503020204020204" pitchFamily="34" charset="-122"/>
                <a:ea typeface="微软雅黑" panose="020B0503020204020204" pitchFamily="34" charset="-122"/>
              </a:rPr>
              <a:t>Entry</a:t>
            </a:r>
            <a:r>
              <a:rPr lang="zh-CN" altLang="en-US" sz="1600" b="0" dirty="0" smtClean="0">
                <a:latin typeface="微软雅黑" panose="020B0503020204020204" pitchFamily="34" charset="-122"/>
                <a:ea typeface="微软雅黑" panose="020B0503020204020204" pitchFamily="34" charset="-122"/>
              </a:rPr>
              <a:t>，这里以</a:t>
            </a:r>
            <a:r>
              <a:rPr lang="en-US" altLang="zh-CN" sz="1600" b="0" dirty="0" smtClean="0">
                <a:latin typeface="微软雅黑" panose="020B0503020204020204" pitchFamily="34" charset="-122"/>
                <a:ea typeface="微软雅黑" panose="020B0503020204020204" pitchFamily="34" charset="-122"/>
              </a:rPr>
              <a:t>key</a:t>
            </a:r>
            <a:r>
              <a:rPr lang="zh-CN" altLang="en-US" sz="1600" b="0" dirty="0" smtClean="0">
                <a:latin typeface="微软雅黑" panose="020B0503020204020204" pitchFamily="34" charset="-122"/>
                <a:ea typeface="微软雅黑" panose="020B0503020204020204" pitchFamily="34" charset="-122"/>
              </a:rPr>
              <a:t>事件来进行后续讲解。</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void </a:t>
            </a:r>
            <a:r>
              <a:rPr lang="en-US" altLang="zh-CN" sz="1400" b="0" dirty="0" err="1">
                <a:solidFill>
                  <a:srgbClr val="0070C0"/>
                </a:solidFill>
                <a:latin typeface="微软雅黑" panose="020B0503020204020204" pitchFamily="34" charset="-122"/>
                <a:ea typeface="微软雅黑" panose="020B0503020204020204" pitchFamily="34" charset="-122"/>
              </a:rPr>
              <a:t>InputDispatcher</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notifyKey</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const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NotifyKeyArgs</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args</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mPolicy</a:t>
            </a:r>
            <a:r>
              <a:rPr lang="en-US" altLang="zh-CN" sz="1400" b="0" dirty="0">
                <a:solidFill>
                  <a:srgbClr val="0070C0"/>
                </a:solidFill>
                <a:latin typeface="微软雅黑" panose="020B0503020204020204" pitchFamily="34" charset="-122"/>
                <a:ea typeface="微软雅黑" panose="020B0503020204020204" pitchFamily="34" charset="-122"/>
              </a:rPr>
              <a:t>-&gt;</a:t>
            </a:r>
            <a:r>
              <a:rPr lang="en-US" altLang="zh-CN" sz="1400" b="0" dirty="0" err="1">
                <a:solidFill>
                  <a:srgbClr val="FF0000"/>
                </a:solidFill>
                <a:latin typeface="微软雅黑" panose="020B0503020204020204" pitchFamily="34" charset="-122"/>
                <a:ea typeface="微软雅黑" panose="020B0503020204020204" pitchFamily="34" charset="-122"/>
              </a:rPr>
              <a:t>interceptKeyBeforeQueueing</a:t>
            </a:r>
            <a:r>
              <a:rPr lang="en-US" altLang="zh-CN" sz="1400" b="0" dirty="0">
                <a:solidFill>
                  <a:srgbClr val="0070C0"/>
                </a:solidFill>
                <a:latin typeface="微软雅黑" panose="020B0503020204020204" pitchFamily="34" charset="-122"/>
                <a:ea typeface="微软雅黑" panose="020B0503020204020204" pitchFamily="34" charset="-122"/>
              </a:rPr>
              <a:t>(&amp;event, /*</a:t>
            </a:r>
            <a:r>
              <a:rPr lang="en-US" altLang="zh-CN" sz="1400" b="0" dirty="0" err="1">
                <a:solidFill>
                  <a:srgbClr val="0070C0"/>
                </a:solidFill>
                <a:latin typeface="微软雅黑" panose="020B0503020204020204" pitchFamily="34" charset="-122"/>
                <a:ea typeface="微软雅黑" panose="020B0503020204020204" pitchFamily="34" charset="-122"/>
              </a:rPr>
              <a:t>byref</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policyFlags</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 // acquire lock</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mLock.lock</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needWake</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FF0000"/>
                </a:solidFill>
                <a:latin typeface="微软雅黑" panose="020B0503020204020204" pitchFamily="34" charset="-122"/>
                <a:ea typeface="微软雅黑" panose="020B0503020204020204" pitchFamily="34" charset="-122"/>
              </a:rPr>
              <a:t>enqueueInboundEventLocked</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newEntry</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mLock.unlock</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 // release lock</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zh-CN" altLang="en-US" sz="1600" b="0" dirty="0" smtClean="0">
                <a:latin typeface="微软雅黑" panose="020B0503020204020204" pitchFamily="34" charset="-122"/>
                <a:ea typeface="微软雅黑" panose="020B0503020204020204" pitchFamily="34" charset="-122"/>
              </a:rPr>
              <a:t>在加入分发处理队列之前，首先</a:t>
            </a:r>
            <a:r>
              <a:rPr lang="zh-CN" altLang="en-US" sz="1600" b="0" dirty="0">
                <a:latin typeface="微软雅黑" panose="020B0503020204020204" pitchFamily="34" charset="-122"/>
                <a:ea typeface="微软雅黑" panose="020B0503020204020204" pitchFamily="34" charset="-122"/>
              </a:rPr>
              <a:t>执行</a:t>
            </a:r>
            <a:r>
              <a:rPr lang="en-US" altLang="zh-CN" sz="1600" b="0" dirty="0" err="1">
                <a:latin typeface="微软雅黑" panose="020B0503020204020204" pitchFamily="34" charset="-122"/>
                <a:ea typeface="微软雅黑" panose="020B0503020204020204" pitchFamily="34" charset="-122"/>
              </a:rPr>
              <a:t>interceptKeyBeforeQueueing</a:t>
            </a:r>
            <a:r>
              <a:rPr lang="zh-CN" altLang="en-US" sz="1600" b="0" dirty="0">
                <a:latin typeface="微软雅黑" panose="020B0503020204020204" pitchFamily="34" charset="-122"/>
                <a:ea typeface="微软雅黑" panose="020B0503020204020204" pitchFamily="34" charset="-122"/>
              </a:rPr>
              <a:t>函数，</a:t>
            </a:r>
            <a:r>
              <a:rPr lang="zh-CN" altLang="en-US" sz="1600" b="0" dirty="0" smtClean="0">
                <a:latin typeface="微软雅黑" panose="020B0503020204020204" pitchFamily="34" charset="-122"/>
                <a:ea typeface="微软雅黑" panose="020B0503020204020204" pitchFamily="34" charset="-122"/>
              </a:rPr>
              <a:t>这里最终会通过</a:t>
            </a:r>
            <a:r>
              <a:rPr lang="en-US" altLang="zh-CN" sz="1600" b="0" dirty="0" smtClean="0">
                <a:latin typeface="微软雅黑" panose="020B0503020204020204" pitchFamily="34" charset="-122"/>
                <a:ea typeface="微软雅黑" panose="020B0503020204020204" pitchFamily="34" charset="-122"/>
              </a:rPr>
              <a:t>com_android_server_input_InputManagerService.cpp</a:t>
            </a:r>
            <a:r>
              <a:rPr lang="zh-CN" altLang="en-US" sz="1600" b="0" dirty="0" smtClean="0">
                <a:latin typeface="微软雅黑" panose="020B0503020204020204" pitchFamily="34" charset="-122"/>
                <a:ea typeface="微软雅黑" panose="020B0503020204020204" pitchFamily="34" charset="-122"/>
              </a:rPr>
              <a:t>调用到</a:t>
            </a:r>
            <a:r>
              <a:rPr lang="en-US" altLang="zh-CN" sz="1600" b="0" dirty="0" smtClean="0">
                <a:latin typeface="微软雅黑" panose="020B0503020204020204" pitchFamily="34" charset="-122"/>
                <a:ea typeface="微软雅黑" panose="020B0503020204020204" pitchFamily="34" charset="-122"/>
              </a:rPr>
              <a:t>PhoneWindowManager.java</a:t>
            </a:r>
            <a:r>
              <a:rPr lang="zh-CN" altLang="en-US" sz="1600" b="0" dirty="0" smtClean="0">
                <a:latin typeface="微软雅黑" panose="020B0503020204020204" pitchFamily="34" charset="-122"/>
                <a:ea typeface="微软雅黑" panose="020B0503020204020204" pitchFamily="34" charset="-122"/>
              </a:rPr>
              <a:t>中的</a:t>
            </a:r>
            <a:r>
              <a:rPr lang="en-US" altLang="zh-CN" sz="1600" b="0" dirty="0" err="1" smtClean="0">
                <a:latin typeface="微软雅黑" panose="020B0503020204020204" pitchFamily="34" charset="-122"/>
                <a:ea typeface="微软雅黑" panose="020B0503020204020204" pitchFamily="34" charset="-122"/>
              </a:rPr>
              <a:t>interceptKeyBeforeQueueing</a:t>
            </a:r>
            <a:r>
              <a:rPr lang="zh-CN" altLang="en-US" sz="1600" b="0" dirty="0" smtClean="0">
                <a:latin typeface="微软雅黑" panose="020B0503020204020204" pitchFamily="34" charset="-122"/>
                <a:ea typeface="微软雅黑" panose="020B0503020204020204" pitchFamily="34" charset="-122"/>
              </a:rPr>
              <a:t>方法。</a:t>
            </a:r>
            <a:endParaRPr lang="en-US" altLang="zh-CN" sz="1600" b="0" dirty="0" smtClean="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这里会统一处理一些</a:t>
            </a:r>
            <a:r>
              <a:rPr lang="en-US" altLang="zh-CN" sz="1600" b="0" dirty="0" smtClean="0">
                <a:latin typeface="微软雅黑" panose="020B0503020204020204" pitchFamily="34" charset="-122"/>
                <a:ea typeface="微软雅黑" panose="020B0503020204020204" pitchFamily="34" charset="-122"/>
              </a:rPr>
              <a:t>key</a:t>
            </a:r>
            <a:r>
              <a:rPr lang="zh-CN" altLang="en-US" sz="1600" b="0" dirty="0" smtClean="0">
                <a:latin typeface="微软雅黑" panose="020B0503020204020204" pitchFamily="34" charset="-122"/>
                <a:ea typeface="微软雅黑" panose="020B0503020204020204" pitchFamily="34" charset="-122"/>
              </a:rPr>
              <a:t>事件，比如音量按键，</a:t>
            </a:r>
            <a:r>
              <a:rPr lang="en-US" altLang="zh-CN" sz="1600" b="0" dirty="0" smtClean="0">
                <a:latin typeface="微软雅黑" panose="020B0503020204020204" pitchFamily="34" charset="-122"/>
                <a:ea typeface="微软雅黑" panose="020B0503020204020204" pitchFamily="34" charset="-122"/>
              </a:rPr>
              <a:t>Power</a:t>
            </a:r>
            <a:r>
              <a:rPr lang="zh-CN" altLang="en-US" sz="1600" b="0" dirty="0" smtClean="0">
                <a:latin typeface="微软雅黑" panose="020B0503020204020204" pitchFamily="34" charset="-122"/>
                <a:ea typeface="微软雅黑" panose="020B0503020204020204" pitchFamily="34" charset="-122"/>
              </a:rPr>
              <a:t>按键等。</a:t>
            </a:r>
            <a:endParaRPr lang="en-US" altLang="zh-CN" sz="1600" b="0" dirty="0" smtClean="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如果这个</a:t>
            </a:r>
            <a:r>
              <a:rPr lang="en-US" altLang="zh-CN" sz="1600" b="0" dirty="0" smtClean="0">
                <a:latin typeface="微软雅黑" panose="020B0503020204020204" pitchFamily="34" charset="-122"/>
                <a:ea typeface="微软雅黑" panose="020B0503020204020204" pitchFamily="34" charset="-122"/>
              </a:rPr>
              <a:t>key</a:t>
            </a:r>
            <a:r>
              <a:rPr lang="zh-CN" altLang="en-US" sz="1600" b="0" dirty="0" smtClean="0">
                <a:latin typeface="微软雅黑" panose="020B0503020204020204" pitchFamily="34" charset="-122"/>
                <a:ea typeface="微软雅黑" panose="020B0503020204020204" pitchFamily="34" charset="-122"/>
              </a:rPr>
              <a:t>事件想继续传给应用处理，则在</a:t>
            </a:r>
            <a:r>
              <a:rPr lang="en-US" altLang="zh-CN" sz="1600" b="0" dirty="0" smtClean="0">
                <a:latin typeface="微软雅黑" panose="020B0503020204020204" pitchFamily="34" charset="-122"/>
                <a:ea typeface="微软雅黑" panose="020B0503020204020204" pitchFamily="34" charset="-122"/>
              </a:rPr>
              <a:t>PhoneWindowManager.java</a:t>
            </a:r>
            <a:r>
              <a:rPr lang="zh-CN" altLang="en-US" sz="1600" b="0" dirty="0" smtClean="0">
                <a:latin typeface="微软雅黑" panose="020B0503020204020204" pitchFamily="34" charset="-122"/>
                <a:ea typeface="微软雅黑" panose="020B0503020204020204" pitchFamily="34" charset="-122"/>
              </a:rPr>
              <a:t>中返回结果添加标签</a:t>
            </a:r>
            <a:r>
              <a:rPr lang="en-US" altLang="zh-CN" sz="1600" b="0" dirty="0" smtClean="0">
                <a:latin typeface="微软雅黑" panose="020B0503020204020204" pitchFamily="34" charset="-122"/>
                <a:ea typeface="微软雅黑" panose="020B0503020204020204" pitchFamily="34" charset="-122"/>
              </a:rPr>
              <a:t>ACTION_PASS_TO_USER</a:t>
            </a:r>
            <a:r>
              <a:rPr lang="zh-CN" altLang="en-US" sz="1600" b="0" dirty="0" smtClean="0">
                <a:latin typeface="微软雅黑" panose="020B0503020204020204" pitchFamily="34" charset="-122"/>
                <a:ea typeface="微软雅黑" panose="020B0503020204020204" pitchFamily="34" charset="-122"/>
              </a:rPr>
              <a:t>，到</a:t>
            </a:r>
            <a:r>
              <a:rPr lang="en-US" altLang="zh-CN" sz="1600" b="0" dirty="0" smtClean="0">
                <a:latin typeface="微软雅黑" panose="020B0503020204020204" pitchFamily="34" charset="-122"/>
                <a:ea typeface="微软雅黑" panose="020B0503020204020204" pitchFamily="34" charset="-122"/>
              </a:rPr>
              <a:t>native</a:t>
            </a:r>
            <a:r>
              <a:rPr lang="zh-CN" altLang="en-US" sz="1600" b="0" dirty="0" smtClean="0">
                <a:latin typeface="微软雅黑" panose="020B0503020204020204" pitchFamily="34" charset="-122"/>
                <a:ea typeface="微软雅黑" panose="020B0503020204020204" pitchFamily="34" charset="-122"/>
              </a:rPr>
              <a:t>代码里面会转换成</a:t>
            </a:r>
            <a:r>
              <a:rPr lang="en-US" altLang="zh-CN" sz="1600" b="0" dirty="0" smtClean="0">
                <a:latin typeface="微软雅黑" panose="020B0503020204020204" pitchFamily="34" charset="-122"/>
                <a:ea typeface="微软雅黑" panose="020B0503020204020204" pitchFamily="34" charset="-122"/>
              </a:rPr>
              <a:t>POLICY_FLAG_PASS_TO_USER</a:t>
            </a:r>
            <a:r>
              <a:rPr lang="zh-CN" altLang="en-US" sz="1600" b="0" dirty="0" smtClean="0">
                <a:latin typeface="微软雅黑" panose="020B0503020204020204" pitchFamily="34" charset="-122"/>
                <a:ea typeface="微软雅黑" panose="020B0503020204020204" pitchFamily="34" charset="-122"/>
              </a:rPr>
              <a:t>。</a:t>
            </a:r>
            <a:endParaRPr lang="en-US" altLang="zh-CN" sz="160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349904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err="1" smtClean="0">
                <a:latin typeface="微软雅黑" panose="020B0503020204020204" pitchFamily="34" charset="-122"/>
                <a:ea typeface="微软雅黑" panose="020B0503020204020204" pitchFamily="34" charset="-122"/>
              </a:rPr>
              <a:t>InputDispatcher</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6401753"/>
          </a:xfrm>
          <a:prstGeom prst="rect">
            <a:avLst/>
          </a:prstGeom>
          <a:noFill/>
        </p:spPr>
        <p:txBody>
          <a:bodyPr wrap="square" rtlCol="0">
            <a:spAutoFit/>
          </a:bodyPr>
          <a:lstStyle/>
          <a:p>
            <a:pPr algn="l"/>
            <a:r>
              <a:rPr lang="en-US" altLang="zh-CN" sz="1600" b="0" dirty="0" err="1">
                <a:latin typeface="微软雅黑" panose="020B0503020204020204" pitchFamily="34" charset="-122"/>
                <a:ea typeface="微软雅黑" panose="020B0503020204020204" pitchFamily="34" charset="-122"/>
              </a:rPr>
              <a:t>interceptKeyBeforeQueueing</a:t>
            </a:r>
            <a:r>
              <a:rPr lang="zh-CN" altLang="en-US" sz="1600" b="0" dirty="0">
                <a:latin typeface="微软雅黑" panose="020B0503020204020204" pitchFamily="34" charset="-122"/>
                <a:ea typeface="微软雅黑" panose="020B0503020204020204" pitchFamily="34" charset="-122"/>
              </a:rPr>
              <a:t>处</a:t>
            </a:r>
            <a:r>
              <a:rPr lang="zh-CN" altLang="en-US" sz="1600" b="0" dirty="0" smtClean="0">
                <a:latin typeface="微软雅黑" panose="020B0503020204020204" pitchFamily="34" charset="-122"/>
                <a:ea typeface="微软雅黑" panose="020B0503020204020204" pitchFamily="34" charset="-122"/>
              </a:rPr>
              <a:t>理完后，会调用</a:t>
            </a:r>
            <a:r>
              <a:rPr lang="en-US" altLang="zh-CN" sz="1600" b="0" dirty="0" err="1" smtClean="0">
                <a:latin typeface="微软雅黑" panose="020B0503020204020204" pitchFamily="34" charset="-122"/>
                <a:ea typeface="微软雅黑" panose="020B0503020204020204" pitchFamily="34" charset="-122"/>
              </a:rPr>
              <a:t>enqueueInboundEventLocked</a:t>
            </a:r>
            <a:r>
              <a:rPr lang="zh-CN" altLang="en-US" sz="1600" b="0" dirty="0" smtClean="0">
                <a:latin typeface="微软雅黑" panose="020B0503020204020204" pitchFamily="34" charset="-122"/>
                <a:ea typeface="微软雅黑" panose="020B0503020204020204" pitchFamily="34" charset="-122"/>
              </a:rPr>
              <a:t>函数，把事件加入到命令队列中，最后到</a:t>
            </a:r>
            <a:r>
              <a:rPr lang="en-US" altLang="zh-CN" sz="1600" b="0" dirty="0" err="1">
                <a:latin typeface="微软雅黑" panose="020B0503020204020204" pitchFamily="34" charset="-122"/>
                <a:ea typeface="微软雅黑" panose="020B0503020204020204" pitchFamily="34" charset="-122"/>
              </a:rPr>
              <a:t>InputThread</a:t>
            </a:r>
            <a:r>
              <a:rPr lang="zh-CN" altLang="en-US" sz="1600" b="0" dirty="0" smtClean="0">
                <a:latin typeface="微软雅黑" panose="020B0503020204020204" pitchFamily="34" charset="-122"/>
                <a:ea typeface="微软雅黑" panose="020B0503020204020204" pitchFamily="34" charset="-122"/>
              </a:rPr>
              <a:t>线程</a:t>
            </a:r>
            <a:r>
              <a:rPr lang="zh-CN" altLang="en-US" sz="1600" b="0" dirty="0">
                <a:latin typeface="微软雅黑" panose="020B0503020204020204" pitchFamily="34" charset="-122"/>
                <a:ea typeface="微软雅黑" panose="020B0503020204020204" pitchFamily="34" charset="-122"/>
              </a:rPr>
              <a:t>的</a:t>
            </a:r>
            <a:r>
              <a:rPr lang="en-US" altLang="zh-CN" sz="1600" b="0" dirty="0" err="1" smtClean="0">
                <a:latin typeface="微软雅黑" panose="020B0503020204020204" pitchFamily="34" charset="-122"/>
                <a:ea typeface="微软雅黑" panose="020B0503020204020204" pitchFamily="34" charset="-122"/>
              </a:rPr>
              <a:t>dispatchOnce</a:t>
            </a:r>
            <a:r>
              <a:rPr lang="zh-CN" altLang="en-US" sz="1600" b="0" dirty="0">
                <a:latin typeface="微软雅黑" panose="020B0503020204020204" pitchFamily="34" charset="-122"/>
                <a:ea typeface="微软雅黑" panose="020B0503020204020204" pitchFamily="34" charset="-122"/>
              </a:rPr>
              <a:t>中</a:t>
            </a:r>
            <a:r>
              <a:rPr lang="zh-CN" altLang="en-US" sz="1600" b="0" dirty="0" smtClean="0">
                <a:latin typeface="微软雅黑" panose="020B0503020204020204" pitchFamily="34" charset="-122"/>
                <a:ea typeface="微软雅黑" panose="020B0503020204020204" pitchFamily="34" charset="-122"/>
              </a:rPr>
              <a:t>处理。</a:t>
            </a:r>
            <a:endParaRPr lang="en-US" altLang="zh-CN" sz="1600" b="0" dirty="0">
              <a:latin typeface="微软雅黑" panose="020B0503020204020204" pitchFamily="34" charset="-122"/>
              <a:ea typeface="微软雅黑" panose="020B0503020204020204" pitchFamily="34" charset="-122"/>
            </a:endParaRP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void </a:t>
            </a:r>
            <a:r>
              <a:rPr lang="en-US" altLang="zh-CN" sz="1400" b="0" dirty="0" err="1">
                <a:solidFill>
                  <a:srgbClr val="0070C0"/>
                </a:solidFill>
                <a:latin typeface="微软雅黑" panose="020B0503020204020204" pitchFamily="34" charset="-122"/>
                <a:ea typeface="微软雅黑" panose="020B0503020204020204" pitchFamily="34" charset="-122"/>
              </a:rPr>
              <a:t>InputDispatcher</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dispatchOnce</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a:t>
            </a:r>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if (!</a:t>
            </a:r>
            <a:r>
              <a:rPr lang="en-US" altLang="zh-CN" sz="1400" b="0" dirty="0" err="1" smtClean="0">
                <a:solidFill>
                  <a:srgbClr val="0070C0"/>
                </a:solidFill>
                <a:latin typeface="微软雅黑" panose="020B0503020204020204" pitchFamily="34" charset="-122"/>
                <a:ea typeface="微软雅黑" panose="020B0503020204020204" pitchFamily="34" charset="-122"/>
              </a:rPr>
              <a:t>haveCommandsLocked</a:t>
            </a:r>
            <a:r>
              <a:rPr lang="en-US" altLang="zh-CN" sz="1400" b="0" dirty="0" smtClean="0">
                <a:solidFill>
                  <a:srgbClr val="0070C0"/>
                </a:solidFill>
                <a:latin typeface="微软雅黑" panose="020B0503020204020204" pitchFamily="34" charset="-122"/>
                <a:ea typeface="微软雅黑" panose="020B0503020204020204" pitchFamily="34" charset="-122"/>
              </a:rPr>
              <a:t>()) {</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FF0000"/>
                </a:solidFill>
                <a:latin typeface="微软雅黑" panose="020B0503020204020204" pitchFamily="34" charset="-122"/>
                <a:ea typeface="微软雅黑" panose="020B0503020204020204" pitchFamily="34" charset="-122"/>
              </a:rPr>
              <a:t>dispatchOnceInnerLocked</a:t>
            </a:r>
            <a:r>
              <a:rPr lang="en-US" altLang="zh-CN" sz="1400" b="0" dirty="0">
                <a:solidFill>
                  <a:srgbClr val="0070C0"/>
                </a:solidFill>
                <a:latin typeface="微软雅黑" panose="020B0503020204020204" pitchFamily="34" charset="-122"/>
                <a:ea typeface="微软雅黑" panose="020B0503020204020204" pitchFamily="34" charset="-122"/>
              </a:rPr>
              <a:t>(&amp;</a:t>
            </a:r>
            <a:r>
              <a:rPr lang="en-US" altLang="zh-CN" sz="1400" b="0" dirty="0" err="1">
                <a:solidFill>
                  <a:srgbClr val="0070C0"/>
                </a:solidFill>
                <a:latin typeface="微软雅黑" panose="020B0503020204020204" pitchFamily="34" charset="-122"/>
                <a:ea typeface="微软雅黑" panose="020B0503020204020204" pitchFamily="34" charset="-122"/>
              </a:rPr>
              <a:t>nextWakeupTime</a:t>
            </a:r>
            <a:r>
              <a:rPr lang="en-US" altLang="zh-CN" sz="1400" b="0" dirty="0" smtClean="0">
                <a:solidFill>
                  <a:srgbClr val="0070C0"/>
                </a:solidFill>
                <a:latin typeface="微软雅黑" panose="020B0503020204020204" pitchFamily="34" charset="-122"/>
                <a:ea typeface="微软雅黑" panose="020B0503020204020204" pitchFamily="34" charset="-122"/>
              </a:rPr>
              <a:t>); //dispatch</a:t>
            </a:r>
            <a:r>
              <a:rPr lang="zh-CN" altLang="en-US" sz="1400" b="0" dirty="0" smtClean="0">
                <a:solidFill>
                  <a:srgbClr val="0070C0"/>
                </a:solidFill>
                <a:latin typeface="微软雅黑" panose="020B0503020204020204" pitchFamily="34" charset="-122"/>
                <a:ea typeface="微软雅黑" panose="020B0503020204020204" pitchFamily="34" charset="-122"/>
              </a:rPr>
              <a:t>主要功能函数</a:t>
            </a:r>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a:t>
            </a:r>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void </a:t>
            </a:r>
            <a:r>
              <a:rPr lang="en-US" altLang="zh-CN" sz="1400" b="0" dirty="0" err="1">
                <a:solidFill>
                  <a:srgbClr val="0070C0"/>
                </a:solidFill>
                <a:latin typeface="微软雅黑" panose="020B0503020204020204" pitchFamily="34" charset="-122"/>
                <a:ea typeface="微软雅黑" panose="020B0503020204020204" pitchFamily="34" charset="-122"/>
              </a:rPr>
              <a:t>InputDispatcher</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dispatchOnceInnerLocked</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nsecs_t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nextWakeupTime</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switch (</a:t>
            </a:r>
            <a:r>
              <a:rPr lang="en-US" altLang="zh-CN" sz="1400" b="0" dirty="0" err="1">
                <a:solidFill>
                  <a:srgbClr val="0070C0"/>
                </a:solidFill>
                <a:latin typeface="微软雅黑" panose="020B0503020204020204" pitchFamily="34" charset="-122"/>
                <a:ea typeface="微软雅黑" panose="020B0503020204020204" pitchFamily="34" charset="-122"/>
              </a:rPr>
              <a:t>mPendingEvent</a:t>
            </a:r>
            <a:r>
              <a:rPr lang="en-US" altLang="zh-CN" sz="1400" b="0" dirty="0">
                <a:solidFill>
                  <a:srgbClr val="0070C0"/>
                </a:solidFill>
                <a:latin typeface="微软雅黑" panose="020B0503020204020204" pitchFamily="34" charset="-122"/>
                <a:ea typeface="微软雅黑" panose="020B0503020204020204" pitchFamily="34" charset="-122"/>
              </a:rPr>
              <a:t>-&gt;type)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case </a:t>
            </a:r>
            <a:r>
              <a:rPr lang="en-US" altLang="zh-CN" sz="1400" b="0" dirty="0" err="1">
                <a:solidFill>
                  <a:srgbClr val="0070C0"/>
                </a:solidFill>
                <a:latin typeface="微软雅黑" panose="020B0503020204020204" pitchFamily="34" charset="-122"/>
                <a:ea typeface="微软雅黑" panose="020B0503020204020204" pitchFamily="34" charset="-122"/>
              </a:rPr>
              <a:t>EventEntry</a:t>
            </a:r>
            <a:r>
              <a:rPr lang="en-US" altLang="zh-CN" sz="1400" b="0" dirty="0">
                <a:solidFill>
                  <a:srgbClr val="0070C0"/>
                </a:solidFill>
                <a:latin typeface="微软雅黑" panose="020B0503020204020204" pitchFamily="34" charset="-122"/>
                <a:ea typeface="微软雅黑" panose="020B0503020204020204" pitchFamily="34" charset="-122"/>
              </a:rPr>
              <a:t>::Type::KEY: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KeyEntry</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typedEntry</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static_cast</a:t>
            </a:r>
            <a:r>
              <a:rPr lang="en-US" altLang="zh-CN" sz="1400" b="0" dirty="0">
                <a:solidFill>
                  <a:srgbClr val="0070C0"/>
                </a:solidFill>
                <a:latin typeface="微软雅黑" panose="020B0503020204020204" pitchFamily="34" charset="-122"/>
                <a:ea typeface="微软雅黑" panose="020B0503020204020204" pitchFamily="34" charset="-122"/>
              </a:rPr>
              <a:t>&lt;</a:t>
            </a:r>
            <a:r>
              <a:rPr lang="en-US" altLang="zh-CN" sz="1400" b="0" dirty="0" err="1">
                <a:solidFill>
                  <a:srgbClr val="0070C0"/>
                </a:solidFill>
                <a:latin typeface="微软雅黑" panose="020B0503020204020204" pitchFamily="34" charset="-122"/>
                <a:ea typeface="微软雅黑" panose="020B0503020204020204" pitchFamily="34" charset="-122"/>
              </a:rPr>
              <a:t>KeyEntry</a:t>
            </a:r>
            <a:r>
              <a:rPr lang="en-US" altLang="zh-CN" sz="1400" b="0" dirty="0">
                <a:solidFill>
                  <a:srgbClr val="0070C0"/>
                </a:solidFill>
                <a:latin typeface="微软雅黑" panose="020B0503020204020204" pitchFamily="34" charset="-122"/>
                <a:ea typeface="微软雅黑" panose="020B0503020204020204" pitchFamily="34" charset="-122"/>
              </a:rPr>
              <a:t>*&gt;(</a:t>
            </a:r>
            <a:r>
              <a:rPr lang="en-US" altLang="zh-CN" sz="1400" b="0" dirty="0" err="1">
                <a:solidFill>
                  <a:srgbClr val="0070C0"/>
                </a:solidFill>
                <a:latin typeface="微软雅黑" panose="020B0503020204020204" pitchFamily="34" charset="-122"/>
                <a:ea typeface="微软雅黑" panose="020B0503020204020204" pitchFamily="34" charset="-122"/>
              </a:rPr>
              <a:t>mPendingEvent</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done = </a:t>
            </a:r>
            <a:r>
              <a:rPr lang="en-US" altLang="zh-CN" sz="1400" b="0" dirty="0" err="1">
                <a:solidFill>
                  <a:srgbClr val="FF0000"/>
                </a:solidFill>
                <a:latin typeface="微软雅黑" panose="020B0503020204020204" pitchFamily="34" charset="-122"/>
                <a:ea typeface="微软雅黑" panose="020B0503020204020204" pitchFamily="34" charset="-122"/>
              </a:rPr>
              <a:t>dispatchKeyLocked</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currentTime</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typedEntry</a:t>
            </a:r>
            <a:r>
              <a:rPr lang="en-US" altLang="zh-CN" sz="1400" b="0" dirty="0">
                <a:solidFill>
                  <a:srgbClr val="0070C0"/>
                </a:solidFill>
                <a:latin typeface="微软雅黑" panose="020B0503020204020204" pitchFamily="34" charset="-122"/>
                <a:ea typeface="微软雅黑" panose="020B0503020204020204" pitchFamily="34" charset="-122"/>
              </a:rPr>
              <a:t>, &amp;</a:t>
            </a:r>
            <a:r>
              <a:rPr lang="en-US" altLang="zh-CN" sz="1400" b="0" dirty="0" err="1">
                <a:solidFill>
                  <a:srgbClr val="0070C0"/>
                </a:solidFill>
                <a:latin typeface="微软雅黑" panose="020B0503020204020204" pitchFamily="34" charset="-122"/>
                <a:ea typeface="微软雅黑" panose="020B0503020204020204" pitchFamily="34" charset="-122"/>
              </a:rPr>
              <a:t>dropReason</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nextWakeupTime</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break;</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case </a:t>
            </a:r>
            <a:r>
              <a:rPr lang="en-US" altLang="zh-CN" sz="1400" b="0" dirty="0" err="1">
                <a:solidFill>
                  <a:srgbClr val="0070C0"/>
                </a:solidFill>
                <a:latin typeface="微软雅黑" panose="020B0503020204020204" pitchFamily="34" charset="-122"/>
                <a:ea typeface="微软雅黑" panose="020B0503020204020204" pitchFamily="34" charset="-122"/>
              </a:rPr>
              <a:t>EventEntry</a:t>
            </a:r>
            <a:r>
              <a:rPr lang="en-US" altLang="zh-CN" sz="1400" b="0" dirty="0">
                <a:solidFill>
                  <a:srgbClr val="0070C0"/>
                </a:solidFill>
                <a:latin typeface="微软雅黑" panose="020B0503020204020204" pitchFamily="34" charset="-122"/>
                <a:ea typeface="微软雅黑" panose="020B0503020204020204" pitchFamily="34" charset="-122"/>
              </a:rPr>
              <a:t>::Type::MOTION: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MotionEntry</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typedEntry</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static_cast</a:t>
            </a:r>
            <a:r>
              <a:rPr lang="en-US" altLang="zh-CN" sz="1400" b="0" dirty="0">
                <a:solidFill>
                  <a:srgbClr val="0070C0"/>
                </a:solidFill>
                <a:latin typeface="微软雅黑" panose="020B0503020204020204" pitchFamily="34" charset="-122"/>
                <a:ea typeface="微软雅黑" panose="020B0503020204020204" pitchFamily="34" charset="-122"/>
              </a:rPr>
              <a:t>&lt;</a:t>
            </a:r>
            <a:r>
              <a:rPr lang="en-US" altLang="zh-CN" sz="1400" b="0" dirty="0" err="1">
                <a:solidFill>
                  <a:srgbClr val="0070C0"/>
                </a:solidFill>
                <a:latin typeface="微软雅黑" panose="020B0503020204020204" pitchFamily="34" charset="-122"/>
                <a:ea typeface="微软雅黑" panose="020B0503020204020204" pitchFamily="34" charset="-122"/>
              </a:rPr>
              <a:t>MotionEntry</a:t>
            </a:r>
            <a:r>
              <a:rPr lang="en-US" altLang="zh-CN" sz="1400" b="0" dirty="0">
                <a:solidFill>
                  <a:srgbClr val="0070C0"/>
                </a:solidFill>
                <a:latin typeface="微软雅黑" panose="020B0503020204020204" pitchFamily="34" charset="-122"/>
                <a:ea typeface="微软雅黑" panose="020B0503020204020204" pitchFamily="34" charset="-122"/>
              </a:rPr>
              <a:t>*&gt;(</a:t>
            </a:r>
            <a:r>
              <a:rPr lang="en-US" altLang="zh-CN" sz="1400" b="0" dirty="0" err="1">
                <a:solidFill>
                  <a:srgbClr val="0070C0"/>
                </a:solidFill>
                <a:latin typeface="微软雅黑" panose="020B0503020204020204" pitchFamily="34" charset="-122"/>
                <a:ea typeface="微软雅黑" panose="020B0503020204020204" pitchFamily="34" charset="-122"/>
              </a:rPr>
              <a:t>mPendingEvent</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done = </a:t>
            </a:r>
            <a:r>
              <a:rPr lang="en-US" altLang="zh-CN" sz="1400" b="0" dirty="0" err="1">
                <a:solidFill>
                  <a:srgbClr val="FF0000"/>
                </a:solidFill>
                <a:latin typeface="微软雅黑" panose="020B0503020204020204" pitchFamily="34" charset="-122"/>
                <a:ea typeface="微软雅黑" panose="020B0503020204020204" pitchFamily="34" charset="-122"/>
              </a:rPr>
              <a:t>dispatchMotionLocked</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currentTime</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typedEntry</a:t>
            </a:r>
            <a:r>
              <a:rPr lang="en-US" altLang="zh-CN" sz="1400" b="0" dirty="0">
                <a:solidFill>
                  <a:srgbClr val="0070C0"/>
                </a:solidFill>
                <a:latin typeface="微软雅黑" panose="020B0503020204020204" pitchFamily="34" charset="-122"/>
                <a:ea typeface="微软雅黑" panose="020B0503020204020204" pitchFamily="34" charset="-122"/>
              </a:rPr>
              <a:t>, &amp;</a:t>
            </a:r>
            <a:r>
              <a:rPr lang="en-US" altLang="zh-CN" sz="1400" b="0" dirty="0" err="1">
                <a:solidFill>
                  <a:srgbClr val="0070C0"/>
                </a:solidFill>
                <a:latin typeface="微软雅黑" panose="020B0503020204020204" pitchFamily="34" charset="-122"/>
                <a:ea typeface="微软雅黑" panose="020B0503020204020204" pitchFamily="34" charset="-122"/>
              </a:rPr>
              <a:t>dropReason</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nextWakeupTime</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break;</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a:t>
            </a:r>
            <a:endParaRPr lang="en-US" altLang="zh-CN" sz="1400" b="0"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8571955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err="1" smtClean="0">
                <a:latin typeface="微软雅黑" panose="020B0503020204020204" pitchFamily="34" charset="-122"/>
                <a:ea typeface="微软雅黑" panose="020B0503020204020204" pitchFamily="34" charset="-122"/>
              </a:rPr>
              <a:t>InputDispatcher</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9001000" cy="6340197"/>
          </a:xfrm>
          <a:prstGeom prst="rect">
            <a:avLst/>
          </a:prstGeom>
          <a:noFill/>
        </p:spPr>
        <p:txBody>
          <a:bodyPr wrap="square" rtlCol="0">
            <a:spAutoFit/>
          </a:bodyPr>
          <a:lstStyle/>
          <a:p>
            <a:pPr algn="l"/>
            <a:r>
              <a:rPr lang="en-US" altLang="zh-CN" sz="1400" b="0" dirty="0" err="1" smtClean="0">
                <a:latin typeface="微软雅黑" panose="020B0503020204020204" pitchFamily="34" charset="-122"/>
                <a:ea typeface="微软雅黑" panose="020B0503020204020204" pitchFamily="34" charset="-122"/>
              </a:rPr>
              <a:t>dispatchKeyLocked</a:t>
            </a:r>
            <a:r>
              <a:rPr lang="zh-CN" altLang="en-US" sz="1400" b="0" dirty="0" smtClean="0">
                <a:latin typeface="微软雅黑" panose="020B0503020204020204" pitchFamily="34" charset="-122"/>
                <a:ea typeface="微软雅黑" panose="020B0503020204020204" pitchFamily="34" charset="-122"/>
              </a:rPr>
              <a:t>执行需要分发的</a:t>
            </a:r>
            <a:r>
              <a:rPr lang="en-US" altLang="zh-CN" sz="1400" b="0" dirty="0" smtClean="0">
                <a:latin typeface="微软雅黑" panose="020B0503020204020204" pitchFamily="34" charset="-122"/>
                <a:ea typeface="微软雅黑" panose="020B0503020204020204" pitchFamily="34" charset="-122"/>
              </a:rPr>
              <a:t>key</a:t>
            </a:r>
            <a:r>
              <a:rPr lang="zh-CN" altLang="en-US" sz="1400" b="0" dirty="0" smtClean="0">
                <a:latin typeface="微软雅黑" panose="020B0503020204020204" pitchFamily="34" charset="-122"/>
                <a:ea typeface="微软雅黑" panose="020B0503020204020204" pitchFamily="34" charset="-122"/>
              </a:rPr>
              <a:t>事件会先调用</a:t>
            </a:r>
            <a:r>
              <a:rPr lang="en-US" altLang="zh-CN" sz="1400" b="0" dirty="0" err="1" smtClean="0">
                <a:latin typeface="微软雅黑" panose="020B0503020204020204" pitchFamily="34" charset="-122"/>
                <a:ea typeface="微软雅黑" panose="020B0503020204020204" pitchFamily="34" charset="-122"/>
              </a:rPr>
              <a:t>doInterceptKeyBeforeDispatchingLockedInterruptible</a:t>
            </a:r>
            <a:r>
              <a:rPr lang="zh-CN" altLang="en-US" sz="1400" b="0" dirty="0" smtClean="0">
                <a:latin typeface="微软雅黑" panose="020B0503020204020204" pitchFamily="34" charset="-122"/>
                <a:ea typeface="微软雅黑" panose="020B0503020204020204" pitchFamily="34" charset="-122"/>
              </a:rPr>
              <a:t>函数，这里会调用到</a:t>
            </a:r>
            <a:r>
              <a:rPr lang="en-US" altLang="zh-CN" sz="1400" b="0" dirty="0" smtClean="0">
                <a:latin typeface="微软雅黑" panose="020B0503020204020204" pitchFamily="34" charset="-122"/>
                <a:ea typeface="微软雅黑" panose="020B0503020204020204" pitchFamily="34" charset="-122"/>
              </a:rPr>
              <a:t>PhoneWindowManager.java</a:t>
            </a:r>
            <a:r>
              <a:rPr lang="zh-CN" altLang="en-US" sz="1400" b="0" dirty="0" smtClean="0">
                <a:latin typeface="微软雅黑" panose="020B0503020204020204" pitchFamily="34" charset="-122"/>
                <a:ea typeface="微软雅黑" panose="020B0503020204020204" pitchFamily="34" charset="-122"/>
              </a:rPr>
              <a:t>中的</a:t>
            </a:r>
            <a:r>
              <a:rPr lang="en-US" altLang="zh-CN" sz="1400" b="0" dirty="0" err="1" smtClean="0">
                <a:latin typeface="微软雅黑" panose="020B0503020204020204" pitchFamily="34" charset="-122"/>
                <a:ea typeface="微软雅黑" panose="020B0503020204020204" pitchFamily="34" charset="-122"/>
              </a:rPr>
              <a:t>interceptKeyBeforeDispatching</a:t>
            </a:r>
            <a:r>
              <a:rPr lang="zh-CN" altLang="en-US" sz="1400" b="0" dirty="0" smtClean="0">
                <a:latin typeface="微软雅黑" panose="020B0503020204020204" pitchFamily="34" charset="-122"/>
                <a:ea typeface="微软雅黑" panose="020B0503020204020204" pitchFamily="34" charset="-122"/>
              </a:rPr>
              <a:t>方法，这里会处理一些全局按键，如</a:t>
            </a:r>
            <a:r>
              <a:rPr lang="en-US" altLang="zh-CN" sz="1400" b="0" dirty="0" smtClean="0">
                <a:latin typeface="微软雅黑" panose="020B0503020204020204" pitchFamily="34" charset="-122"/>
                <a:ea typeface="微软雅黑" panose="020B0503020204020204" pitchFamily="34" charset="-122"/>
              </a:rPr>
              <a:t>Home</a:t>
            </a:r>
            <a:r>
              <a:rPr lang="zh-CN" altLang="en-US" sz="1400" b="0" dirty="0" smtClean="0">
                <a:latin typeface="微软雅黑" panose="020B0503020204020204" pitchFamily="34" charset="-122"/>
                <a:ea typeface="微软雅黑" panose="020B0503020204020204" pitchFamily="34" charset="-122"/>
              </a:rPr>
              <a:t>键，</a:t>
            </a:r>
            <a:r>
              <a:rPr lang="en-US" altLang="zh-CN" sz="1400" b="0" dirty="0" smtClean="0">
                <a:latin typeface="微软雅黑" panose="020B0503020204020204" pitchFamily="34" charset="-122"/>
                <a:ea typeface="微软雅黑" panose="020B0503020204020204" pitchFamily="34" charset="-122"/>
              </a:rPr>
              <a:t>Menu</a:t>
            </a:r>
            <a:r>
              <a:rPr lang="zh-CN" altLang="en-US" sz="1400" b="0" dirty="0" smtClean="0">
                <a:latin typeface="微软雅黑" panose="020B0503020204020204" pitchFamily="34" charset="-122"/>
                <a:ea typeface="微软雅黑" panose="020B0503020204020204" pitchFamily="34" charset="-122"/>
              </a:rPr>
              <a:t>键，</a:t>
            </a:r>
            <a:r>
              <a:rPr lang="en-US" altLang="zh-CN" sz="1400" b="0" dirty="0" smtClean="0">
                <a:latin typeface="微软雅黑" panose="020B0503020204020204" pitchFamily="34" charset="-122"/>
                <a:ea typeface="微软雅黑" panose="020B0503020204020204" pitchFamily="34" charset="-122"/>
              </a:rPr>
              <a:t>Search</a:t>
            </a:r>
            <a:r>
              <a:rPr lang="zh-CN" altLang="en-US" sz="1400" b="0" dirty="0" smtClean="0">
                <a:latin typeface="微软雅黑" panose="020B0503020204020204" pitchFamily="34" charset="-122"/>
                <a:ea typeface="微软雅黑" panose="020B0503020204020204" pitchFamily="34" charset="-122"/>
              </a:rPr>
              <a:t>键等。这里根据返回值有</a:t>
            </a:r>
            <a:r>
              <a:rPr lang="en-US" altLang="zh-CN" sz="1400" b="0" dirty="0" smtClean="0">
                <a:latin typeface="微软雅黑" panose="020B0503020204020204" pitchFamily="34" charset="-122"/>
                <a:ea typeface="微软雅黑" panose="020B0503020204020204" pitchFamily="34" charset="-122"/>
              </a:rPr>
              <a:t>3</a:t>
            </a:r>
            <a:r>
              <a:rPr lang="zh-CN" altLang="en-US" sz="1400" b="0" dirty="0" smtClean="0">
                <a:latin typeface="微软雅黑" panose="020B0503020204020204" pitchFamily="34" charset="-122"/>
                <a:ea typeface="微软雅黑" panose="020B0503020204020204" pitchFamily="34" charset="-122"/>
              </a:rPr>
              <a:t>个结果：</a:t>
            </a:r>
            <a:endParaRPr lang="en-US" altLang="zh-CN" sz="1400" b="0" dirty="0" smtClean="0">
              <a:latin typeface="微软雅黑" panose="020B0503020204020204" pitchFamily="34" charset="-122"/>
              <a:ea typeface="微软雅黑" panose="020B0503020204020204" pitchFamily="34" charset="-122"/>
            </a:endParaRPr>
          </a:p>
          <a:p>
            <a:pPr algn="l"/>
            <a:r>
              <a:rPr lang="zh-CN" altLang="en-US" sz="1400" b="0" dirty="0" smtClean="0">
                <a:latin typeface="微软雅黑" panose="020B0503020204020204" pitchFamily="34" charset="-122"/>
                <a:ea typeface="微软雅黑" panose="020B0503020204020204" pitchFamily="34" charset="-122"/>
              </a:rPr>
              <a:t>小于</a:t>
            </a:r>
            <a:r>
              <a:rPr lang="en-US" altLang="zh-CN" sz="1400" b="0" dirty="0" smtClean="0">
                <a:latin typeface="微软雅黑" panose="020B0503020204020204" pitchFamily="34" charset="-122"/>
                <a:ea typeface="微软雅黑" panose="020B0503020204020204" pitchFamily="34" charset="-122"/>
              </a:rPr>
              <a:t>0-&gt;</a:t>
            </a:r>
            <a:r>
              <a:rPr lang="zh-CN" altLang="en-US" sz="1400" b="0" dirty="0">
                <a:latin typeface="微软雅黑" panose="020B0503020204020204" pitchFamily="34" charset="-122"/>
                <a:ea typeface="微软雅黑" panose="020B0503020204020204" pitchFamily="34" charset="-122"/>
              </a:rPr>
              <a:t>完全拦截</a:t>
            </a:r>
            <a:r>
              <a:rPr lang="zh-CN" altLang="en-US" sz="1400" b="0" dirty="0" smtClean="0">
                <a:latin typeface="微软雅黑" panose="020B0503020204020204" pitchFamily="34" charset="-122"/>
                <a:ea typeface="微软雅黑" panose="020B0503020204020204" pitchFamily="34" charset="-122"/>
              </a:rPr>
              <a:t>按键</a:t>
            </a:r>
            <a:r>
              <a:rPr lang="en-US" altLang="zh-CN" sz="1400" b="0" dirty="0">
                <a:latin typeface="微软雅黑" panose="020B0503020204020204" pitchFamily="34" charset="-122"/>
                <a:ea typeface="微软雅黑" panose="020B0503020204020204" pitchFamily="34" charset="-122"/>
              </a:rPr>
              <a:t>(</a:t>
            </a:r>
            <a:r>
              <a:rPr lang="en-US" altLang="zh-CN" sz="1400" b="0" dirty="0" err="1">
                <a:latin typeface="微软雅黑" panose="020B0503020204020204" pitchFamily="34" charset="-122"/>
                <a:ea typeface="微软雅黑" panose="020B0503020204020204" pitchFamily="34" charset="-122"/>
              </a:rPr>
              <a:t>KeyEntry</a:t>
            </a:r>
            <a:r>
              <a:rPr lang="en-US" altLang="zh-CN" sz="1400" b="0" dirty="0">
                <a:latin typeface="微软雅黑" panose="020B0503020204020204" pitchFamily="34" charset="-122"/>
                <a:ea typeface="微软雅黑" panose="020B0503020204020204" pitchFamily="34" charset="-122"/>
              </a:rPr>
              <a:t>::INTERCEPT_KEY_RESULT_SKIP)</a:t>
            </a:r>
            <a:endParaRPr lang="en-US" altLang="zh-CN" sz="1400" b="0" dirty="0" smtClean="0">
              <a:latin typeface="微软雅黑" panose="020B0503020204020204" pitchFamily="34" charset="-122"/>
              <a:ea typeface="微软雅黑" panose="020B0503020204020204" pitchFamily="34" charset="-122"/>
            </a:endParaRPr>
          </a:p>
          <a:p>
            <a:pPr algn="l"/>
            <a:r>
              <a:rPr lang="zh-CN" altLang="en-US" sz="1400" b="0" dirty="0" smtClean="0">
                <a:latin typeface="微软雅黑" panose="020B0503020204020204" pitchFamily="34" charset="-122"/>
                <a:ea typeface="微软雅黑" panose="020B0503020204020204" pitchFamily="34" charset="-122"/>
              </a:rPr>
              <a:t>等于</a:t>
            </a:r>
            <a:r>
              <a:rPr lang="en-US" altLang="zh-CN" sz="1400" b="0" dirty="0" smtClean="0">
                <a:latin typeface="微软雅黑" panose="020B0503020204020204" pitchFamily="34" charset="-122"/>
                <a:ea typeface="微软雅黑" panose="020B0503020204020204" pitchFamily="34" charset="-122"/>
              </a:rPr>
              <a:t>0-&gt;</a:t>
            </a:r>
            <a:r>
              <a:rPr lang="zh-CN" altLang="en-US" sz="1400" b="0" dirty="0">
                <a:latin typeface="微软雅黑" panose="020B0503020204020204" pitchFamily="34" charset="-122"/>
                <a:ea typeface="微软雅黑" panose="020B0503020204020204" pitchFamily="34" charset="-122"/>
              </a:rPr>
              <a:t>按键立即</a:t>
            </a:r>
            <a:r>
              <a:rPr lang="zh-CN" altLang="en-US" sz="1400" b="0" dirty="0" smtClean="0">
                <a:latin typeface="微软雅黑" panose="020B0503020204020204" pitchFamily="34" charset="-122"/>
                <a:ea typeface="微软雅黑" panose="020B0503020204020204" pitchFamily="34" charset="-122"/>
              </a:rPr>
              <a:t>执行</a:t>
            </a:r>
            <a:r>
              <a:rPr lang="en-US" altLang="zh-CN" sz="1400" b="0" dirty="0">
                <a:latin typeface="微软雅黑" panose="020B0503020204020204" pitchFamily="34" charset="-122"/>
                <a:ea typeface="微软雅黑" panose="020B0503020204020204" pitchFamily="34" charset="-122"/>
              </a:rPr>
              <a:t>(</a:t>
            </a:r>
            <a:r>
              <a:rPr lang="en-US" altLang="zh-CN" sz="1400" b="0" dirty="0" err="1">
                <a:latin typeface="微软雅黑" panose="020B0503020204020204" pitchFamily="34" charset="-122"/>
                <a:ea typeface="微软雅黑" panose="020B0503020204020204" pitchFamily="34" charset="-122"/>
              </a:rPr>
              <a:t>KeyEntry</a:t>
            </a:r>
            <a:r>
              <a:rPr lang="en-US" altLang="zh-CN" sz="1400" b="0" dirty="0">
                <a:latin typeface="微软雅黑" panose="020B0503020204020204" pitchFamily="34" charset="-122"/>
                <a:ea typeface="微软雅黑" panose="020B0503020204020204" pitchFamily="34" charset="-122"/>
              </a:rPr>
              <a:t>::INTERCEPT_KEY_RESULT_CONTINUE)</a:t>
            </a:r>
            <a:endParaRPr lang="en-US" altLang="zh-CN" sz="1400" b="0" dirty="0" smtClean="0">
              <a:latin typeface="微软雅黑" panose="020B0503020204020204" pitchFamily="34" charset="-122"/>
              <a:ea typeface="微软雅黑" panose="020B0503020204020204" pitchFamily="34" charset="-122"/>
            </a:endParaRPr>
          </a:p>
          <a:p>
            <a:pPr algn="l"/>
            <a:r>
              <a:rPr lang="zh-CN" altLang="en-US" sz="1400" b="0" dirty="0" smtClean="0">
                <a:latin typeface="微软雅黑" panose="020B0503020204020204" pitchFamily="34" charset="-122"/>
                <a:ea typeface="微软雅黑" panose="020B0503020204020204" pitchFamily="34" charset="-122"/>
              </a:rPr>
              <a:t>大于</a:t>
            </a:r>
            <a:r>
              <a:rPr lang="en-US" altLang="zh-CN" sz="1400" b="0" dirty="0" smtClean="0">
                <a:latin typeface="微软雅黑" panose="020B0503020204020204" pitchFamily="34" charset="-122"/>
                <a:ea typeface="微软雅黑" panose="020B0503020204020204" pitchFamily="34" charset="-122"/>
              </a:rPr>
              <a:t>0-&gt;</a:t>
            </a:r>
            <a:r>
              <a:rPr lang="zh-CN" altLang="en-US" sz="1400" b="0" dirty="0">
                <a:latin typeface="微软雅黑" panose="020B0503020204020204" pitchFamily="34" charset="-122"/>
                <a:ea typeface="微软雅黑" panose="020B0503020204020204" pitchFamily="34" charset="-122"/>
              </a:rPr>
              <a:t>按键延时</a:t>
            </a:r>
            <a:r>
              <a:rPr lang="zh-CN" altLang="en-US" sz="1400" b="0" dirty="0" smtClean="0">
                <a:latin typeface="微软雅黑" panose="020B0503020204020204" pitchFamily="34" charset="-122"/>
                <a:ea typeface="微软雅黑" panose="020B0503020204020204" pitchFamily="34" charset="-122"/>
              </a:rPr>
              <a:t>执行</a:t>
            </a:r>
            <a:r>
              <a:rPr lang="en-US" altLang="zh-CN" sz="1400" b="0" dirty="0">
                <a:latin typeface="微软雅黑" panose="020B0503020204020204" pitchFamily="34" charset="-122"/>
                <a:ea typeface="微软雅黑" panose="020B0503020204020204" pitchFamily="34" charset="-122"/>
              </a:rPr>
              <a:t>(</a:t>
            </a:r>
            <a:r>
              <a:rPr lang="en-US" altLang="zh-CN" sz="1400" b="0" dirty="0" err="1">
                <a:latin typeface="微软雅黑" panose="020B0503020204020204" pitchFamily="34" charset="-122"/>
                <a:ea typeface="微软雅黑" panose="020B0503020204020204" pitchFamily="34" charset="-122"/>
              </a:rPr>
              <a:t>KeyEntry</a:t>
            </a:r>
            <a:r>
              <a:rPr lang="en-US" altLang="zh-CN" sz="1400" b="0" dirty="0">
                <a:latin typeface="微软雅黑" panose="020B0503020204020204" pitchFamily="34" charset="-122"/>
                <a:ea typeface="微软雅黑" panose="020B0503020204020204" pitchFamily="34" charset="-122"/>
              </a:rPr>
              <a:t>::INTERCEPT_KEY_RESULT_TRY_AGAIN_LATER)</a:t>
            </a:r>
            <a:endParaRPr lang="en-US" altLang="zh-CN" sz="1400" b="0" dirty="0" smtClean="0">
              <a:latin typeface="微软雅黑" panose="020B0503020204020204" pitchFamily="34" charset="-122"/>
              <a:ea typeface="微软雅黑" panose="020B0503020204020204" pitchFamily="34" charset="-122"/>
            </a:endParaRPr>
          </a:p>
          <a:p>
            <a:pPr algn="l"/>
            <a:r>
              <a:rPr lang="zh-CN" altLang="en-US" sz="1400" b="0" dirty="0" smtClean="0">
                <a:latin typeface="微软雅黑" panose="020B0503020204020204" pitchFamily="34" charset="-122"/>
                <a:ea typeface="微软雅黑" panose="020B0503020204020204" pitchFamily="34" charset="-122"/>
              </a:rPr>
              <a:t>对于后</a:t>
            </a:r>
            <a:r>
              <a:rPr lang="en-US" altLang="zh-CN" sz="1400" b="0" dirty="0" smtClean="0">
                <a:latin typeface="微软雅黑" panose="020B0503020204020204" pitchFamily="34" charset="-122"/>
                <a:ea typeface="微软雅黑" panose="020B0503020204020204" pitchFamily="34" charset="-122"/>
              </a:rPr>
              <a:t>2</a:t>
            </a:r>
            <a:r>
              <a:rPr lang="zh-CN" altLang="en-US" sz="1400" b="0" dirty="0" smtClean="0">
                <a:latin typeface="微软雅黑" panose="020B0503020204020204" pitchFamily="34" charset="-122"/>
                <a:ea typeface="微软雅黑" panose="020B0503020204020204" pitchFamily="34" charset="-122"/>
              </a:rPr>
              <a:t>种情况，就</a:t>
            </a:r>
            <a:r>
              <a:rPr lang="zh-CN" altLang="en-US" sz="1400" b="0" dirty="0">
                <a:latin typeface="微软雅黑" panose="020B0503020204020204" pitchFamily="34" charset="-122"/>
                <a:ea typeface="微软雅黑" panose="020B0503020204020204" pitchFamily="34" charset="-122"/>
              </a:rPr>
              <a:t>会接着调用</a:t>
            </a:r>
            <a:r>
              <a:rPr lang="en-US" altLang="zh-CN" sz="1400" b="0" dirty="0" err="1">
                <a:latin typeface="微软雅黑" panose="020B0503020204020204" pitchFamily="34" charset="-122"/>
                <a:ea typeface="微软雅黑" panose="020B0503020204020204" pitchFamily="34" charset="-122"/>
              </a:rPr>
              <a:t>findFocusedWindowTargetsLocked</a:t>
            </a:r>
            <a:r>
              <a:rPr lang="zh-CN" altLang="en-US" sz="1400" b="0" dirty="0">
                <a:latin typeface="微软雅黑" panose="020B0503020204020204" pitchFamily="34" charset="-122"/>
                <a:ea typeface="微软雅黑" panose="020B0503020204020204" pitchFamily="34" charset="-122"/>
              </a:rPr>
              <a:t>函数寻找按键分发的焦点</a:t>
            </a:r>
            <a:r>
              <a:rPr lang="zh-CN" altLang="en-US" sz="1400" b="0" dirty="0" smtClean="0">
                <a:latin typeface="微软雅黑" panose="020B0503020204020204" pitchFamily="34" charset="-122"/>
                <a:ea typeface="微软雅黑" panose="020B0503020204020204" pitchFamily="34" charset="-122"/>
              </a:rPr>
              <a:t>窗口。</a:t>
            </a:r>
            <a:endParaRPr lang="en-US" altLang="zh-CN" sz="1400" b="0" dirty="0" smtClean="0">
              <a:latin typeface="微软雅黑" panose="020B0503020204020204" pitchFamily="34" charset="-122"/>
              <a:ea typeface="微软雅黑" panose="020B0503020204020204" pitchFamily="34" charset="-122"/>
            </a:endParaRPr>
          </a:p>
          <a:p>
            <a:pPr algn="l"/>
            <a:r>
              <a:rPr lang="zh-CN" altLang="en-US" sz="1400" b="0" dirty="0">
                <a:latin typeface="微软雅黑" panose="020B0503020204020204" pitchFamily="34" charset="-122"/>
                <a:ea typeface="微软雅黑" panose="020B0503020204020204" pitchFamily="34" charset="-122"/>
              </a:rPr>
              <a:t>会从两个容器</a:t>
            </a:r>
            <a:r>
              <a:rPr lang="en-US" altLang="zh-CN" sz="1400" b="0" dirty="0" err="1">
                <a:latin typeface="微软雅黑" panose="020B0503020204020204" pitchFamily="34" charset="-122"/>
                <a:ea typeface="微软雅黑" panose="020B0503020204020204" pitchFamily="34" charset="-122"/>
              </a:rPr>
              <a:t>mFocusedWindowHandlesByDisplay</a:t>
            </a:r>
            <a:r>
              <a:rPr lang="zh-CN" altLang="en-US" sz="1400" b="0" dirty="0">
                <a:latin typeface="微软雅黑" panose="020B0503020204020204" pitchFamily="34" charset="-122"/>
                <a:ea typeface="微软雅黑" panose="020B0503020204020204" pitchFamily="34" charset="-122"/>
              </a:rPr>
              <a:t>和</a:t>
            </a:r>
            <a:r>
              <a:rPr lang="en-US" altLang="zh-CN" sz="1400" b="0" dirty="0" err="1">
                <a:latin typeface="微软雅黑" panose="020B0503020204020204" pitchFamily="34" charset="-122"/>
                <a:ea typeface="微软雅黑" panose="020B0503020204020204" pitchFamily="34" charset="-122"/>
              </a:rPr>
              <a:t>mFocusedApplicationHandlesByDisplay</a:t>
            </a:r>
            <a:r>
              <a:rPr lang="zh-CN" altLang="en-US" sz="1400" b="0" dirty="0">
                <a:latin typeface="微软雅黑" panose="020B0503020204020204" pitchFamily="34" charset="-122"/>
                <a:ea typeface="微软雅黑" panose="020B0503020204020204" pitchFamily="34" charset="-122"/>
              </a:rPr>
              <a:t>获得当前的焦点窗口和焦点应用</a:t>
            </a:r>
            <a:r>
              <a:rPr lang="zh-CN" altLang="en-US" sz="1400" b="0" dirty="0" smtClean="0">
                <a:latin typeface="微软雅黑" panose="020B0503020204020204" pitchFamily="34" charset="-122"/>
                <a:ea typeface="微软雅黑" panose="020B0503020204020204" pitchFamily="34" charset="-122"/>
              </a:rPr>
              <a:t>，焦点</a:t>
            </a:r>
            <a:r>
              <a:rPr lang="zh-CN" altLang="en-US" sz="1400" b="0" dirty="0">
                <a:latin typeface="微软雅黑" panose="020B0503020204020204" pitchFamily="34" charset="-122"/>
                <a:ea typeface="微软雅黑" panose="020B0503020204020204" pitchFamily="34" charset="-122"/>
              </a:rPr>
              <a:t>窗口和焦点应用并不一定是一样，从</a:t>
            </a:r>
            <a:r>
              <a:rPr lang="en-US" altLang="zh-CN" sz="1400" b="0" dirty="0">
                <a:latin typeface="微软雅黑" panose="020B0503020204020204" pitchFamily="34" charset="-122"/>
                <a:ea typeface="微软雅黑" panose="020B0503020204020204" pitchFamily="34" charset="-122"/>
              </a:rPr>
              <a:t>java</a:t>
            </a:r>
            <a:r>
              <a:rPr lang="zh-CN" altLang="en-US" sz="1400" b="0" dirty="0">
                <a:latin typeface="微软雅黑" panose="020B0503020204020204" pitchFamily="34" charset="-122"/>
                <a:ea typeface="微软雅黑" panose="020B0503020204020204" pitchFamily="34" charset="-122"/>
              </a:rPr>
              <a:t>层来说焦点窗口指的是</a:t>
            </a:r>
            <a:r>
              <a:rPr lang="en-US" altLang="zh-CN" sz="1400" b="0" dirty="0" err="1">
                <a:latin typeface="微软雅黑" panose="020B0503020204020204" pitchFamily="34" charset="-122"/>
                <a:ea typeface="微软雅黑" panose="020B0503020204020204" pitchFamily="34" charset="-122"/>
              </a:rPr>
              <a:t>Winodw</a:t>
            </a:r>
            <a:r>
              <a:rPr lang="zh-CN" altLang="en-US" sz="1400" b="0" dirty="0">
                <a:latin typeface="微软雅黑" panose="020B0503020204020204" pitchFamily="34" charset="-122"/>
                <a:ea typeface="微软雅黑" panose="020B0503020204020204" pitchFamily="34" charset="-122"/>
              </a:rPr>
              <a:t>，焦点应用指的是</a:t>
            </a:r>
            <a:r>
              <a:rPr lang="en-US" altLang="zh-CN" sz="1400" b="0" dirty="0" err="1">
                <a:latin typeface="微软雅黑" panose="020B0503020204020204" pitchFamily="34" charset="-122"/>
                <a:ea typeface="微软雅黑" panose="020B0503020204020204" pitchFamily="34" charset="-122"/>
              </a:rPr>
              <a:t>ActivityRecord</a:t>
            </a:r>
            <a:r>
              <a:rPr lang="zh-CN" altLang="en-US" sz="1400" b="0" dirty="0">
                <a:latin typeface="微软雅黑" panose="020B0503020204020204" pitchFamily="34" charset="-122"/>
                <a:ea typeface="微软雅黑" panose="020B0503020204020204" pitchFamily="34" charset="-122"/>
              </a:rPr>
              <a:t>，一般对于系统类型窗口以及子窗口来说焦点窗口和焦点应用就不一样，而对于</a:t>
            </a:r>
            <a:r>
              <a:rPr lang="en-US" altLang="zh-CN" sz="1400" b="0" dirty="0">
                <a:latin typeface="微软雅黑" panose="020B0503020204020204" pitchFamily="34" charset="-122"/>
                <a:ea typeface="微软雅黑" panose="020B0503020204020204" pitchFamily="34" charset="-122"/>
              </a:rPr>
              <a:t>Activity</a:t>
            </a:r>
            <a:r>
              <a:rPr lang="zh-CN" altLang="en-US" sz="1400" b="0" dirty="0">
                <a:latin typeface="微软雅黑" panose="020B0503020204020204" pitchFamily="34" charset="-122"/>
                <a:ea typeface="微软雅黑" panose="020B0503020204020204" pitchFamily="34" charset="-122"/>
              </a:rPr>
              <a:t>和</a:t>
            </a:r>
            <a:r>
              <a:rPr lang="en-US" altLang="zh-CN" sz="1400" b="0" dirty="0">
                <a:latin typeface="微软雅黑" panose="020B0503020204020204" pitchFamily="34" charset="-122"/>
                <a:ea typeface="微软雅黑" panose="020B0503020204020204" pitchFamily="34" charset="-122"/>
              </a:rPr>
              <a:t>Dialog</a:t>
            </a:r>
            <a:r>
              <a:rPr lang="zh-CN" altLang="en-US" sz="1400" b="0" dirty="0">
                <a:latin typeface="微软雅黑" panose="020B0503020204020204" pitchFamily="34" charset="-122"/>
                <a:ea typeface="微软雅黑" panose="020B0503020204020204" pitchFamily="34" charset="-122"/>
              </a:rPr>
              <a:t>则一致。</a:t>
            </a:r>
            <a:endParaRPr lang="en-US" altLang="zh-CN" sz="1400" b="0" dirty="0" smtClean="0">
              <a:latin typeface="微软雅黑" panose="020B0503020204020204" pitchFamily="34" charset="-122"/>
              <a:ea typeface="微软雅黑" panose="020B0503020204020204" pitchFamily="34" charset="-122"/>
            </a:endParaRPr>
          </a:p>
          <a:p>
            <a:pPr algn="l"/>
            <a:r>
              <a:rPr lang="zh-CN" altLang="en-US" sz="1400" b="0" dirty="0" smtClean="0">
                <a:latin typeface="微软雅黑" panose="020B0503020204020204" pitchFamily="34" charset="-122"/>
                <a:ea typeface="微软雅黑" panose="020B0503020204020204" pitchFamily="34" charset="-122"/>
              </a:rPr>
              <a:t>成功找到要分发的焦点窗口</a:t>
            </a:r>
            <a:r>
              <a:rPr lang="zh-CN" altLang="en-US" sz="1400" b="0" dirty="0">
                <a:latin typeface="微软雅黑" panose="020B0503020204020204" pitchFamily="34" charset="-122"/>
                <a:ea typeface="微软雅黑" panose="020B0503020204020204" pitchFamily="34" charset="-122"/>
              </a:rPr>
              <a:t>后</a:t>
            </a:r>
            <a:r>
              <a:rPr lang="zh-CN" altLang="en-US" sz="1400" b="0" dirty="0" smtClean="0">
                <a:latin typeface="微软雅黑" panose="020B0503020204020204" pitchFamily="34" charset="-122"/>
                <a:ea typeface="微软雅黑" panose="020B0503020204020204" pitchFamily="34" charset="-122"/>
              </a:rPr>
              <a:t>，会调用</a:t>
            </a:r>
            <a:r>
              <a:rPr lang="en-US" altLang="zh-CN" sz="1400" b="0" dirty="0" err="1" smtClean="0">
                <a:latin typeface="微软雅黑" panose="020B0503020204020204" pitchFamily="34" charset="-122"/>
                <a:ea typeface="微软雅黑" panose="020B0503020204020204" pitchFamily="34" charset="-122"/>
              </a:rPr>
              <a:t>addWindowTargetLocked</a:t>
            </a:r>
            <a:r>
              <a:rPr lang="zh-CN" altLang="en-US" sz="1400" b="0" dirty="0">
                <a:latin typeface="微软雅黑" panose="020B0503020204020204" pitchFamily="34" charset="-122"/>
                <a:ea typeface="微软雅黑" panose="020B0503020204020204" pitchFamily="34" charset="-122"/>
              </a:rPr>
              <a:t>把</a:t>
            </a:r>
            <a:r>
              <a:rPr lang="zh-CN" altLang="en-US" sz="1400" b="0" dirty="0" smtClean="0">
                <a:latin typeface="微软雅黑" panose="020B0503020204020204" pitchFamily="34" charset="-122"/>
                <a:ea typeface="微软雅黑" panose="020B0503020204020204" pitchFamily="34" charset="-122"/>
              </a:rPr>
              <a:t>接收</a:t>
            </a:r>
            <a:r>
              <a:rPr lang="zh-CN" altLang="en-US" sz="1400" b="0" dirty="0">
                <a:latin typeface="微软雅黑" panose="020B0503020204020204" pitchFamily="34" charset="-122"/>
                <a:ea typeface="微软雅黑" panose="020B0503020204020204" pitchFamily="34" charset="-122"/>
              </a:rPr>
              <a:t>按键事件的目标窗口的一些信息保存到</a:t>
            </a:r>
            <a:r>
              <a:rPr lang="en-US" altLang="zh-CN" sz="1400" b="0" dirty="0" err="1">
                <a:latin typeface="微软雅黑" panose="020B0503020204020204" pitchFamily="34" charset="-122"/>
                <a:ea typeface="微软雅黑" panose="020B0503020204020204" pitchFamily="34" charset="-122"/>
              </a:rPr>
              <a:t>inputTargets</a:t>
            </a:r>
            <a:r>
              <a:rPr lang="zh-CN" altLang="en-US" sz="1400" b="0" dirty="0">
                <a:latin typeface="微软雅黑" panose="020B0503020204020204" pitchFamily="34" charset="-122"/>
                <a:ea typeface="微软雅黑" panose="020B0503020204020204" pitchFamily="34" charset="-122"/>
              </a:rPr>
              <a:t>集合中，最重要的信息就是目标焦点窗口的</a:t>
            </a:r>
            <a:r>
              <a:rPr lang="en-US" altLang="zh-CN" sz="1400" b="0" dirty="0" err="1">
                <a:latin typeface="微软雅黑" panose="020B0503020204020204" pitchFamily="34" charset="-122"/>
                <a:ea typeface="微软雅黑" panose="020B0503020204020204" pitchFamily="34" charset="-122"/>
              </a:rPr>
              <a:t>inputChannel</a:t>
            </a:r>
            <a:r>
              <a:rPr lang="zh-CN" altLang="en-US" sz="1400" b="0" dirty="0" smtClean="0">
                <a:latin typeface="微软雅黑" panose="020B0503020204020204" pitchFamily="34" charset="-122"/>
                <a:ea typeface="微软雅黑" panose="020B0503020204020204" pitchFamily="34" charset="-122"/>
              </a:rPr>
              <a:t>。</a:t>
            </a:r>
            <a:endParaRPr lang="en-US" altLang="zh-CN" sz="1400" b="0" dirty="0" smtClean="0">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void </a:t>
            </a:r>
            <a:r>
              <a:rPr lang="en-US" altLang="zh-CN" sz="1400" b="0" dirty="0" err="1">
                <a:solidFill>
                  <a:srgbClr val="0070C0"/>
                </a:solidFill>
                <a:latin typeface="微软雅黑" panose="020B0503020204020204" pitchFamily="34" charset="-122"/>
                <a:ea typeface="微软雅黑" panose="020B0503020204020204" pitchFamily="34" charset="-122"/>
              </a:rPr>
              <a:t>InputDispatcher</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addWindowTargetLocked</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const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sp</a:t>
            </a:r>
            <a:r>
              <a:rPr lang="en-US" altLang="zh-CN" sz="1400" b="0" dirty="0">
                <a:solidFill>
                  <a:srgbClr val="0070C0"/>
                </a:solidFill>
                <a:latin typeface="微软雅黑" panose="020B0503020204020204" pitchFamily="34" charset="-122"/>
                <a:ea typeface="微软雅黑" panose="020B0503020204020204" pitchFamily="34" charset="-122"/>
              </a:rPr>
              <a:t>&lt;</a:t>
            </a:r>
            <a:r>
              <a:rPr lang="en-US" altLang="zh-CN" sz="1400" b="0" dirty="0" err="1">
                <a:solidFill>
                  <a:srgbClr val="0070C0"/>
                </a:solidFill>
                <a:latin typeface="微软雅黑" panose="020B0503020204020204" pitchFamily="34" charset="-122"/>
                <a:ea typeface="微软雅黑" panose="020B0503020204020204" pitchFamily="34" charset="-122"/>
              </a:rPr>
              <a:t>InputWindowHandle</a:t>
            </a:r>
            <a:r>
              <a:rPr lang="en-US" altLang="zh-CN" sz="1400" b="0" dirty="0">
                <a:solidFill>
                  <a:srgbClr val="0070C0"/>
                </a:solidFill>
                <a:latin typeface="微软雅黑" panose="020B0503020204020204" pitchFamily="34" charset="-122"/>
                <a:ea typeface="微软雅黑" panose="020B0503020204020204" pitchFamily="34" charset="-122"/>
              </a:rPr>
              <a:t>&gt;&amp; </a:t>
            </a:r>
            <a:r>
              <a:rPr lang="en-US" altLang="zh-CN" sz="1400" b="0" dirty="0" err="1">
                <a:solidFill>
                  <a:srgbClr val="0070C0"/>
                </a:solidFill>
                <a:latin typeface="微软雅黑" panose="020B0503020204020204" pitchFamily="34" charset="-122"/>
                <a:ea typeface="微软雅黑" panose="020B0503020204020204" pitchFamily="34" charset="-122"/>
              </a:rPr>
              <a:t>windowHandle</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0070C0"/>
                </a:solidFill>
                <a:latin typeface="微软雅黑" panose="020B0503020204020204" pitchFamily="34" charset="-122"/>
                <a:ea typeface="微软雅黑" panose="020B0503020204020204" pitchFamily="34" charset="-122"/>
              </a:rPr>
              <a:t>int32_t </a:t>
            </a:r>
            <a:r>
              <a:rPr lang="en-US" altLang="zh-CN" sz="1400" b="0" dirty="0" err="1">
                <a:solidFill>
                  <a:srgbClr val="0070C0"/>
                </a:solidFill>
                <a:latin typeface="微软雅黑" panose="020B0503020204020204" pitchFamily="34" charset="-122"/>
                <a:ea typeface="微软雅黑" panose="020B0503020204020204" pitchFamily="34" charset="-122"/>
              </a:rPr>
              <a:t>targetFlags</a:t>
            </a:r>
            <a:r>
              <a:rPr lang="en-US" altLang="zh-CN" sz="1400" b="0" dirty="0">
                <a:solidFill>
                  <a:srgbClr val="0070C0"/>
                </a:solidFill>
                <a:latin typeface="微软雅黑" panose="020B0503020204020204" pitchFamily="34" charset="-122"/>
                <a:ea typeface="微软雅黑" panose="020B0503020204020204" pitchFamily="34" charset="-122"/>
              </a:rPr>
              <a:t>, BitSet32 </a:t>
            </a:r>
            <a:r>
              <a:rPr lang="en-US" altLang="zh-CN" sz="1400" b="0" dirty="0" err="1">
                <a:solidFill>
                  <a:srgbClr val="0070C0"/>
                </a:solidFill>
                <a:latin typeface="微软雅黑" panose="020B0503020204020204" pitchFamily="34" charset="-122"/>
                <a:ea typeface="微软雅黑" panose="020B0503020204020204" pitchFamily="34" charset="-122"/>
              </a:rPr>
              <a:t>pointerIds</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std</a:t>
            </a:r>
            <a:r>
              <a:rPr lang="en-US" altLang="zh-CN" sz="1400" b="0" dirty="0">
                <a:solidFill>
                  <a:srgbClr val="0070C0"/>
                </a:solidFill>
                <a:latin typeface="微软雅黑" panose="020B0503020204020204" pitchFamily="34" charset="-122"/>
                <a:ea typeface="微软雅黑" panose="020B0503020204020204" pitchFamily="34" charset="-122"/>
              </a:rPr>
              <a:t>::vector&lt;</a:t>
            </a:r>
            <a:r>
              <a:rPr lang="en-US" altLang="zh-CN" sz="1400" b="0" dirty="0" err="1">
                <a:solidFill>
                  <a:srgbClr val="0070C0"/>
                </a:solidFill>
                <a:latin typeface="微软雅黑" panose="020B0503020204020204" pitchFamily="34" charset="-122"/>
                <a:ea typeface="微软雅黑" panose="020B0503020204020204" pitchFamily="34" charset="-122"/>
              </a:rPr>
              <a:t>InputTarget</a:t>
            </a:r>
            <a:r>
              <a:rPr lang="en-US" altLang="zh-CN" sz="1400" b="0" dirty="0">
                <a:solidFill>
                  <a:srgbClr val="0070C0"/>
                </a:solidFill>
                <a:latin typeface="微软雅黑" panose="020B0503020204020204" pitchFamily="34" charset="-122"/>
                <a:ea typeface="微软雅黑" panose="020B0503020204020204" pitchFamily="34" charset="-122"/>
              </a:rPr>
              <a:t>&gt;&amp; </a:t>
            </a:r>
            <a:r>
              <a:rPr lang="en-US" altLang="zh-CN" sz="1400" b="0" dirty="0" err="1">
                <a:solidFill>
                  <a:srgbClr val="0070C0"/>
                </a:solidFill>
                <a:latin typeface="微软雅黑" panose="020B0503020204020204" pitchFamily="34" charset="-122"/>
                <a:ea typeface="微软雅黑" panose="020B0503020204020204" pitchFamily="34" charset="-122"/>
              </a:rPr>
              <a:t>inputTargets</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if (it == </a:t>
            </a:r>
            <a:r>
              <a:rPr lang="en-US" altLang="zh-CN" sz="1400" b="0" dirty="0" err="1">
                <a:solidFill>
                  <a:srgbClr val="0070C0"/>
                </a:solidFill>
                <a:latin typeface="微软雅黑" panose="020B0503020204020204" pitchFamily="34" charset="-122"/>
                <a:ea typeface="微软雅黑" panose="020B0503020204020204" pitchFamily="34" charset="-122"/>
              </a:rPr>
              <a:t>inputTargets.end</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InputTarget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inputTarget</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sp</a:t>
            </a:r>
            <a:r>
              <a:rPr lang="en-US" altLang="zh-CN" sz="1400" b="0" dirty="0">
                <a:solidFill>
                  <a:srgbClr val="0070C0"/>
                </a:solidFill>
                <a:latin typeface="微软雅黑" panose="020B0503020204020204" pitchFamily="34" charset="-122"/>
                <a:ea typeface="微软雅黑" panose="020B0503020204020204" pitchFamily="34" charset="-122"/>
              </a:rPr>
              <a:t>&lt;</a:t>
            </a:r>
            <a:r>
              <a:rPr lang="en-US" altLang="zh-CN" sz="1400" b="0" dirty="0" err="1">
                <a:solidFill>
                  <a:srgbClr val="0070C0"/>
                </a:solidFill>
                <a:latin typeface="微软雅黑" panose="020B0503020204020204" pitchFamily="34" charset="-122"/>
                <a:ea typeface="微软雅黑" panose="020B0503020204020204" pitchFamily="34" charset="-122"/>
              </a:rPr>
              <a:t>InputChannel</a:t>
            </a:r>
            <a:r>
              <a:rPr lang="en-US" altLang="zh-CN" sz="1400" b="0" dirty="0">
                <a:solidFill>
                  <a:srgbClr val="0070C0"/>
                </a:solidFill>
                <a:latin typeface="微软雅黑" panose="020B0503020204020204" pitchFamily="34" charset="-122"/>
                <a:ea typeface="微软雅黑" panose="020B0503020204020204" pitchFamily="34" charset="-122"/>
              </a:rPr>
              <a:t>&gt; </a:t>
            </a:r>
            <a:r>
              <a:rPr lang="en-US" altLang="zh-CN" sz="1400" b="0" dirty="0" err="1">
                <a:solidFill>
                  <a:srgbClr val="0070C0"/>
                </a:solidFill>
                <a:latin typeface="微软雅黑" panose="020B0503020204020204" pitchFamily="34" charset="-122"/>
                <a:ea typeface="微软雅黑" panose="020B0503020204020204" pitchFamily="34" charset="-122"/>
              </a:rPr>
              <a:t>inputChannel</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getInputChannelLocked</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windowHandle</a:t>
            </a:r>
            <a:r>
              <a:rPr lang="en-US" altLang="zh-CN" sz="1400" b="0" dirty="0">
                <a:solidFill>
                  <a:srgbClr val="0070C0"/>
                </a:solidFill>
                <a:latin typeface="微软雅黑" panose="020B0503020204020204" pitchFamily="34" charset="-122"/>
                <a:ea typeface="微软雅黑" panose="020B0503020204020204" pitchFamily="34" charset="-122"/>
              </a:rPr>
              <a:t>-&gt;</a:t>
            </a:r>
            <a:r>
              <a:rPr lang="en-US" altLang="zh-CN" sz="1400" b="0" dirty="0" err="1">
                <a:solidFill>
                  <a:srgbClr val="0070C0"/>
                </a:solidFill>
                <a:latin typeface="微软雅黑" panose="020B0503020204020204" pitchFamily="34" charset="-122"/>
                <a:ea typeface="微软雅黑" panose="020B0503020204020204" pitchFamily="34" charset="-122"/>
              </a:rPr>
              <a:t>getToken</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inputTarget.inputChannel</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inputChannel</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inputTarget.flags</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targetFlags</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inputTarget.globalScaleFactor</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windowInfo</a:t>
            </a:r>
            <a:r>
              <a:rPr lang="en-US" altLang="zh-CN" sz="1400" b="0" dirty="0">
                <a:solidFill>
                  <a:srgbClr val="0070C0"/>
                </a:solidFill>
                <a:latin typeface="微软雅黑" panose="020B0503020204020204" pitchFamily="34" charset="-122"/>
                <a:ea typeface="微软雅黑" panose="020B0503020204020204" pitchFamily="34" charset="-122"/>
              </a:rPr>
              <a:t>-&gt;</a:t>
            </a:r>
            <a:r>
              <a:rPr lang="en-US" altLang="zh-CN" sz="1400" b="0" dirty="0" err="1">
                <a:solidFill>
                  <a:srgbClr val="0070C0"/>
                </a:solidFill>
                <a:latin typeface="微软雅黑" panose="020B0503020204020204" pitchFamily="34" charset="-122"/>
                <a:ea typeface="微软雅黑" panose="020B0503020204020204" pitchFamily="34" charset="-122"/>
              </a:rPr>
              <a:t>globalScaleFactor</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inputTargets.push_back</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inputTarget</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it = </a:t>
            </a:r>
            <a:r>
              <a:rPr lang="en-US" altLang="zh-CN" sz="1400" b="0" dirty="0" err="1">
                <a:solidFill>
                  <a:srgbClr val="0070C0"/>
                </a:solidFill>
                <a:latin typeface="微软雅黑" panose="020B0503020204020204" pitchFamily="34" charset="-122"/>
                <a:ea typeface="微软雅黑" panose="020B0503020204020204" pitchFamily="34" charset="-122"/>
              </a:rPr>
              <a:t>inputTargets.end</a:t>
            </a:r>
            <a:r>
              <a:rPr lang="en-US" altLang="zh-CN" sz="1400" b="0" dirty="0">
                <a:solidFill>
                  <a:srgbClr val="0070C0"/>
                </a:solidFill>
                <a:latin typeface="微软雅黑" panose="020B0503020204020204" pitchFamily="34" charset="-122"/>
                <a:ea typeface="微软雅黑" panose="020B0503020204020204" pitchFamily="34" charset="-122"/>
              </a:rPr>
              <a:t>() - 1;</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83107125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err="1" smtClean="0">
                <a:latin typeface="微软雅黑" panose="020B0503020204020204" pitchFamily="34" charset="-122"/>
                <a:ea typeface="微软雅黑" panose="020B0503020204020204" pitchFamily="34" charset="-122"/>
              </a:rPr>
              <a:t>InputDispatcher</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3896" y="785794"/>
            <a:ext cx="9217024" cy="6432530"/>
          </a:xfrm>
          <a:prstGeom prst="rect">
            <a:avLst/>
          </a:prstGeom>
          <a:noFill/>
        </p:spPr>
        <p:txBody>
          <a:bodyPr wrap="square" rtlCol="0">
            <a:spAutoFit/>
          </a:bodyPr>
          <a:lstStyle/>
          <a:p>
            <a:pPr algn="l"/>
            <a:r>
              <a:rPr lang="zh-CN" altLang="en-US" sz="1600" b="0" dirty="0" smtClean="0">
                <a:latin typeface="微软雅黑" panose="020B0503020204020204" pitchFamily="34" charset="-122"/>
                <a:ea typeface="微软雅黑" panose="020B0503020204020204" pitchFamily="34" charset="-122"/>
              </a:rPr>
              <a:t>确定</a:t>
            </a:r>
            <a:r>
              <a:rPr lang="en-US" altLang="zh-CN" sz="1600" b="0" dirty="0" err="1" smtClean="0">
                <a:latin typeface="微软雅黑" panose="020B0503020204020204" pitchFamily="34" charset="-122"/>
                <a:ea typeface="微软雅黑" panose="020B0503020204020204" pitchFamily="34" charset="-122"/>
              </a:rPr>
              <a:t>inputTargets</a:t>
            </a:r>
            <a:r>
              <a:rPr lang="zh-CN" altLang="en-US" sz="1600" b="0" dirty="0" smtClean="0">
                <a:latin typeface="微软雅黑" panose="020B0503020204020204" pitchFamily="34" charset="-122"/>
                <a:ea typeface="微软雅黑" panose="020B0503020204020204" pitchFamily="34" charset="-122"/>
              </a:rPr>
              <a:t>后，会调用</a:t>
            </a:r>
            <a:r>
              <a:rPr lang="en-US" altLang="zh-CN" sz="1600" b="0" dirty="0" err="1" smtClean="0">
                <a:latin typeface="微软雅黑" panose="020B0503020204020204" pitchFamily="34" charset="-122"/>
                <a:ea typeface="微软雅黑" panose="020B0503020204020204" pitchFamily="34" charset="-122"/>
              </a:rPr>
              <a:t>dispatchEventLocked</a:t>
            </a:r>
            <a:r>
              <a:rPr lang="zh-CN" altLang="en-US" sz="1600" b="0" dirty="0">
                <a:latin typeface="微软雅黑" panose="020B0503020204020204" pitchFamily="34" charset="-122"/>
                <a:ea typeface="微软雅黑" panose="020B0503020204020204" pitchFamily="34" charset="-122"/>
              </a:rPr>
              <a:t>函数继续对输入事件进行分发</a:t>
            </a:r>
            <a:r>
              <a:rPr lang="zh-CN" altLang="en-US" sz="1600" b="0" dirty="0" smtClean="0">
                <a:latin typeface="微软雅黑" panose="020B0503020204020204" pitchFamily="34" charset="-122"/>
                <a:ea typeface="微软雅黑" panose="020B0503020204020204" pitchFamily="34" charset="-122"/>
              </a:rPr>
              <a:t>。</a:t>
            </a:r>
            <a:endParaRPr lang="en-US" altLang="zh-CN" sz="1600" b="0" dirty="0" smtClean="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经过</a:t>
            </a:r>
            <a:r>
              <a:rPr lang="en-US" altLang="zh-CN" sz="1600" b="0" dirty="0" err="1" smtClean="0">
                <a:latin typeface="微软雅黑" panose="020B0503020204020204" pitchFamily="34" charset="-122"/>
                <a:ea typeface="微软雅黑" panose="020B0503020204020204" pitchFamily="34" charset="-122"/>
              </a:rPr>
              <a:t>prepareDispatchCycleLocked</a:t>
            </a:r>
            <a:r>
              <a:rPr lang="zh-CN" altLang="en-US" sz="1600" b="0" dirty="0" smtClean="0">
                <a:latin typeface="微软雅黑" panose="020B0503020204020204" pitchFamily="34" charset="-122"/>
                <a:ea typeface="微软雅黑" panose="020B0503020204020204" pitchFamily="34" charset="-122"/>
              </a:rPr>
              <a:t>、</a:t>
            </a:r>
            <a:r>
              <a:rPr lang="en-US" altLang="zh-CN" sz="1600" b="0" dirty="0" err="1" smtClean="0">
                <a:latin typeface="微软雅黑" panose="020B0503020204020204" pitchFamily="34" charset="-122"/>
                <a:ea typeface="微软雅黑" panose="020B0503020204020204" pitchFamily="34" charset="-122"/>
              </a:rPr>
              <a:t>enqueueDispatchEntriesLocked</a:t>
            </a:r>
            <a:r>
              <a:rPr lang="zh-CN" altLang="en-US" sz="1600" b="0" dirty="0" smtClean="0">
                <a:latin typeface="微软雅黑" panose="020B0503020204020204" pitchFamily="34" charset="-122"/>
                <a:ea typeface="微软雅黑" panose="020B0503020204020204" pitchFamily="34" charset="-122"/>
              </a:rPr>
              <a:t>函数，最后调用到</a:t>
            </a:r>
            <a:r>
              <a:rPr lang="en-US" altLang="zh-CN" sz="1600" b="0" dirty="0" err="1" smtClean="0">
                <a:latin typeface="微软雅黑" panose="020B0503020204020204" pitchFamily="34" charset="-122"/>
                <a:ea typeface="微软雅黑" panose="020B0503020204020204" pitchFamily="34" charset="-122"/>
              </a:rPr>
              <a:t>startDispatchCycleLocked</a:t>
            </a:r>
            <a:r>
              <a:rPr lang="zh-CN" altLang="en-US" sz="1600" b="0" dirty="0" smtClean="0">
                <a:latin typeface="微软雅黑" panose="020B0503020204020204" pitchFamily="34" charset="-122"/>
                <a:ea typeface="微软雅黑" panose="020B0503020204020204" pitchFamily="34" charset="-122"/>
              </a:rPr>
              <a:t>函数中。</a:t>
            </a:r>
            <a:endParaRPr lang="en-US" altLang="zh-CN" sz="1600" b="0" dirty="0">
              <a:latin typeface="微软雅黑" panose="020B0503020204020204" pitchFamily="34" charset="-122"/>
              <a:ea typeface="微软雅黑" panose="020B0503020204020204" pitchFamily="34" charset="-122"/>
            </a:endParaRPr>
          </a:p>
          <a:p>
            <a:pPr algn="l"/>
            <a:r>
              <a:rPr lang="en-US" altLang="zh-CN" sz="1400" b="0" dirty="0" err="1" smtClean="0">
                <a:solidFill>
                  <a:srgbClr val="0070C0"/>
                </a:solidFill>
                <a:latin typeface="微软雅黑" panose="020B0503020204020204" pitchFamily="34" charset="-122"/>
                <a:ea typeface="微软雅黑" panose="020B0503020204020204" pitchFamily="34" charset="-122"/>
              </a:rPr>
              <a:t>InputDispatcher</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startDispatchCycleLocked</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nsecs_t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currentTime,const</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sp</a:t>
            </a:r>
            <a:r>
              <a:rPr lang="en-US" altLang="zh-CN" sz="1400" b="0" dirty="0">
                <a:solidFill>
                  <a:srgbClr val="0070C0"/>
                </a:solidFill>
                <a:latin typeface="微软雅黑" panose="020B0503020204020204" pitchFamily="34" charset="-122"/>
                <a:ea typeface="微软雅黑" panose="020B0503020204020204" pitchFamily="34" charset="-122"/>
              </a:rPr>
              <a:t>&lt;Connection&gt;&amp; connection</a:t>
            </a:r>
            <a:r>
              <a:rPr lang="en-US" altLang="zh-CN" sz="1400" b="0" dirty="0" smtClean="0">
                <a:solidFill>
                  <a:srgbClr val="0070C0"/>
                </a:solidFill>
                <a:latin typeface="微软雅黑" panose="020B0503020204020204" pitchFamily="34" charset="-122"/>
                <a:ea typeface="微软雅黑" panose="020B0503020204020204" pitchFamily="34" charset="-122"/>
              </a:rPr>
              <a:t>) {</a:t>
            </a:r>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while (connection-&gt;</a:t>
            </a:r>
            <a:r>
              <a:rPr lang="en-US" altLang="zh-CN" sz="1400" b="0" dirty="0" smtClean="0">
                <a:solidFill>
                  <a:srgbClr val="0070C0"/>
                </a:solidFill>
                <a:latin typeface="微软雅黑" panose="020B0503020204020204" pitchFamily="34" charset="-122"/>
                <a:ea typeface="微软雅黑" panose="020B0503020204020204" pitchFamily="34" charset="-122"/>
              </a:rPr>
              <a:t>status==Connection</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smtClean="0">
                <a:solidFill>
                  <a:srgbClr val="0070C0"/>
                </a:solidFill>
                <a:latin typeface="微软雅黑" panose="020B0503020204020204" pitchFamily="34" charset="-122"/>
                <a:ea typeface="微软雅黑" panose="020B0503020204020204" pitchFamily="34" charset="-122"/>
              </a:rPr>
              <a:t>STATUS_NORMAL&amp;&amp;!</a:t>
            </a:r>
            <a:r>
              <a:rPr lang="en-US" altLang="zh-CN" sz="1400" b="0" dirty="0">
                <a:solidFill>
                  <a:srgbClr val="0070C0"/>
                </a:solidFill>
                <a:latin typeface="微软雅黑" panose="020B0503020204020204" pitchFamily="34" charset="-122"/>
                <a:ea typeface="微软雅黑" panose="020B0503020204020204" pitchFamily="34" charset="-122"/>
              </a:rPr>
              <a:t>connection-&gt;</a:t>
            </a:r>
            <a:r>
              <a:rPr lang="en-US" altLang="zh-CN" sz="1400" b="0" dirty="0" err="1">
                <a:solidFill>
                  <a:srgbClr val="0070C0"/>
                </a:solidFill>
                <a:latin typeface="微软雅黑" panose="020B0503020204020204" pitchFamily="34" charset="-122"/>
                <a:ea typeface="微软雅黑" panose="020B0503020204020204" pitchFamily="34" charset="-122"/>
              </a:rPr>
              <a:t>outboundQueue.empty</a:t>
            </a:r>
            <a:r>
              <a:rPr lang="en-US" altLang="zh-CN" sz="1400" b="0" dirty="0" smtClean="0">
                <a:solidFill>
                  <a:srgbClr val="0070C0"/>
                </a:solidFill>
                <a:latin typeface="微软雅黑" panose="020B0503020204020204" pitchFamily="34" charset="-122"/>
                <a:ea typeface="微软雅黑" panose="020B0503020204020204" pitchFamily="34" charset="-122"/>
              </a:rPr>
              <a:t>()){</a:t>
            </a:r>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DispatchEntry</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dispatchEntry</a:t>
            </a:r>
            <a:r>
              <a:rPr lang="en-US" altLang="zh-CN" sz="1400" b="0" dirty="0">
                <a:solidFill>
                  <a:srgbClr val="0070C0"/>
                </a:solidFill>
                <a:latin typeface="微软雅黑" panose="020B0503020204020204" pitchFamily="34" charset="-122"/>
                <a:ea typeface="微软雅黑" panose="020B0503020204020204" pitchFamily="34" charset="-122"/>
              </a:rPr>
              <a:t> = connection-&gt;</a:t>
            </a:r>
            <a:r>
              <a:rPr lang="en-US" altLang="zh-CN" sz="1400" b="0" dirty="0" err="1">
                <a:solidFill>
                  <a:srgbClr val="0070C0"/>
                </a:solidFill>
                <a:latin typeface="微软雅黑" panose="020B0503020204020204" pitchFamily="34" charset="-122"/>
                <a:ea typeface="微软雅黑" panose="020B0503020204020204" pitchFamily="34" charset="-122"/>
              </a:rPr>
              <a:t>outboundQueue.front</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EventEntry</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eventEntry</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dispatchEntry</a:t>
            </a:r>
            <a:r>
              <a:rPr lang="en-US" altLang="zh-CN" sz="1400" b="0" dirty="0">
                <a:solidFill>
                  <a:srgbClr val="0070C0"/>
                </a:solidFill>
                <a:latin typeface="微软雅黑" panose="020B0503020204020204" pitchFamily="34" charset="-122"/>
                <a:ea typeface="微软雅黑" panose="020B0503020204020204" pitchFamily="34" charset="-122"/>
              </a:rPr>
              <a:t>-&gt;</a:t>
            </a:r>
            <a:r>
              <a:rPr lang="en-US" altLang="zh-CN" sz="1400" b="0" dirty="0" err="1">
                <a:solidFill>
                  <a:srgbClr val="0070C0"/>
                </a:solidFill>
                <a:latin typeface="微软雅黑" panose="020B0503020204020204" pitchFamily="34" charset="-122"/>
                <a:ea typeface="微软雅黑" panose="020B0503020204020204" pitchFamily="34" charset="-122"/>
              </a:rPr>
              <a:t>eventEntry</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switch (</a:t>
            </a:r>
            <a:r>
              <a:rPr lang="en-US" altLang="zh-CN" sz="1400" b="0" dirty="0" err="1">
                <a:solidFill>
                  <a:srgbClr val="0070C0"/>
                </a:solidFill>
                <a:latin typeface="微软雅黑" panose="020B0503020204020204" pitchFamily="34" charset="-122"/>
                <a:ea typeface="微软雅黑" panose="020B0503020204020204" pitchFamily="34" charset="-122"/>
              </a:rPr>
              <a:t>eventEntry</a:t>
            </a:r>
            <a:r>
              <a:rPr lang="en-US" altLang="zh-CN" sz="1400" b="0" dirty="0">
                <a:solidFill>
                  <a:srgbClr val="0070C0"/>
                </a:solidFill>
                <a:latin typeface="微软雅黑" panose="020B0503020204020204" pitchFamily="34" charset="-122"/>
                <a:ea typeface="微软雅黑" panose="020B0503020204020204" pitchFamily="34" charset="-122"/>
              </a:rPr>
              <a:t>-&gt;type) {</a:t>
            </a:r>
          </a:p>
          <a:p>
            <a:pPr algn="l"/>
            <a:r>
              <a:rPr lang="en-US" altLang="zh-CN" sz="1400" b="0" dirty="0">
                <a:solidFill>
                  <a:srgbClr val="0070C0"/>
                </a:solidFill>
                <a:latin typeface="微软雅黑" panose="020B0503020204020204" pitchFamily="34" charset="-122"/>
                <a:ea typeface="微软雅黑" panose="020B0503020204020204" pitchFamily="34" charset="-122"/>
              </a:rPr>
              <a:t>            case </a:t>
            </a:r>
            <a:r>
              <a:rPr lang="en-US" altLang="zh-CN" sz="1400" b="0" dirty="0" err="1">
                <a:solidFill>
                  <a:srgbClr val="0070C0"/>
                </a:solidFill>
                <a:latin typeface="微软雅黑" panose="020B0503020204020204" pitchFamily="34" charset="-122"/>
                <a:ea typeface="微软雅黑" panose="020B0503020204020204" pitchFamily="34" charset="-122"/>
              </a:rPr>
              <a:t>EventEntry</a:t>
            </a:r>
            <a:r>
              <a:rPr lang="en-US" altLang="zh-CN" sz="1400" b="0" dirty="0">
                <a:solidFill>
                  <a:srgbClr val="0070C0"/>
                </a:solidFill>
                <a:latin typeface="微软雅黑" panose="020B0503020204020204" pitchFamily="34" charset="-122"/>
                <a:ea typeface="微软雅黑" panose="020B0503020204020204" pitchFamily="34" charset="-122"/>
              </a:rPr>
              <a:t>::Type::KEY: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const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KeyEntry</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keyEntry</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static_cast</a:t>
            </a:r>
            <a:r>
              <a:rPr lang="en-US" altLang="zh-CN" sz="1400" b="0" dirty="0">
                <a:solidFill>
                  <a:srgbClr val="0070C0"/>
                </a:solidFill>
                <a:latin typeface="微软雅黑" panose="020B0503020204020204" pitchFamily="34" charset="-122"/>
                <a:ea typeface="微软雅黑" panose="020B0503020204020204" pitchFamily="34" charset="-122"/>
              </a:rPr>
              <a:t>&lt;</a:t>
            </a:r>
            <a:r>
              <a:rPr lang="en-US" altLang="zh-CN" sz="1400" b="0" dirty="0" err="1">
                <a:solidFill>
                  <a:srgbClr val="0070C0"/>
                </a:solidFill>
                <a:latin typeface="微软雅黑" panose="020B0503020204020204" pitchFamily="34" charset="-122"/>
                <a:ea typeface="微软雅黑" panose="020B0503020204020204" pitchFamily="34" charset="-122"/>
              </a:rPr>
              <a:t>KeyEntry</a:t>
            </a:r>
            <a:r>
              <a:rPr lang="en-US" altLang="zh-CN" sz="1400" b="0" dirty="0">
                <a:solidFill>
                  <a:srgbClr val="0070C0"/>
                </a:solidFill>
                <a:latin typeface="微软雅黑" panose="020B0503020204020204" pitchFamily="34" charset="-122"/>
                <a:ea typeface="微软雅黑" panose="020B0503020204020204" pitchFamily="34" charset="-122"/>
              </a:rPr>
              <a:t>*&gt;(</a:t>
            </a:r>
            <a:r>
              <a:rPr lang="en-US" altLang="zh-CN" sz="1400" b="0" dirty="0" err="1">
                <a:solidFill>
                  <a:srgbClr val="0070C0"/>
                </a:solidFill>
                <a:latin typeface="微软雅黑" panose="020B0503020204020204" pitchFamily="34" charset="-122"/>
                <a:ea typeface="微软雅黑" panose="020B0503020204020204" pitchFamily="34" charset="-122"/>
              </a:rPr>
              <a:t>eventEntry</a:t>
            </a:r>
            <a:r>
              <a:rPr lang="en-US" altLang="zh-CN" sz="1400" b="0" dirty="0" smtClean="0">
                <a:solidFill>
                  <a:srgbClr val="0070C0"/>
                </a:solidFill>
                <a:latin typeface="微软雅黑" panose="020B0503020204020204" pitchFamily="34" charset="-122"/>
                <a:ea typeface="微软雅黑" panose="020B0503020204020204" pitchFamily="34" charset="-122"/>
              </a:rPr>
              <a:t>);</a:t>
            </a:r>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status = connection-&gt;</a:t>
            </a:r>
            <a:r>
              <a:rPr lang="en-US" altLang="zh-CN" sz="1400" b="0" dirty="0" err="1">
                <a:solidFill>
                  <a:srgbClr val="0070C0"/>
                </a:solidFill>
                <a:latin typeface="微软雅黑" panose="020B0503020204020204" pitchFamily="34" charset="-122"/>
                <a:ea typeface="微软雅黑" panose="020B0503020204020204" pitchFamily="34" charset="-122"/>
              </a:rPr>
              <a:t>inputPublisher</a:t>
            </a:r>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FF0000"/>
                </a:solidFill>
                <a:latin typeface="微软雅黑" panose="020B0503020204020204" pitchFamily="34" charset="-122"/>
                <a:ea typeface="微软雅黑" panose="020B0503020204020204" pitchFamily="34" charset="-122"/>
              </a:rPr>
              <a:t>publishKeyEvent</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dispatchEntry</a:t>
            </a:r>
            <a:r>
              <a:rPr lang="en-US" altLang="zh-CN" sz="1400" b="0" dirty="0">
                <a:solidFill>
                  <a:srgbClr val="0070C0"/>
                </a:solidFill>
                <a:latin typeface="微软雅黑" panose="020B0503020204020204" pitchFamily="34" charset="-122"/>
                <a:ea typeface="微软雅黑" panose="020B0503020204020204" pitchFamily="34" charset="-122"/>
              </a:rPr>
              <a:t>-&gt;</a:t>
            </a:r>
            <a:r>
              <a:rPr lang="en-US" altLang="zh-CN" sz="1400" b="0" dirty="0" err="1">
                <a:solidFill>
                  <a:srgbClr val="0070C0"/>
                </a:solidFill>
                <a:latin typeface="微软雅黑" panose="020B0503020204020204" pitchFamily="34" charset="-122"/>
                <a:ea typeface="微软雅黑" panose="020B0503020204020204" pitchFamily="34" charset="-122"/>
              </a:rPr>
              <a:t>seq</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dispatchEntry</a:t>
            </a:r>
            <a:r>
              <a:rPr lang="en-US" altLang="zh-CN" sz="1400" b="0" dirty="0">
                <a:solidFill>
                  <a:srgbClr val="0070C0"/>
                </a:solidFill>
                <a:latin typeface="微软雅黑" panose="020B0503020204020204" pitchFamily="34" charset="-122"/>
                <a:ea typeface="微软雅黑" panose="020B0503020204020204" pitchFamily="34" charset="-122"/>
              </a:rPr>
              <a:t>-&gt;</a:t>
            </a:r>
            <a:r>
              <a:rPr lang="en-US" altLang="zh-CN" sz="1400" b="0" dirty="0" err="1">
                <a:solidFill>
                  <a:srgbClr val="0070C0"/>
                </a:solidFill>
                <a:latin typeface="微软雅黑" panose="020B0503020204020204" pitchFamily="34" charset="-122"/>
                <a:ea typeface="微软雅黑" panose="020B0503020204020204" pitchFamily="34" charset="-122"/>
              </a:rPr>
              <a:t>resolvedEventId</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keyEntry</a:t>
            </a:r>
            <a:r>
              <a:rPr lang="en-US" altLang="zh-CN" sz="1400" b="0" dirty="0" smtClean="0">
                <a:solidFill>
                  <a:srgbClr val="0070C0"/>
                </a:solidFill>
                <a:latin typeface="微软雅黑" panose="020B0503020204020204" pitchFamily="34" charset="-122"/>
                <a:ea typeface="微软雅黑" panose="020B0503020204020204" pitchFamily="34" charset="-122"/>
              </a:rPr>
              <a:t>-</a:t>
            </a:r>
            <a:r>
              <a:rPr lang="en-US" altLang="zh-CN" sz="1400" b="0" dirty="0">
                <a:solidFill>
                  <a:srgbClr val="0070C0"/>
                </a:solidFill>
                <a:latin typeface="微软雅黑" panose="020B0503020204020204" pitchFamily="34" charset="-122"/>
                <a:ea typeface="微软雅黑" panose="020B0503020204020204" pitchFamily="34" charset="-122"/>
              </a:rPr>
              <a:t>&gt;</a:t>
            </a:r>
            <a:r>
              <a:rPr lang="en-US" altLang="zh-CN" sz="1400" b="0" dirty="0" err="1">
                <a:solidFill>
                  <a:srgbClr val="0070C0"/>
                </a:solidFill>
                <a:latin typeface="微软雅黑" panose="020B0503020204020204" pitchFamily="34" charset="-122"/>
                <a:ea typeface="微软雅黑" panose="020B0503020204020204" pitchFamily="34" charset="-122"/>
              </a:rPr>
              <a:t>deviceId</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keyEntry</a:t>
            </a:r>
            <a:r>
              <a:rPr lang="en-US" altLang="zh-CN" sz="1400" b="0" dirty="0">
                <a:solidFill>
                  <a:srgbClr val="0070C0"/>
                </a:solidFill>
                <a:latin typeface="微软雅黑" panose="020B0503020204020204" pitchFamily="34" charset="-122"/>
                <a:ea typeface="微软雅黑" panose="020B0503020204020204" pitchFamily="34" charset="-122"/>
              </a:rPr>
              <a:t>-&gt;source</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keyEntry</a:t>
            </a:r>
            <a:r>
              <a:rPr lang="en-US" altLang="zh-CN" sz="1400" b="0" dirty="0" smtClean="0">
                <a:solidFill>
                  <a:srgbClr val="0070C0"/>
                </a:solidFill>
                <a:latin typeface="微软雅黑" panose="020B0503020204020204" pitchFamily="34" charset="-122"/>
                <a:ea typeface="微软雅黑" panose="020B0503020204020204" pitchFamily="34" charset="-122"/>
              </a:rPr>
              <a:t>-</a:t>
            </a:r>
            <a:r>
              <a:rPr lang="en-US" altLang="zh-CN" sz="1400" b="0" dirty="0">
                <a:solidFill>
                  <a:srgbClr val="0070C0"/>
                </a:solidFill>
                <a:latin typeface="微软雅黑" panose="020B0503020204020204" pitchFamily="34" charset="-122"/>
                <a:ea typeface="微软雅黑" panose="020B0503020204020204" pitchFamily="34" charset="-122"/>
              </a:rPr>
              <a:t>&gt;</a:t>
            </a:r>
            <a:r>
              <a:rPr lang="en-US" altLang="zh-CN" sz="1400" b="0" dirty="0" err="1">
                <a:solidFill>
                  <a:srgbClr val="0070C0"/>
                </a:solidFill>
                <a:latin typeface="微软雅黑" panose="020B0503020204020204" pitchFamily="34" charset="-122"/>
                <a:ea typeface="微软雅黑" panose="020B0503020204020204" pitchFamily="34" charset="-122"/>
              </a:rPr>
              <a:t>displayId</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std</a:t>
            </a:r>
            <a:r>
              <a:rPr lang="en-US" altLang="zh-CN" sz="1400" b="0" dirty="0">
                <a:solidFill>
                  <a:srgbClr val="0070C0"/>
                </a:solidFill>
                <a:latin typeface="微软雅黑" panose="020B0503020204020204" pitchFamily="34" charset="-122"/>
                <a:ea typeface="微软雅黑" panose="020B0503020204020204" pitchFamily="34" charset="-122"/>
              </a:rPr>
              <a:t>::move(</a:t>
            </a:r>
            <a:r>
              <a:rPr lang="en-US" altLang="zh-CN" sz="1400" b="0" dirty="0" err="1">
                <a:solidFill>
                  <a:srgbClr val="0070C0"/>
                </a:solidFill>
                <a:latin typeface="微软雅黑" panose="020B0503020204020204" pitchFamily="34" charset="-122"/>
                <a:ea typeface="微软雅黑" panose="020B0503020204020204" pitchFamily="34" charset="-122"/>
              </a:rPr>
              <a:t>hmac</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dispatchEntry</a:t>
            </a:r>
            <a:r>
              <a:rPr lang="en-US" altLang="zh-CN" sz="1400" b="0" dirty="0" smtClean="0">
                <a:solidFill>
                  <a:srgbClr val="0070C0"/>
                </a:solidFill>
                <a:latin typeface="微软雅黑" panose="020B0503020204020204" pitchFamily="34" charset="-122"/>
                <a:ea typeface="微软雅黑" panose="020B0503020204020204" pitchFamily="34" charset="-122"/>
              </a:rPr>
              <a:t>-</a:t>
            </a:r>
            <a:r>
              <a:rPr lang="en-US" altLang="zh-CN" sz="1400" b="0" dirty="0">
                <a:solidFill>
                  <a:srgbClr val="0070C0"/>
                </a:solidFill>
                <a:latin typeface="微软雅黑" panose="020B0503020204020204" pitchFamily="34" charset="-122"/>
                <a:ea typeface="微软雅黑" panose="020B0503020204020204" pitchFamily="34" charset="-122"/>
              </a:rPr>
              <a:t>&gt;</a:t>
            </a:r>
            <a:r>
              <a:rPr lang="en-US" altLang="zh-CN" sz="1400" b="0" dirty="0" err="1">
                <a:solidFill>
                  <a:srgbClr val="0070C0"/>
                </a:solidFill>
                <a:latin typeface="微软雅黑" panose="020B0503020204020204" pitchFamily="34" charset="-122"/>
                <a:ea typeface="微软雅黑" panose="020B0503020204020204" pitchFamily="34" charset="-122"/>
              </a:rPr>
              <a:t>resolvedAction</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dispatchEntry</a:t>
            </a:r>
            <a:r>
              <a:rPr lang="en-US" altLang="zh-CN" sz="1400" b="0" dirty="0" smtClean="0">
                <a:solidFill>
                  <a:srgbClr val="0070C0"/>
                </a:solidFill>
                <a:latin typeface="微软雅黑" panose="020B0503020204020204" pitchFamily="34" charset="-122"/>
                <a:ea typeface="微软雅黑" panose="020B0503020204020204" pitchFamily="34" charset="-122"/>
              </a:rPr>
              <a:t>-</a:t>
            </a:r>
            <a:r>
              <a:rPr lang="en-US" altLang="zh-CN" sz="1400" b="0" dirty="0">
                <a:solidFill>
                  <a:srgbClr val="0070C0"/>
                </a:solidFill>
                <a:latin typeface="微软雅黑" panose="020B0503020204020204" pitchFamily="34" charset="-122"/>
                <a:ea typeface="微软雅黑" panose="020B0503020204020204" pitchFamily="34" charset="-122"/>
              </a:rPr>
              <a:t>&gt;</a:t>
            </a:r>
            <a:r>
              <a:rPr lang="en-US" altLang="zh-CN" sz="1400" b="0" dirty="0" err="1">
                <a:solidFill>
                  <a:srgbClr val="0070C0"/>
                </a:solidFill>
                <a:latin typeface="微软雅黑" panose="020B0503020204020204" pitchFamily="34" charset="-122"/>
                <a:ea typeface="微软雅黑" panose="020B0503020204020204" pitchFamily="34" charset="-122"/>
              </a:rPr>
              <a:t>resolvedFlags</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keyEntry</a:t>
            </a:r>
            <a:r>
              <a:rPr lang="en-US" altLang="zh-CN" sz="1400" b="0" dirty="0">
                <a:solidFill>
                  <a:srgbClr val="0070C0"/>
                </a:solidFill>
                <a:latin typeface="微软雅黑" panose="020B0503020204020204" pitchFamily="34" charset="-122"/>
                <a:ea typeface="微软雅黑" panose="020B0503020204020204" pitchFamily="34" charset="-122"/>
              </a:rPr>
              <a:t>-&gt;</a:t>
            </a:r>
            <a:r>
              <a:rPr lang="en-US" altLang="zh-CN" sz="1400" b="0" dirty="0" err="1">
                <a:solidFill>
                  <a:srgbClr val="0070C0"/>
                </a:solidFill>
                <a:latin typeface="微软雅黑" panose="020B0503020204020204" pitchFamily="34" charset="-122"/>
                <a:ea typeface="微软雅黑" panose="020B0503020204020204" pitchFamily="34" charset="-122"/>
              </a:rPr>
              <a:t>keyCode</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keyEntry</a:t>
            </a:r>
            <a:r>
              <a:rPr lang="en-US" altLang="zh-CN" sz="1400" b="0" dirty="0" smtClean="0">
                <a:solidFill>
                  <a:srgbClr val="0070C0"/>
                </a:solidFill>
                <a:latin typeface="微软雅黑" panose="020B0503020204020204" pitchFamily="34" charset="-122"/>
                <a:ea typeface="微软雅黑" panose="020B0503020204020204" pitchFamily="34" charset="-122"/>
              </a:rPr>
              <a:t>-</a:t>
            </a:r>
            <a:r>
              <a:rPr lang="en-US" altLang="zh-CN" sz="1400" b="0" dirty="0">
                <a:solidFill>
                  <a:srgbClr val="0070C0"/>
                </a:solidFill>
                <a:latin typeface="微软雅黑" panose="020B0503020204020204" pitchFamily="34" charset="-122"/>
                <a:ea typeface="微软雅黑" panose="020B0503020204020204" pitchFamily="34" charset="-122"/>
              </a:rPr>
              <a:t>&gt;</a:t>
            </a:r>
            <a:r>
              <a:rPr lang="en-US" altLang="zh-CN" sz="1400" b="0" dirty="0" err="1">
                <a:solidFill>
                  <a:srgbClr val="0070C0"/>
                </a:solidFill>
                <a:latin typeface="微软雅黑" panose="020B0503020204020204" pitchFamily="34" charset="-122"/>
                <a:ea typeface="微软雅黑" panose="020B0503020204020204" pitchFamily="34" charset="-122"/>
              </a:rPr>
              <a:t>scanCode</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keyEntry</a:t>
            </a:r>
            <a:r>
              <a:rPr lang="en-US" altLang="zh-CN" sz="1400" b="0" dirty="0">
                <a:solidFill>
                  <a:srgbClr val="0070C0"/>
                </a:solidFill>
                <a:latin typeface="微软雅黑" panose="020B0503020204020204" pitchFamily="34" charset="-122"/>
                <a:ea typeface="微软雅黑" panose="020B0503020204020204" pitchFamily="34" charset="-122"/>
              </a:rPr>
              <a:t>-&gt;</a:t>
            </a:r>
            <a:r>
              <a:rPr lang="en-US" altLang="zh-CN" sz="1400" b="0" dirty="0" err="1">
                <a:solidFill>
                  <a:srgbClr val="0070C0"/>
                </a:solidFill>
                <a:latin typeface="微软雅黑" panose="020B0503020204020204" pitchFamily="34" charset="-122"/>
                <a:ea typeface="微软雅黑" panose="020B0503020204020204" pitchFamily="34" charset="-122"/>
              </a:rPr>
              <a:t>metaState</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keyEntry</a:t>
            </a:r>
            <a:r>
              <a:rPr lang="en-US" altLang="zh-CN" sz="1400" b="0" dirty="0" smtClean="0">
                <a:solidFill>
                  <a:srgbClr val="0070C0"/>
                </a:solidFill>
                <a:latin typeface="微软雅黑" panose="020B0503020204020204" pitchFamily="34" charset="-122"/>
                <a:ea typeface="微软雅黑" panose="020B0503020204020204" pitchFamily="34" charset="-122"/>
              </a:rPr>
              <a:t>-</a:t>
            </a:r>
            <a:r>
              <a:rPr lang="en-US" altLang="zh-CN" sz="1400" b="0" dirty="0">
                <a:solidFill>
                  <a:srgbClr val="0070C0"/>
                </a:solidFill>
                <a:latin typeface="微软雅黑" panose="020B0503020204020204" pitchFamily="34" charset="-122"/>
                <a:ea typeface="微软雅黑" panose="020B0503020204020204" pitchFamily="34" charset="-122"/>
              </a:rPr>
              <a:t>&gt;</a:t>
            </a:r>
            <a:r>
              <a:rPr lang="en-US" altLang="zh-CN" sz="1400" b="0" dirty="0" err="1">
                <a:solidFill>
                  <a:srgbClr val="0070C0"/>
                </a:solidFill>
                <a:latin typeface="微软雅黑" panose="020B0503020204020204" pitchFamily="34" charset="-122"/>
                <a:ea typeface="微软雅黑" panose="020B0503020204020204" pitchFamily="34" charset="-122"/>
              </a:rPr>
              <a:t>repeatCount</a:t>
            </a:r>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keyEntry</a:t>
            </a:r>
            <a:r>
              <a:rPr lang="en-US" altLang="zh-CN" sz="1400" b="0" dirty="0" smtClean="0">
                <a:solidFill>
                  <a:srgbClr val="0070C0"/>
                </a:solidFill>
                <a:latin typeface="微软雅黑" panose="020B0503020204020204" pitchFamily="34" charset="-122"/>
                <a:ea typeface="微软雅黑" panose="020B0503020204020204" pitchFamily="34" charset="-122"/>
              </a:rPr>
              <a:t>-</a:t>
            </a:r>
            <a:r>
              <a:rPr lang="en-US" altLang="zh-CN" sz="1400" b="0" dirty="0">
                <a:solidFill>
                  <a:srgbClr val="0070C0"/>
                </a:solidFill>
                <a:latin typeface="微软雅黑" panose="020B0503020204020204" pitchFamily="34" charset="-122"/>
                <a:ea typeface="微软雅黑" panose="020B0503020204020204" pitchFamily="34" charset="-122"/>
              </a:rPr>
              <a:t>&gt;</a:t>
            </a:r>
            <a:r>
              <a:rPr lang="en-US" altLang="zh-CN" sz="1400" b="0" dirty="0" err="1">
                <a:solidFill>
                  <a:srgbClr val="0070C0"/>
                </a:solidFill>
                <a:latin typeface="微软雅黑" panose="020B0503020204020204" pitchFamily="34" charset="-122"/>
                <a:ea typeface="微软雅黑" panose="020B0503020204020204" pitchFamily="34" charset="-122"/>
              </a:rPr>
              <a:t>downTime</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keyEntry</a:t>
            </a:r>
            <a:r>
              <a:rPr lang="en-US" altLang="zh-CN" sz="1400" b="0" dirty="0" smtClean="0">
                <a:solidFill>
                  <a:srgbClr val="0070C0"/>
                </a:solidFill>
                <a:latin typeface="微软雅黑" panose="020B0503020204020204" pitchFamily="34" charset="-122"/>
                <a:ea typeface="微软雅黑" panose="020B0503020204020204" pitchFamily="34" charset="-122"/>
              </a:rPr>
              <a:t>-</a:t>
            </a:r>
            <a:r>
              <a:rPr lang="en-US" altLang="zh-CN" sz="1400" b="0" dirty="0">
                <a:solidFill>
                  <a:srgbClr val="0070C0"/>
                </a:solidFill>
                <a:latin typeface="微软雅黑" panose="020B0503020204020204" pitchFamily="34" charset="-122"/>
                <a:ea typeface="微软雅黑" panose="020B0503020204020204" pitchFamily="34" charset="-122"/>
              </a:rPr>
              <a:t>&gt;</a:t>
            </a:r>
            <a:r>
              <a:rPr lang="en-US" altLang="zh-CN" sz="1400" b="0" dirty="0" err="1">
                <a:solidFill>
                  <a:srgbClr val="0070C0"/>
                </a:solidFill>
                <a:latin typeface="微软雅黑" panose="020B0503020204020204" pitchFamily="34" charset="-122"/>
                <a:ea typeface="微软雅黑" panose="020B0503020204020204" pitchFamily="34" charset="-122"/>
              </a:rPr>
              <a:t>eventTime</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break;</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case </a:t>
            </a:r>
            <a:r>
              <a:rPr lang="en-US" altLang="zh-CN" sz="1400" b="0" dirty="0" err="1">
                <a:solidFill>
                  <a:srgbClr val="0070C0"/>
                </a:solidFill>
                <a:latin typeface="微软雅黑" panose="020B0503020204020204" pitchFamily="34" charset="-122"/>
                <a:ea typeface="微软雅黑" panose="020B0503020204020204" pitchFamily="34" charset="-122"/>
              </a:rPr>
              <a:t>EventEntry</a:t>
            </a:r>
            <a:r>
              <a:rPr lang="en-US" altLang="zh-CN" sz="1400" b="0" dirty="0">
                <a:solidFill>
                  <a:srgbClr val="0070C0"/>
                </a:solidFill>
                <a:latin typeface="微软雅黑" panose="020B0503020204020204" pitchFamily="34" charset="-122"/>
                <a:ea typeface="微软雅黑" panose="020B0503020204020204" pitchFamily="34" charset="-122"/>
              </a:rPr>
              <a:t>::Type::MOTION: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54828522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err="1" smtClean="0">
                <a:latin typeface="微软雅黑" panose="020B0503020204020204" pitchFamily="34" charset="-122"/>
                <a:ea typeface="微软雅黑" panose="020B0503020204020204" pitchFamily="34" charset="-122"/>
              </a:rPr>
              <a:t>InputDispatcher</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5755422"/>
          </a:xfrm>
          <a:prstGeom prst="rect">
            <a:avLst/>
          </a:prstGeom>
          <a:noFill/>
        </p:spPr>
        <p:txBody>
          <a:bodyPr wrap="square" rtlCol="0">
            <a:spAutoFit/>
          </a:bodyPr>
          <a:lstStyle/>
          <a:p>
            <a:pPr algn="l"/>
            <a:r>
              <a:rPr lang="en-US" altLang="zh-CN" sz="1600" b="0" dirty="0" err="1" smtClean="0">
                <a:latin typeface="微软雅黑" panose="020B0503020204020204" pitchFamily="34" charset="-122"/>
                <a:ea typeface="微软雅黑" panose="020B0503020204020204" pitchFamily="34" charset="-122"/>
              </a:rPr>
              <a:t>InputPublish</a:t>
            </a:r>
            <a:r>
              <a:rPr lang="zh-CN" altLang="en-US" sz="1600" b="0" dirty="0">
                <a:latin typeface="微软雅黑" panose="020B0503020204020204" pitchFamily="34" charset="-122"/>
                <a:ea typeface="微软雅黑" panose="020B0503020204020204" pitchFamily="34" charset="-122"/>
              </a:rPr>
              <a:t>的位置如下：</a:t>
            </a:r>
            <a:endParaRPr lang="en-US" altLang="zh-CN" sz="1600" b="0" dirty="0">
              <a:latin typeface="微软雅黑" panose="020B0503020204020204" pitchFamily="34" charset="-122"/>
              <a:ea typeface="微软雅黑" panose="020B0503020204020204" pitchFamily="34" charset="-122"/>
            </a:endParaRPr>
          </a:p>
          <a:p>
            <a:pPr algn="l"/>
            <a:r>
              <a:rPr lang="en-US" altLang="zh-CN" sz="1400" b="0" dirty="0" smtClean="0">
                <a:solidFill>
                  <a:srgbClr val="7030A0"/>
                </a:solidFill>
                <a:latin typeface="微软雅黑" panose="020B0503020204020204" pitchFamily="34" charset="-122"/>
                <a:ea typeface="微软雅黑" panose="020B0503020204020204" pitchFamily="34" charset="-122"/>
              </a:rPr>
              <a:t>frameworks/native/libs/input/InputTransport.cpp</a:t>
            </a:r>
          </a:p>
          <a:p>
            <a:pPr algn="l"/>
            <a:r>
              <a:rPr lang="zh-CN" altLang="en-US" sz="1600" b="0" dirty="0" smtClean="0">
                <a:latin typeface="微软雅黑" panose="020B0503020204020204" pitchFamily="34" charset="-122"/>
                <a:ea typeface="微软雅黑" panose="020B0503020204020204" pitchFamily="34" charset="-122"/>
              </a:rPr>
              <a:t>最后调用到</a:t>
            </a:r>
            <a:r>
              <a:rPr lang="en-US" altLang="zh-CN" sz="1600" b="0" dirty="0" err="1" smtClean="0">
                <a:latin typeface="微软雅黑" panose="020B0503020204020204" pitchFamily="34" charset="-122"/>
                <a:ea typeface="微软雅黑" panose="020B0503020204020204" pitchFamily="34" charset="-122"/>
              </a:rPr>
              <a:t>InputChannel</a:t>
            </a:r>
            <a:r>
              <a:rPr lang="zh-CN" altLang="en-US" sz="1600" b="0" dirty="0" smtClean="0">
                <a:latin typeface="微软雅黑" panose="020B0503020204020204" pitchFamily="34" charset="-122"/>
                <a:ea typeface="微软雅黑" panose="020B0503020204020204" pitchFamily="34" charset="-122"/>
              </a:rPr>
              <a:t>的</a:t>
            </a:r>
            <a:r>
              <a:rPr lang="en-US" altLang="zh-CN" sz="1600" b="0" dirty="0" err="1">
                <a:latin typeface="微软雅黑" panose="020B0503020204020204" pitchFamily="34" charset="-122"/>
                <a:ea typeface="微软雅黑" panose="020B0503020204020204" pitchFamily="34" charset="-122"/>
              </a:rPr>
              <a:t>sendMessage</a:t>
            </a:r>
            <a:r>
              <a:rPr lang="zh-CN" altLang="en-US" sz="1600" b="0" dirty="0">
                <a:latin typeface="微软雅黑" panose="020B0503020204020204" pitchFamily="34" charset="-122"/>
                <a:ea typeface="微软雅黑" panose="020B0503020204020204" pitchFamily="34" charset="-122"/>
              </a:rPr>
              <a:t>方法</a:t>
            </a:r>
            <a:r>
              <a:rPr lang="zh-CN" altLang="en-US" sz="1600" b="0" dirty="0" smtClean="0">
                <a:latin typeface="微软雅黑" panose="020B0503020204020204" pitchFamily="34" charset="-122"/>
                <a:ea typeface="微软雅黑" panose="020B0503020204020204" pitchFamily="34" charset="-122"/>
              </a:rPr>
              <a:t>，将</a:t>
            </a:r>
            <a:r>
              <a:rPr lang="zh-CN" altLang="en-US" sz="1600" b="0" dirty="0">
                <a:latin typeface="微软雅黑" panose="020B0503020204020204" pitchFamily="34" charset="-122"/>
                <a:ea typeface="微软雅黑" panose="020B0503020204020204" pitchFamily="34" charset="-122"/>
              </a:rPr>
              <a:t>输入事件发送到其他进程的</a:t>
            </a:r>
            <a:r>
              <a:rPr lang="zh-CN" altLang="en-US" sz="1600" b="0" dirty="0" smtClean="0">
                <a:latin typeface="微软雅黑" panose="020B0503020204020204" pitchFamily="34" charset="-122"/>
                <a:ea typeface="微软雅黑" panose="020B0503020204020204" pitchFamily="34" charset="-122"/>
              </a:rPr>
              <a:t>窗口。</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400" b="0" dirty="0" err="1" smtClean="0">
                <a:solidFill>
                  <a:srgbClr val="0070C0"/>
                </a:solidFill>
                <a:latin typeface="微软雅黑" panose="020B0503020204020204" pitchFamily="34" charset="-122"/>
                <a:ea typeface="微软雅黑" panose="020B0503020204020204" pitchFamily="34" charset="-122"/>
              </a:rPr>
              <a:t>status_t</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InputPublisher</a:t>
            </a:r>
            <a:r>
              <a:rPr lang="en-US" altLang="zh-CN" sz="1400" b="0" dirty="0" smtClean="0">
                <a:solidFill>
                  <a:srgbClr val="0070C0"/>
                </a:solidFill>
                <a:latin typeface="微软雅黑" panose="020B0503020204020204" pitchFamily="34" charset="-122"/>
                <a:ea typeface="微软雅黑" panose="020B0503020204020204" pitchFamily="34" charset="-122"/>
              </a:rPr>
              <a:t>::</a:t>
            </a:r>
            <a:r>
              <a:rPr lang="en-US" altLang="zh-CN" sz="1400" b="0" dirty="0" err="1" smtClean="0">
                <a:solidFill>
                  <a:srgbClr val="0070C0"/>
                </a:solidFill>
                <a:latin typeface="微软雅黑" panose="020B0503020204020204" pitchFamily="34" charset="-122"/>
                <a:ea typeface="微软雅黑" panose="020B0503020204020204" pitchFamily="34" charset="-122"/>
              </a:rPr>
              <a:t>publishKeyEvent</a:t>
            </a:r>
            <a:r>
              <a:rPr lang="en-US" altLang="zh-CN" sz="1400" b="0" dirty="0" smtClean="0">
                <a:solidFill>
                  <a:srgbClr val="0070C0"/>
                </a:solidFill>
                <a:latin typeface="微软雅黑" panose="020B0503020204020204" pitchFamily="34" charset="-122"/>
                <a:ea typeface="微软雅黑" panose="020B0503020204020204" pitchFamily="34" charset="-122"/>
              </a:rPr>
              <a:t>(uint32_t </a:t>
            </a:r>
            <a:r>
              <a:rPr lang="en-US" altLang="zh-CN" sz="1400" b="0" dirty="0" err="1" smtClean="0">
                <a:solidFill>
                  <a:srgbClr val="0070C0"/>
                </a:solidFill>
                <a:latin typeface="微软雅黑" panose="020B0503020204020204" pitchFamily="34" charset="-122"/>
                <a:ea typeface="微软雅黑" panose="020B0503020204020204" pitchFamily="34" charset="-122"/>
              </a:rPr>
              <a:t>seq</a:t>
            </a:r>
            <a:r>
              <a:rPr lang="en-US" altLang="zh-CN" sz="1400" b="0" dirty="0" smtClean="0">
                <a:solidFill>
                  <a:srgbClr val="0070C0"/>
                </a:solidFill>
                <a:latin typeface="微软雅黑" panose="020B0503020204020204" pitchFamily="34" charset="-122"/>
                <a:ea typeface="微软雅黑" panose="020B0503020204020204" pitchFamily="34" charset="-122"/>
              </a:rPr>
              <a:t>, int32_t </a:t>
            </a:r>
            <a:r>
              <a:rPr lang="en-US" altLang="zh-CN" sz="1400" b="0" dirty="0" err="1" smtClean="0">
                <a:solidFill>
                  <a:srgbClr val="0070C0"/>
                </a:solidFill>
                <a:latin typeface="微软雅黑" panose="020B0503020204020204" pitchFamily="34" charset="-122"/>
                <a:ea typeface="微软雅黑" panose="020B0503020204020204" pitchFamily="34" charset="-122"/>
              </a:rPr>
              <a:t>eventId</a:t>
            </a:r>
            <a:r>
              <a:rPr lang="en-US" altLang="zh-CN" sz="1400" b="0" dirty="0" smtClean="0">
                <a:solidFill>
                  <a:srgbClr val="0070C0"/>
                </a:solidFill>
                <a:latin typeface="微软雅黑" panose="020B0503020204020204" pitchFamily="34" charset="-122"/>
                <a:ea typeface="微软雅黑" panose="020B0503020204020204" pitchFamily="34" charset="-122"/>
              </a:rPr>
              <a:t>, int32_t </a:t>
            </a:r>
            <a:r>
              <a:rPr lang="en-US" altLang="zh-CN" sz="1400" b="0" dirty="0" err="1" smtClean="0">
                <a:solidFill>
                  <a:srgbClr val="0070C0"/>
                </a:solidFill>
                <a:latin typeface="微软雅黑" panose="020B0503020204020204" pitchFamily="34" charset="-122"/>
                <a:ea typeface="微软雅黑" panose="020B0503020204020204" pitchFamily="34" charset="-122"/>
              </a:rPr>
              <a:t>deviceId</a:t>
            </a:r>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0070C0"/>
                </a:solidFill>
                <a:latin typeface="微软雅黑" panose="020B0503020204020204" pitchFamily="34" charset="-122"/>
                <a:ea typeface="微软雅黑" panose="020B0503020204020204" pitchFamily="34" charset="-122"/>
              </a:rPr>
              <a:t>int32_t source, int32_t </a:t>
            </a:r>
            <a:r>
              <a:rPr lang="en-US" altLang="zh-CN" sz="1400" b="0" dirty="0" err="1">
                <a:solidFill>
                  <a:srgbClr val="0070C0"/>
                </a:solidFill>
                <a:latin typeface="微软雅黑" panose="020B0503020204020204" pitchFamily="34" charset="-122"/>
                <a:ea typeface="微软雅黑" panose="020B0503020204020204" pitchFamily="34" charset="-122"/>
              </a:rPr>
              <a:t>displayId</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std</a:t>
            </a:r>
            <a:r>
              <a:rPr lang="en-US" altLang="zh-CN" sz="1400" b="0" dirty="0">
                <a:solidFill>
                  <a:srgbClr val="0070C0"/>
                </a:solidFill>
                <a:latin typeface="微软雅黑" panose="020B0503020204020204" pitchFamily="34" charset="-122"/>
                <a:ea typeface="微软雅黑" panose="020B0503020204020204" pitchFamily="34" charset="-122"/>
              </a:rPr>
              <a:t>::array&lt;uint8_t, 32&gt; </a:t>
            </a:r>
            <a:r>
              <a:rPr lang="en-US" altLang="zh-CN" sz="1400" b="0" dirty="0" err="1">
                <a:solidFill>
                  <a:srgbClr val="0070C0"/>
                </a:solidFill>
                <a:latin typeface="微软雅黑" panose="020B0503020204020204" pitchFamily="34" charset="-122"/>
                <a:ea typeface="微软雅黑" panose="020B0503020204020204" pitchFamily="34" charset="-122"/>
              </a:rPr>
              <a:t>hmac</a:t>
            </a:r>
            <a:r>
              <a:rPr lang="en-US" altLang="zh-CN" sz="1400" b="0" dirty="0">
                <a:solidFill>
                  <a:srgbClr val="0070C0"/>
                </a:solidFill>
                <a:latin typeface="微软雅黑" panose="020B0503020204020204" pitchFamily="34" charset="-122"/>
                <a:ea typeface="微软雅黑" panose="020B0503020204020204" pitchFamily="34" charset="-122"/>
              </a:rPr>
              <a:t>, int32_t action,</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0070C0"/>
                </a:solidFill>
                <a:latin typeface="微软雅黑" panose="020B0503020204020204" pitchFamily="34" charset="-122"/>
                <a:ea typeface="微软雅黑" panose="020B0503020204020204" pitchFamily="34" charset="-122"/>
              </a:rPr>
              <a:t>int32_t flags, int32_t </a:t>
            </a:r>
            <a:r>
              <a:rPr lang="en-US" altLang="zh-CN" sz="1400" b="0" dirty="0" err="1">
                <a:solidFill>
                  <a:srgbClr val="0070C0"/>
                </a:solidFill>
                <a:latin typeface="微软雅黑" panose="020B0503020204020204" pitchFamily="34" charset="-122"/>
                <a:ea typeface="微软雅黑" panose="020B0503020204020204" pitchFamily="34" charset="-122"/>
              </a:rPr>
              <a:t>keyCode</a:t>
            </a:r>
            <a:r>
              <a:rPr lang="en-US" altLang="zh-CN" sz="1400" b="0" dirty="0">
                <a:solidFill>
                  <a:srgbClr val="0070C0"/>
                </a:solidFill>
                <a:latin typeface="微软雅黑" panose="020B0503020204020204" pitchFamily="34" charset="-122"/>
                <a:ea typeface="微软雅黑" panose="020B0503020204020204" pitchFamily="34" charset="-122"/>
              </a:rPr>
              <a:t>, int32_t </a:t>
            </a:r>
            <a:r>
              <a:rPr lang="en-US" altLang="zh-CN" sz="1400" b="0" dirty="0" err="1">
                <a:solidFill>
                  <a:srgbClr val="0070C0"/>
                </a:solidFill>
                <a:latin typeface="微软雅黑" panose="020B0503020204020204" pitchFamily="34" charset="-122"/>
                <a:ea typeface="微软雅黑" panose="020B0503020204020204" pitchFamily="34" charset="-122"/>
              </a:rPr>
              <a:t>scanCode</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0070C0"/>
                </a:solidFill>
                <a:latin typeface="微软雅黑" panose="020B0503020204020204" pitchFamily="34" charset="-122"/>
                <a:ea typeface="微软雅黑" panose="020B0503020204020204" pitchFamily="34" charset="-122"/>
              </a:rPr>
              <a:t>int32_t </a:t>
            </a:r>
            <a:r>
              <a:rPr lang="en-US" altLang="zh-CN" sz="1400" b="0" dirty="0" err="1">
                <a:solidFill>
                  <a:srgbClr val="0070C0"/>
                </a:solidFill>
                <a:latin typeface="微软雅黑" panose="020B0503020204020204" pitchFamily="34" charset="-122"/>
                <a:ea typeface="微软雅黑" panose="020B0503020204020204" pitchFamily="34" charset="-122"/>
              </a:rPr>
              <a:t>metaState</a:t>
            </a:r>
            <a:r>
              <a:rPr lang="en-US" altLang="zh-CN" sz="1400" b="0" dirty="0">
                <a:solidFill>
                  <a:srgbClr val="0070C0"/>
                </a:solidFill>
                <a:latin typeface="微软雅黑" panose="020B0503020204020204" pitchFamily="34" charset="-122"/>
                <a:ea typeface="微软雅黑" panose="020B0503020204020204" pitchFamily="34" charset="-122"/>
              </a:rPr>
              <a:t>, int32_t </a:t>
            </a:r>
            <a:r>
              <a:rPr lang="en-US" altLang="zh-CN" sz="1400" b="0" dirty="0" err="1">
                <a:solidFill>
                  <a:srgbClr val="0070C0"/>
                </a:solidFill>
                <a:latin typeface="微软雅黑" panose="020B0503020204020204" pitchFamily="34" charset="-122"/>
                <a:ea typeface="微软雅黑" panose="020B0503020204020204" pitchFamily="34" charset="-122"/>
              </a:rPr>
              <a:t>repeatCount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nsecs_t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downTime</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nsecs_t</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eventTime</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InputMessage</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msg</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msg.header.type</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InputMessage</a:t>
            </a:r>
            <a:r>
              <a:rPr lang="en-US" altLang="zh-CN" sz="1400" b="0" dirty="0">
                <a:solidFill>
                  <a:srgbClr val="0070C0"/>
                </a:solidFill>
                <a:latin typeface="微软雅黑" panose="020B0503020204020204" pitchFamily="34" charset="-122"/>
                <a:ea typeface="微软雅黑" panose="020B0503020204020204" pitchFamily="34" charset="-122"/>
              </a:rPr>
              <a:t>::Type::KEY;</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msg.body.key.seq</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seq</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msg.body.key.eventId</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eventId</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msg.body.key.deviceId</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deviceId</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msg.body.key.source</a:t>
            </a:r>
            <a:r>
              <a:rPr lang="en-US" altLang="zh-CN" sz="1400" b="0" dirty="0">
                <a:solidFill>
                  <a:srgbClr val="0070C0"/>
                </a:solidFill>
                <a:latin typeface="微软雅黑" panose="020B0503020204020204" pitchFamily="34" charset="-122"/>
                <a:ea typeface="微软雅黑" panose="020B0503020204020204" pitchFamily="34" charset="-122"/>
              </a:rPr>
              <a:t> = source;</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msg.body.key.displayId</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displayId</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msg.body.key.hmac</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std</a:t>
            </a:r>
            <a:r>
              <a:rPr lang="en-US" altLang="zh-CN" sz="1400" b="0" dirty="0">
                <a:solidFill>
                  <a:srgbClr val="0070C0"/>
                </a:solidFill>
                <a:latin typeface="微软雅黑" panose="020B0503020204020204" pitchFamily="34" charset="-122"/>
                <a:ea typeface="微软雅黑" panose="020B0503020204020204" pitchFamily="34" charset="-122"/>
              </a:rPr>
              <a:t>::move(</a:t>
            </a:r>
            <a:r>
              <a:rPr lang="en-US" altLang="zh-CN" sz="1400" b="0" dirty="0" err="1">
                <a:solidFill>
                  <a:srgbClr val="0070C0"/>
                </a:solidFill>
                <a:latin typeface="微软雅黑" panose="020B0503020204020204" pitchFamily="34" charset="-122"/>
                <a:ea typeface="微软雅黑" panose="020B0503020204020204" pitchFamily="34" charset="-122"/>
              </a:rPr>
              <a:t>hmac</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msg.body.key.action</a:t>
            </a:r>
            <a:r>
              <a:rPr lang="en-US" altLang="zh-CN" sz="1400" b="0" dirty="0">
                <a:solidFill>
                  <a:srgbClr val="0070C0"/>
                </a:solidFill>
                <a:latin typeface="微软雅黑" panose="020B0503020204020204" pitchFamily="34" charset="-122"/>
                <a:ea typeface="微软雅黑" panose="020B0503020204020204" pitchFamily="34" charset="-122"/>
              </a:rPr>
              <a:t> = action;</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msg.body.key.flags</a:t>
            </a:r>
            <a:r>
              <a:rPr lang="en-US" altLang="zh-CN" sz="1400" b="0" dirty="0">
                <a:solidFill>
                  <a:srgbClr val="0070C0"/>
                </a:solidFill>
                <a:latin typeface="微软雅黑" panose="020B0503020204020204" pitchFamily="34" charset="-122"/>
                <a:ea typeface="微软雅黑" panose="020B0503020204020204" pitchFamily="34" charset="-122"/>
              </a:rPr>
              <a:t> = flags;</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msg.body.key.keyCode</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keyCode</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msg.body.key.scanCode</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scanCode</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msg.body.key.metaState</a:t>
            </a:r>
            <a:r>
              <a:rPr lang="en-US" altLang="zh-CN" sz="1400" b="0" dirty="0" smtClean="0">
                <a:solidFill>
                  <a:srgbClr val="0070C0"/>
                </a:solidFill>
                <a:latin typeface="微软雅黑" panose="020B0503020204020204" pitchFamily="34" charset="-122"/>
                <a:ea typeface="微软雅黑" panose="020B0503020204020204" pitchFamily="34" charset="-122"/>
              </a:rPr>
              <a:t> = </a:t>
            </a:r>
            <a:r>
              <a:rPr lang="en-US" altLang="zh-CN" sz="1400" b="0" dirty="0" err="1" smtClean="0">
                <a:solidFill>
                  <a:srgbClr val="0070C0"/>
                </a:solidFill>
                <a:latin typeface="微软雅黑" panose="020B0503020204020204" pitchFamily="34" charset="-122"/>
                <a:ea typeface="微软雅黑" panose="020B0503020204020204" pitchFamily="34" charset="-122"/>
              </a:rPr>
              <a:t>metaState</a:t>
            </a:r>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msg.body.key.repeatCount</a:t>
            </a:r>
            <a:r>
              <a:rPr lang="en-US" altLang="zh-CN" sz="1400" b="0" dirty="0" smtClean="0">
                <a:solidFill>
                  <a:srgbClr val="0070C0"/>
                </a:solidFill>
                <a:latin typeface="微软雅黑" panose="020B0503020204020204" pitchFamily="34" charset="-122"/>
                <a:ea typeface="微软雅黑" panose="020B0503020204020204" pitchFamily="34" charset="-122"/>
              </a:rPr>
              <a:t> = </a:t>
            </a:r>
            <a:r>
              <a:rPr lang="en-US" altLang="zh-CN" sz="1400" b="0" dirty="0" err="1" smtClean="0">
                <a:solidFill>
                  <a:srgbClr val="0070C0"/>
                </a:solidFill>
                <a:latin typeface="微软雅黑" panose="020B0503020204020204" pitchFamily="34" charset="-122"/>
                <a:ea typeface="微软雅黑" panose="020B0503020204020204" pitchFamily="34" charset="-122"/>
              </a:rPr>
              <a:t>repeatCount</a:t>
            </a:r>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msg.body.key.downTime</a:t>
            </a:r>
            <a:r>
              <a:rPr lang="en-US" altLang="zh-CN" sz="1400" b="0" dirty="0" smtClean="0">
                <a:solidFill>
                  <a:srgbClr val="0070C0"/>
                </a:solidFill>
                <a:latin typeface="微软雅黑" panose="020B0503020204020204" pitchFamily="34" charset="-122"/>
                <a:ea typeface="微软雅黑" panose="020B0503020204020204" pitchFamily="34" charset="-122"/>
              </a:rPr>
              <a:t> = </a:t>
            </a:r>
            <a:r>
              <a:rPr lang="en-US" altLang="zh-CN" sz="1400" b="0" dirty="0" err="1" smtClean="0">
                <a:solidFill>
                  <a:srgbClr val="0070C0"/>
                </a:solidFill>
                <a:latin typeface="微软雅黑" panose="020B0503020204020204" pitchFamily="34" charset="-122"/>
                <a:ea typeface="微软雅黑" panose="020B0503020204020204" pitchFamily="34" charset="-122"/>
              </a:rPr>
              <a:t>downTime</a:t>
            </a:r>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msg.body.key.eventTime</a:t>
            </a:r>
            <a:r>
              <a:rPr lang="en-US" altLang="zh-CN" sz="1400" b="0" dirty="0" smtClean="0">
                <a:solidFill>
                  <a:srgbClr val="0070C0"/>
                </a:solidFill>
                <a:latin typeface="微软雅黑" panose="020B0503020204020204" pitchFamily="34" charset="-122"/>
                <a:ea typeface="微软雅黑" panose="020B0503020204020204" pitchFamily="34" charset="-122"/>
              </a:rPr>
              <a:t> = </a:t>
            </a:r>
            <a:r>
              <a:rPr lang="en-US" altLang="zh-CN" sz="1400" b="0" dirty="0" err="1" smtClean="0">
                <a:solidFill>
                  <a:srgbClr val="0070C0"/>
                </a:solidFill>
                <a:latin typeface="微软雅黑" panose="020B0503020204020204" pitchFamily="34" charset="-122"/>
                <a:ea typeface="微软雅黑" panose="020B0503020204020204" pitchFamily="34" charset="-122"/>
              </a:rPr>
              <a:t>eventTime</a:t>
            </a:r>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0070C0"/>
                </a:solidFill>
                <a:latin typeface="微软雅黑" panose="020B0503020204020204" pitchFamily="34" charset="-122"/>
                <a:ea typeface="微软雅黑" panose="020B0503020204020204" pitchFamily="34" charset="-122"/>
              </a:rPr>
              <a:t>return </a:t>
            </a:r>
            <a:r>
              <a:rPr lang="en-US" altLang="zh-CN" sz="1400" b="0" dirty="0" err="1">
                <a:solidFill>
                  <a:srgbClr val="0070C0"/>
                </a:solidFill>
                <a:latin typeface="微软雅黑" panose="020B0503020204020204" pitchFamily="34" charset="-122"/>
                <a:ea typeface="微软雅黑" panose="020B0503020204020204" pitchFamily="34" charset="-122"/>
              </a:rPr>
              <a:t>mChannel</a:t>
            </a:r>
            <a:r>
              <a:rPr lang="en-US" altLang="zh-CN" sz="1400" b="0" dirty="0">
                <a:solidFill>
                  <a:srgbClr val="0070C0"/>
                </a:solidFill>
                <a:latin typeface="微软雅黑" panose="020B0503020204020204" pitchFamily="34" charset="-122"/>
                <a:ea typeface="微软雅黑" panose="020B0503020204020204" pitchFamily="34" charset="-122"/>
              </a:rPr>
              <a:t>-&gt;</a:t>
            </a:r>
            <a:r>
              <a:rPr lang="en-US" altLang="zh-CN" sz="1400" b="0" dirty="0" err="1">
                <a:solidFill>
                  <a:srgbClr val="FF0000"/>
                </a:solidFill>
                <a:latin typeface="微软雅黑" panose="020B0503020204020204" pitchFamily="34" charset="-122"/>
                <a:ea typeface="微软雅黑" panose="020B0503020204020204" pitchFamily="34" charset="-122"/>
              </a:rPr>
              <a:t>sendMessage</a:t>
            </a:r>
            <a:r>
              <a:rPr lang="en-US" altLang="zh-CN" sz="1400" b="0" dirty="0">
                <a:solidFill>
                  <a:srgbClr val="0070C0"/>
                </a:solidFill>
                <a:latin typeface="微软雅黑" panose="020B0503020204020204" pitchFamily="34" charset="-122"/>
                <a:ea typeface="微软雅黑" panose="020B0503020204020204" pitchFamily="34" charset="-122"/>
              </a:rPr>
              <a:t>(&amp;</a:t>
            </a:r>
            <a:r>
              <a:rPr lang="en-US" altLang="zh-CN" sz="1400" b="0" dirty="0" err="1">
                <a:solidFill>
                  <a:srgbClr val="0070C0"/>
                </a:solidFill>
                <a:latin typeface="微软雅黑" panose="020B0503020204020204" pitchFamily="34" charset="-122"/>
                <a:ea typeface="微软雅黑" panose="020B0503020204020204" pitchFamily="34" charset="-122"/>
              </a:rPr>
              <a:t>msg</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54315661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err="1" smtClean="0">
                <a:latin typeface="微软雅黑" panose="020B0503020204020204" pitchFamily="34" charset="-122"/>
                <a:ea typeface="微软雅黑" panose="020B0503020204020204" pitchFamily="34" charset="-122"/>
              </a:rPr>
              <a:t>InputChannel</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1477328"/>
          </a:xfrm>
          <a:prstGeom prst="rect">
            <a:avLst/>
          </a:prstGeom>
          <a:noFill/>
        </p:spPr>
        <p:txBody>
          <a:bodyPr wrap="square" rtlCol="0">
            <a:spAutoFit/>
          </a:bodyPr>
          <a:lstStyle/>
          <a:p>
            <a:pPr algn="l"/>
            <a:r>
              <a:rPr lang="en-US" altLang="zh-CN" sz="1800" b="0" dirty="0" err="1" smtClean="0">
                <a:latin typeface="微软雅黑" panose="020B0503020204020204" pitchFamily="34" charset="-122"/>
                <a:ea typeface="微软雅黑" panose="020B0503020204020204" pitchFamily="34" charset="-122"/>
              </a:rPr>
              <a:t>InputChannel</a:t>
            </a:r>
            <a:r>
              <a:rPr lang="zh-CN" altLang="en-US" sz="1800" b="0" dirty="0" smtClean="0">
                <a:latin typeface="微软雅黑" panose="020B0503020204020204" pitchFamily="34" charset="-122"/>
                <a:ea typeface="微软雅黑" panose="020B0503020204020204" pitchFamily="34" charset="-122"/>
              </a:rPr>
              <a:t>是</a:t>
            </a:r>
            <a:r>
              <a:rPr lang="zh-CN" altLang="en-US" sz="1800" b="0" dirty="0">
                <a:latin typeface="微软雅黑" panose="020B0503020204020204" pitchFamily="34" charset="-122"/>
                <a:ea typeface="微软雅黑" panose="020B0503020204020204" pitchFamily="34" charset="-122"/>
              </a:rPr>
              <a:t>用来将输入事件发送到其他进程的窗口的一个通道，并且它实现了</a:t>
            </a:r>
            <a:r>
              <a:rPr lang="en-US" altLang="zh-CN" sz="1800" b="0" dirty="0" err="1">
                <a:latin typeface="微软雅黑" panose="020B0503020204020204" pitchFamily="34" charset="-122"/>
                <a:ea typeface="微软雅黑" panose="020B0503020204020204" pitchFamily="34" charset="-122"/>
              </a:rPr>
              <a:t>Parcelable</a:t>
            </a:r>
            <a:r>
              <a:rPr lang="zh-CN" altLang="en-US" sz="1800" b="0" dirty="0">
                <a:latin typeface="微软雅黑" panose="020B0503020204020204" pitchFamily="34" charset="-122"/>
                <a:ea typeface="微软雅黑" panose="020B0503020204020204" pitchFamily="34" charset="-122"/>
              </a:rPr>
              <a:t>，可以将其发送到需要接收输入事件的</a:t>
            </a:r>
            <a:r>
              <a:rPr lang="zh-CN" altLang="en-US" sz="1800" b="0" dirty="0" smtClean="0">
                <a:latin typeface="微软雅黑" panose="020B0503020204020204" pitchFamily="34" charset="-122"/>
                <a:ea typeface="微软雅黑" panose="020B0503020204020204" pitchFamily="34" charset="-122"/>
              </a:rPr>
              <a:t>进程。</a:t>
            </a:r>
            <a:endParaRPr lang="en-US" altLang="zh-CN" sz="1800" b="0" dirty="0">
              <a:latin typeface="微软雅黑" panose="020B0503020204020204" pitchFamily="34" charset="-122"/>
              <a:ea typeface="微软雅黑" panose="020B0503020204020204" pitchFamily="34" charset="-122"/>
            </a:endParaRPr>
          </a:p>
          <a:p>
            <a:pPr algn="l"/>
            <a:r>
              <a:rPr lang="zh-CN" altLang="en-US" sz="1800" b="0" dirty="0">
                <a:latin typeface="微软雅黑" panose="020B0503020204020204" pitchFamily="34" charset="-122"/>
                <a:ea typeface="微软雅黑" panose="020B0503020204020204" pitchFamily="34" charset="-122"/>
              </a:rPr>
              <a:t>每一</a:t>
            </a:r>
            <a:r>
              <a:rPr lang="zh-CN" altLang="en-US" sz="1800" b="0" dirty="0" smtClean="0">
                <a:latin typeface="微软雅黑" panose="020B0503020204020204" pitchFamily="34" charset="-122"/>
                <a:ea typeface="微软雅黑" panose="020B0503020204020204" pitchFamily="34" charset="-122"/>
              </a:rPr>
              <a:t>个可接受输入事件的窗口都会和</a:t>
            </a:r>
            <a:r>
              <a:rPr lang="en-US" altLang="zh-CN" sz="1800" b="0" dirty="0" err="1" smtClean="0">
                <a:latin typeface="微软雅黑" panose="020B0503020204020204" pitchFamily="34" charset="-122"/>
                <a:ea typeface="微软雅黑" panose="020B0503020204020204" pitchFamily="34" charset="-122"/>
              </a:rPr>
              <a:t>InputDispatcher</a:t>
            </a:r>
            <a:r>
              <a:rPr lang="zh-CN" altLang="en-US" sz="1800" b="0" dirty="0" smtClean="0">
                <a:latin typeface="微软雅黑" panose="020B0503020204020204" pitchFamily="34" charset="-122"/>
                <a:ea typeface="微软雅黑" panose="020B0503020204020204" pitchFamily="34" charset="-122"/>
              </a:rPr>
              <a:t>有一对</a:t>
            </a:r>
            <a:r>
              <a:rPr lang="en-US" altLang="zh-CN" sz="1800" b="0" dirty="0" err="1" smtClean="0">
                <a:latin typeface="微软雅黑" panose="020B0503020204020204" pitchFamily="34" charset="-122"/>
                <a:ea typeface="微软雅黑" panose="020B0503020204020204" pitchFamily="34" charset="-122"/>
              </a:rPr>
              <a:t>InputChannel</a:t>
            </a:r>
            <a:r>
              <a:rPr lang="zh-CN" altLang="en-US" sz="1800" b="0" dirty="0" smtClean="0">
                <a:latin typeface="微软雅黑" panose="020B0503020204020204" pitchFamily="34" charset="-122"/>
                <a:ea typeface="微软雅黑" panose="020B0503020204020204" pitchFamily="34" charset="-122"/>
              </a:rPr>
              <a:t>，一个</a:t>
            </a:r>
            <a:r>
              <a:rPr lang="en-US" altLang="zh-CN" sz="1800" b="0" dirty="0" smtClean="0">
                <a:latin typeface="微软雅黑" panose="020B0503020204020204" pitchFamily="34" charset="-122"/>
                <a:ea typeface="微软雅黑" panose="020B0503020204020204" pitchFamily="34" charset="-122"/>
              </a:rPr>
              <a:t>Client</a:t>
            </a:r>
            <a:r>
              <a:rPr lang="zh-CN" altLang="en-US" sz="1800" b="0" dirty="0" smtClean="0">
                <a:latin typeface="微软雅黑" panose="020B0503020204020204" pitchFamily="34" charset="-122"/>
                <a:ea typeface="微软雅黑" panose="020B0503020204020204" pitchFamily="34" charset="-122"/>
              </a:rPr>
              <a:t>，一个</a:t>
            </a:r>
            <a:r>
              <a:rPr lang="en-US" altLang="zh-CN" sz="1800" b="0" dirty="0" smtClean="0">
                <a:latin typeface="微软雅黑" panose="020B0503020204020204" pitchFamily="34" charset="-122"/>
                <a:ea typeface="微软雅黑" panose="020B0503020204020204" pitchFamily="34" charset="-122"/>
              </a:rPr>
              <a:t>Server</a:t>
            </a:r>
            <a:r>
              <a:rPr lang="zh-CN" altLang="en-US" sz="1800" b="0" dirty="0" smtClean="0">
                <a:latin typeface="微软雅黑" panose="020B0503020204020204" pitchFamily="34" charset="-122"/>
                <a:ea typeface="微软雅黑" panose="020B0503020204020204" pitchFamily="34" charset="-122"/>
              </a:rPr>
              <a:t>，共同完成进程间的</a:t>
            </a:r>
            <a:r>
              <a:rPr lang="en-US" altLang="zh-CN" sz="1800" b="0" dirty="0" smtClean="0">
                <a:latin typeface="微软雅黑" panose="020B0503020204020204" pitchFamily="34" charset="-122"/>
                <a:ea typeface="微软雅黑" panose="020B0503020204020204" pitchFamily="34" charset="-122"/>
              </a:rPr>
              <a:t>input</a:t>
            </a:r>
            <a:r>
              <a:rPr lang="zh-CN" altLang="en-US" sz="1800" b="0" dirty="0" smtClean="0">
                <a:latin typeface="微软雅黑" panose="020B0503020204020204" pitchFamily="34" charset="-122"/>
                <a:ea typeface="微软雅黑" panose="020B0503020204020204" pitchFamily="34" charset="-122"/>
              </a:rPr>
              <a:t>事件通讯。</a:t>
            </a:r>
            <a:endParaRPr lang="en-US" altLang="zh-CN" sz="1800" b="0" dirty="0" smtClean="0">
              <a:latin typeface="微软雅黑" panose="020B0503020204020204" pitchFamily="34" charset="-122"/>
              <a:ea typeface="微软雅黑" panose="020B0503020204020204" pitchFamily="34" charset="-122"/>
            </a:endParaRPr>
          </a:p>
          <a:p>
            <a:pPr algn="l"/>
            <a:r>
              <a:rPr lang="en-US" altLang="zh-CN" sz="1800" b="0" dirty="0" err="1" smtClean="0">
                <a:latin typeface="微软雅黑" panose="020B0503020204020204" pitchFamily="34" charset="-122"/>
                <a:ea typeface="微软雅黑" panose="020B0503020204020204" pitchFamily="34" charset="-122"/>
              </a:rPr>
              <a:t>InputChannel</a:t>
            </a:r>
            <a:r>
              <a:rPr lang="zh-CN" altLang="en-US" sz="1800" b="0" dirty="0" smtClean="0">
                <a:latin typeface="微软雅黑" panose="020B0503020204020204" pitchFamily="34" charset="-122"/>
                <a:ea typeface="微软雅黑" panose="020B0503020204020204" pitchFamily="34" charset="-122"/>
              </a:rPr>
              <a:t>的创建时序大致流程如下：</a:t>
            </a:r>
            <a:endParaRPr lang="en-US" altLang="zh-CN" sz="1800" b="0" dirty="0" smtClean="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0" y="2780928"/>
            <a:ext cx="9144000" cy="2776814"/>
          </a:xfrm>
          <a:prstGeom prst="rect">
            <a:avLst/>
          </a:prstGeom>
        </p:spPr>
      </p:pic>
    </p:spTree>
    <p:extLst>
      <p:ext uri="{BB962C8B-B14F-4D97-AF65-F5344CB8AC3E}">
        <p14:creationId xmlns:p14="http://schemas.microsoft.com/office/powerpoint/2010/main" val="201441232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err="1">
                <a:latin typeface="微软雅黑" panose="020B0503020204020204" pitchFamily="34" charset="-122"/>
                <a:ea typeface="微软雅黑" panose="020B0503020204020204" pitchFamily="34" charset="-122"/>
              </a:rPr>
              <a:t>InputChannel</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4278094"/>
          </a:xfrm>
          <a:prstGeom prst="rect">
            <a:avLst/>
          </a:prstGeom>
          <a:noFill/>
        </p:spPr>
        <p:txBody>
          <a:bodyPr wrap="square" rtlCol="0">
            <a:spAutoFit/>
          </a:bodyPr>
          <a:lstStyle/>
          <a:p>
            <a:pPr algn="l"/>
            <a:r>
              <a:rPr lang="zh-CN" altLang="en-US" sz="1600" b="0" dirty="0" smtClean="0">
                <a:latin typeface="微软雅黑" panose="020B0503020204020204" pitchFamily="34" charset="-122"/>
                <a:ea typeface="微软雅黑" panose="020B0503020204020204" pitchFamily="34" charset="-122"/>
              </a:rPr>
              <a:t>不管是</a:t>
            </a:r>
            <a:r>
              <a:rPr lang="en-US" altLang="zh-CN" sz="1600" b="0" dirty="0" smtClean="0">
                <a:latin typeface="微软雅黑" panose="020B0503020204020204" pitchFamily="34" charset="-122"/>
                <a:ea typeface="微软雅黑" panose="020B0503020204020204" pitchFamily="34" charset="-122"/>
              </a:rPr>
              <a:t>Activity</a:t>
            </a:r>
            <a:r>
              <a:rPr lang="zh-CN" altLang="en-US" sz="1600" b="0" dirty="0" smtClean="0">
                <a:latin typeface="微软雅黑" panose="020B0503020204020204" pitchFamily="34" charset="-122"/>
                <a:ea typeface="微软雅黑" panose="020B0503020204020204" pitchFamily="34" charset="-122"/>
              </a:rPr>
              <a:t>的创建还是添加窗口，最终都会通过</a:t>
            </a:r>
            <a:r>
              <a:rPr lang="en-US" altLang="zh-CN" sz="1600" b="0" dirty="0" err="1" smtClean="0">
                <a:latin typeface="微软雅黑" panose="020B0503020204020204" pitchFamily="34" charset="-122"/>
                <a:ea typeface="微软雅黑" panose="020B0503020204020204" pitchFamily="34" charset="-122"/>
              </a:rPr>
              <a:t>WindowManagerGlobal</a:t>
            </a:r>
            <a:r>
              <a:rPr lang="zh-CN" altLang="en-US" sz="1600" b="0" dirty="0" smtClean="0">
                <a:latin typeface="微软雅黑" panose="020B0503020204020204" pitchFamily="34" charset="-122"/>
                <a:ea typeface="微软雅黑" panose="020B0503020204020204" pitchFamily="34" charset="-122"/>
              </a:rPr>
              <a:t>的</a:t>
            </a:r>
            <a:r>
              <a:rPr lang="en-US" altLang="zh-CN" sz="1600" b="0" dirty="0" err="1" smtClean="0">
                <a:latin typeface="微软雅黑" panose="020B0503020204020204" pitchFamily="34" charset="-122"/>
                <a:ea typeface="微软雅黑" panose="020B0503020204020204" pitchFamily="34" charset="-122"/>
              </a:rPr>
              <a:t>addView</a:t>
            </a:r>
            <a:r>
              <a:rPr lang="zh-CN" altLang="en-US" sz="1600" b="0" dirty="0" smtClean="0">
                <a:latin typeface="微软雅黑" panose="020B0503020204020204" pitchFamily="34" charset="-122"/>
                <a:ea typeface="微软雅黑" panose="020B0503020204020204" pitchFamily="34" charset="-122"/>
              </a:rPr>
              <a:t>方法把界面添加都</a:t>
            </a:r>
            <a:r>
              <a:rPr lang="en-US" altLang="zh-CN" sz="1600" b="0" dirty="0" smtClean="0">
                <a:latin typeface="微软雅黑" panose="020B0503020204020204" pitchFamily="34" charset="-122"/>
                <a:ea typeface="微软雅黑" panose="020B0503020204020204" pitchFamily="34" charset="-122"/>
              </a:rPr>
              <a:t>framework</a:t>
            </a:r>
            <a:r>
              <a:rPr lang="zh-CN" altLang="en-US" sz="1600" b="0" dirty="0" smtClean="0">
                <a:latin typeface="微软雅黑" panose="020B0503020204020204" pitchFamily="34" charset="-122"/>
                <a:ea typeface="微软雅黑" panose="020B0503020204020204" pitchFamily="34" charset="-122"/>
              </a:rPr>
              <a:t>进行管理：</a:t>
            </a:r>
            <a:endParaRPr lang="en-US" altLang="zh-CN" sz="1600" b="0" dirty="0">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public void </a:t>
            </a:r>
            <a:r>
              <a:rPr lang="en-US" altLang="zh-CN" sz="1400" b="0" dirty="0" err="1">
                <a:solidFill>
                  <a:srgbClr val="0070C0"/>
                </a:solidFill>
                <a:latin typeface="微软雅黑" panose="020B0503020204020204" pitchFamily="34" charset="-122"/>
                <a:ea typeface="微软雅黑" panose="020B0503020204020204" pitchFamily="34" charset="-122"/>
              </a:rPr>
              <a:t>addView</a:t>
            </a:r>
            <a:r>
              <a:rPr lang="en-US" altLang="zh-CN" sz="1400" b="0" dirty="0">
                <a:solidFill>
                  <a:srgbClr val="0070C0"/>
                </a:solidFill>
                <a:latin typeface="微软雅黑" panose="020B0503020204020204" pitchFamily="34" charset="-122"/>
                <a:ea typeface="微软雅黑" panose="020B0503020204020204" pitchFamily="34" charset="-122"/>
              </a:rPr>
              <a:t>(View </a:t>
            </a:r>
            <a:r>
              <a:rPr lang="en-US" altLang="zh-CN" sz="1400" b="0" dirty="0" err="1">
                <a:solidFill>
                  <a:srgbClr val="0070C0"/>
                </a:solidFill>
                <a:latin typeface="微软雅黑" panose="020B0503020204020204" pitchFamily="34" charset="-122"/>
                <a:ea typeface="微软雅黑" panose="020B0503020204020204" pitchFamily="34" charset="-122"/>
              </a:rPr>
              <a:t>view</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ViewGroup.LayoutParams</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params</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Display </a:t>
            </a:r>
            <a:r>
              <a:rPr lang="en-US" altLang="zh-CN" sz="1400" b="0" dirty="0" err="1">
                <a:solidFill>
                  <a:srgbClr val="0070C0"/>
                </a:solidFill>
                <a:latin typeface="微软雅黑" panose="020B0503020204020204" pitchFamily="34" charset="-122"/>
                <a:ea typeface="微软雅黑" panose="020B0503020204020204" pitchFamily="34" charset="-122"/>
              </a:rPr>
              <a:t>display</a:t>
            </a:r>
            <a:r>
              <a:rPr lang="en-US" altLang="zh-CN" sz="1400" b="0" dirty="0">
                <a:solidFill>
                  <a:srgbClr val="0070C0"/>
                </a:solidFill>
                <a:latin typeface="微软雅黑" panose="020B0503020204020204" pitchFamily="34" charset="-122"/>
                <a:ea typeface="微软雅黑" panose="020B0503020204020204" pitchFamily="34" charset="-122"/>
              </a:rPr>
              <a:t>, Window </a:t>
            </a:r>
            <a:r>
              <a:rPr lang="en-US" altLang="zh-CN" sz="1400" b="0" dirty="0" err="1">
                <a:solidFill>
                  <a:srgbClr val="0070C0"/>
                </a:solidFill>
                <a:latin typeface="微软雅黑" panose="020B0503020204020204" pitchFamily="34" charset="-122"/>
                <a:ea typeface="微软雅黑" panose="020B0503020204020204" pitchFamily="34" charset="-122"/>
              </a:rPr>
              <a:t>parentWindow</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int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userId</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ViewRootImpl</a:t>
            </a:r>
            <a:r>
              <a:rPr lang="en-US" altLang="zh-CN" sz="1400" b="0" dirty="0">
                <a:solidFill>
                  <a:srgbClr val="0070C0"/>
                </a:solidFill>
                <a:latin typeface="微软雅黑" panose="020B0503020204020204" pitchFamily="34" charset="-122"/>
                <a:ea typeface="微软雅黑" panose="020B0503020204020204" pitchFamily="34" charset="-122"/>
              </a:rPr>
              <a:t> root;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synchronized (</a:t>
            </a:r>
            <a:r>
              <a:rPr lang="en-US" altLang="zh-CN" sz="1400" b="0" dirty="0" err="1">
                <a:solidFill>
                  <a:srgbClr val="0070C0"/>
                </a:solidFill>
                <a:latin typeface="微软雅黑" panose="020B0503020204020204" pitchFamily="34" charset="-122"/>
                <a:ea typeface="微软雅黑" panose="020B0503020204020204" pitchFamily="34" charset="-122"/>
              </a:rPr>
              <a:t>mLock</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root = new </a:t>
            </a:r>
            <a:r>
              <a:rPr lang="en-US" altLang="zh-CN" sz="1400" b="0" dirty="0" err="1">
                <a:solidFill>
                  <a:srgbClr val="0070C0"/>
                </a:solidFill>
                <a:latin typeface="微软雅黑" panose="020B0503020204020204" pitchFamily="34" charset="-122"/>
                <a:ea typeface="微软雅黑" panose="020B0503020204020204" pitchFamily="34" charset="-122"/>
              </a:rPr>
              <a:t>ViewRootImpl</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view.getContext</a:t>
            </a:r>
            <a:r>
              <a:rPr lang="en-US" altLang="zh-CN" sz="1400" b="0" dirty="0">
                <a:solidFill>
                  <a:srgbClr val="0070C0"/>
                </a:solidFill>
                <a:latin typeface="微软雅黑" panose="020B0503020204020204" pitchFamily="34" charset="-122"/>
                <a:ea typeface="微软雅黑" panose="020B0503020204020204" pitchFamily="34" charset="-122"/>
              </a:rPr>
              <a:t>(), display);</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try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root.</a:t>
            </a:r>
            <a:r>
              <a:rPr lang="en-US" altLang="zh-CN" sz="1400" b="0" dirty="0" err="1">
                <a:solidFill>
                  <a:srgbClr val="FF0000"/>
                </a:solidFill>
                <a:latin typeface="微软雅黑" panose="020B0503020204020204" pitchFamily="34" charset="-122"/>
                <a:ea typeface="微软雅黑" panose="020B0503020204020204" pitchFamily="34" charset="-122"/>
              </a:rPr>
              <a:t>setView</a:t>
            </a:r>
            <a:r>
              <a:rPr lang="en-US" altLang="zh-CN" sz="1400" b="0" dirty="0">
                <a:solidFill>
                  <a:srgbClr val="0070C0"/>
                </a:solidFill>
                <a:latin typeface="微软雅黑" panose="020B0503020204020204" pitchFamily="34" charset="-122"/>
                <a:ea typeface="微软雅黑" panose="020B0503020204020204" pitchFamily="34" charset="-122"/>
              </a:rPr>
              <a:t>(view, </a:t>
            </a:r>
            <a:r>
              <a:rPr lang="en-US" altLang="zh-CN" sz="1400" b="0" dirty="0" err="1">
                <a:solidFill>
                  <a:srgbClr val="0070C0"/>
                </a:solidFill>
                <a:latin typeface="微软雅黑" panose="020B0503020204020204" pitchFamily="34" charset="-122"/>
                <a:ea typeface="微软雅黑" panose="020B0503020204020204" pitchFamily="34" charset="-122"/>
              </a:rPr>
              <a:t>wparams</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panelParentView</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userId</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 catch (</a:t>
            </a:r>
            <a:r>
              <a:rPr lang="en-US" altLang="zh-CN" sz="1400" b="0" dirty="0" err="1">
                <a:solidFill>
                  <a:srgbClr val="0070C0"/>
                </a:solidFill>
                <a:latin typeface="微软雅黑" panose="020B0503020204020204" pitchFamily="34" charset="-122"/>
                <a:ea typeface="微软雅黑" panose="020B0503020204020204" pitchFamily="34" charset="-122"/>
              </a:rPr>
              <a:t>RuntimeException</a:t>
            </a:r>
            <a:r>
              <a:rPr lang="en-US" altLang="zh-CN" sz="1400" b="0" dirty="0">
                <a:solidFill>
                  <a:srgbClr val="0070C0"/>
                </a:solidFill>
                <a:latin typeface="微软雅黑" panose="020B0503020204020204" pitchFamily="34" charset="-122"/>
                <a:ea typeface="微软雅黑" panose="020B0503020204020204" pitchFamily="34" charset="-122"/>
              </a:rPr>
              <a:t> e)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en-US" altLang="zh-CN" sz="1600" b="0" dirty="0" err="1" smtClean="0">
                <a:latin typeface="微软雅黑" panose="020B0503020204020204" pitchFamily="34" charset="-122"/>
                <a:ea typeface="微软雅黑" panose="020B0503020204020204" pitchFamily="34" charset="-122"/>
              </a:rPr>
              <a:t>ViewRootImpl</a:t>
            </a:r>
            <a:r>
              <a:rPr lang="zh-CN" altLang="en-US" sz="1600" b="0" dirty="0" smtClean="0">
                <a:latin typeface="微软雅黑" panose="020B0503020204020204" pitchFamily="34" charset="-122"/>
                <a:ea typeface="微软雅黑" panose="020B0503020204020204" pitchFamily="34" charset="-122"/>
              </a:rPr>
              <a:t>是一个窗口的顶层容器，它的一个功能就是</a:t>
            </a:r>
            <a:r>
              <a:rPr lang="en-US" altLang="zh-CN" sz="1600" b="0" dirty="0" err="1" smtClean="0">
                <a:latin typeface="微软雅黑" panose="020B0503020204020204" pitchFamily="34" charset="-122"/>
                <a:ea typeface="微软雅黑" panose="020B0503020204020204" pitchFamily="34" charset="-122"/>
              </a:rPr>
              <a:t>InputChannel</a:t>
            </a:r>
            <a:r>
              <a:rPr lang="zh-CN" altLang="en-US" sz="1600" b="0" dirty="0" smtClean="0">
                <a:latin typeface="微软雅黑" panose="020B0503020204020204" pitchFamily="34" charset="-122"/>
                <a:ea typeface="微软雅黑" panose="020B0503020204020204" pitchFamily="34" charset="-122"/>
              </a:rPr>
              <a:t>的创建和关联。</a:t>
            </a:r>
          </a:p>
        </p:txBody>
      </p:sp>
    </p:spTree>
    <p:extLst>
      <p:ext uri="{BB962C8B-B14F-4D97-AF65-F5344CB8AC3E}">
        <p14:creationId xmlns:p14="http://schemas.microsoft.com/office/powerpoint/2010/main" val="87079036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err="1">
                <a:latin typeface="微软雅黑" panose="020B0503020204020204" pitchFamily="34" charset="-122"/>
                <a:ea typeface="微软雅黑" panose="020B0503020204020204" pitchFamily="34" charset="-122"/>
              </a:rPr>
              <a:t>InputChannel</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6124754"/>
          </a:xfrm>
          <a:prstGeom prst="rect">
            <a:avLst/>
          </a:prstGeom>
          <a:noFill/>
        </p:spPr>
        <p:txBody>
          <a:bodyPr wrap="square" rtlCol="0">
            <a:spAutoFit/>
          </a:bodyPr>
          <a:lstStyle/>
          <a:p>
            <a:pPr algn="l"/>
            <a:r>
              <a:rPr lang="en-US" altLang="zh-CN" sz="1400" b="0" dirty="0" smtClean="0">
                <a:solidFill>
                  <a:srgbClr val="0070C0"/>
                </a:solidFill>
                <a:latin typeface="微软雅黑" panose="020B0503020204020204" pitchFamily="34" charset="-122"/>
                <a:ea typeface="微软雅黑" panose="020B0503020204020204" pitchFamily="34" charset="-122"/>
              </a:rPr>
              <a:t>public </a:t>
            </a:r>
            <a:r>
              <a:rPr lang="en-US" altLang="zh-CN" sz="1400" b="0" dirty="0">
                <a:solidFill>
                  <a:srgbClr val="0070C0"/>
                </a:solidFill>
                <a:latin typeface="微软雅黑" panose="020B0503020204020204" pitchFamily="34" charset="-122"/>
                <a:ea typeface="微软雅黑" panose="020B0503020204020204" pitchFamily="34" charset="-122"/>
              </a:rPr>
              <a:t>void </a:t>
            </a:r>
            <a:r>
              <a:rPr lang="en-US" altLang="zh-CN" sz="1400" b="0" dirty="0" err="1">
                <a:solidFill>
                  <a:srgbClr val="0070C0"/>
                </a:solidFill>
                <a:latin typeface="微软雅黑" panose="020B0503020204020204" pitchFamily="34" charset="-122"/>
                <a:ea typeface="微软雅黑" panose="020B0503020204020204" pitchFamily="34" charset="-122"/>
              </a:rPr>
              <a:t>setView</a:t>
            </a:r>
            <a:r>
              <a:rPr lang="en-US" altLang="zh-CN" sz="1400" b="0" dirty="0">
                <a:solidFill>
                  <a:srgbClr val="0070C0"/>
                </a:solidFill>
                <a:latin typeface="微软雅黑" panose="020B0503020204020204" pitchFamily="34" charset="-122"/>
                <a:ea typeface="微软雅黑" panose="020B0503020204020204" pitchFamily="34" charset="-122"/>
              </a:rPr>
              <a:t>(View </a:t>
            </a:r>
            <a:r>
              <a:rPr lang="en-US" altLang="zh-CN" sz="1400" b="0" dirty="0" err="1">
                <a:solidFill>
                  <a:srgbClr val="0070C0"/>
                </a:solidFill>
                <a:latin typeface="微软雅黑" panose="020B0503020204020204" pitchFamily="34" charset="-122"/>
                <a:ea typeface="微软雅黑" panose="020B0503020204020204" pitchFamily="34" charset="-122"/>
              </a:rPr>
              <a:t>view</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WindowManager.LayoutParams</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attrs</a:t>
            </a:r>
            <a:r>
              <a:rPr lang="en-US" altLang="zh-CN" sz="1400" b="0" dirty="0">
                <a:solidFill>
                  <a:srgbClr val="0070C0"/>
                </a:solidFill>
                <a:latin typeface="微软雅黑" panose="020B0503020204020204" pitchFamily="34" charset="-122"/>
                <a:ea typeface="微软雅黑" panose="020B0503020204020204" pitchFamily="34" charset="-122"/>
              </a:rPr>
              <a:t>, View </a:t>
            </a:r>
            <a:r>
              <a:rPr lang="en-US" altLang="zh-CN" sz="1400" b="0" dirty="0" err="1" smtClean="0">
                <a:solidFill>
                  <a:srgbClr val="0070C0"/>
                </a:solidFill>
                <a:latin typeface="微软雅黑" panose="020B0503020204020204" pitchFamily="34" charset="-122"/>
                <a:ea typeface="微软雅黑" panose="020B0503020204020204" pitchFamily="34" charset="-122"/>
              </a:rPr>
              <a:t>panelParentView,int</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userId</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synchronized (this)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if ((</a:t>
            </a:r>
            <a:r>
              <a:rPr lang="en-US" altLang="zh-CN" sz="1400" b="0" dirty="0" err="1" smtClean="0">
                <a:solidFill>
                  <a:srgbClr val="0070C0"/>
                </a:solidFill>
                <a:latin typeface="微软雅黑" panose="020B0503020204020204" pitchFamily="34" charset="-122"/>
                <a:ea typeface="微软雅黑" panose="020B0503020204020204" pitchFamily="34" charset="-122"/>
              </a:rPr>
              <a:t>mWindowAttributes.inputFeatures</a:t>
            </a:r>
            <a:endParaRPr lang="en-US" altLang="zh-CN" sz="1400" b="0" dirty="0" smtClean="0">
              <a:solidFill>
                <a:srgbClr val="0070C0"/>
              </a:solidFill>
              <a:latin typeface="微软雅黑" panose="020B0503020204020204" pitchFamily="34" charset="-122"/>
              <a:ea typeface="微软雅黑" panose="020B0503020204020204" pitchFamily="34" charset="-122"/>
            </a:endParaRP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0070C0"/>
                </a:solidFill>
                <a:latin typeface="微软雅黑" panose="020B0503020204020204" pitchFamily="34" charset="-122"/>
                <a:ea typeface="微软雅黑" panose="020B0503020204020204" pitchFamily="34" charset="-122"/>
              </a:rPr>
              <a:t>&amp; </a:t>
            </a:r>
            <a:r>
              <a:rPr lang="en-US" altLang="zh-CN" sz="1400" b="0" dirty="0" err="1">
                <a:solidFill>
                  <a:srgbClr val="0070C0"/>
                </a:solidFill>
                <a:latin typeface="微软雅黑" panose="020B0503020204020204" pitchFamily="34" charset="-122"/>
                <a:ea typeface="微软雅黑" panose="020B0503020204020204" pitchFamily="34" charset="-122"/>
              </a:rPr>
              <a:t>WindowManager.LayoutParams.INPUT_FEATURE_NO_INPUT_CHANNEL</a:t>
            </a:r>
            <a:r>
              <a:rPr lang="en-US" altLang="zh-CN" sz="1400" b="0" dirty="0">
                <a:solidFill>
                  <a:srgbClr val="0070C0"/>
                </a:solidFill>
                <a:latin typeface="微软雅黑" panose="020B0503020204020204" pitchFamily="34" charset="-122"/>
                <a:ea typeface="微软雅黑" panose="020B0503020204020204" pitchFamily="34" charset="-122"/>
              </a:rPr>
              <a:t>) == 0)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inputChannel</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a:solidFill>
                  <a:srgbClr val="FF0000"/>
                </a:solidFill>
                <a:latin typeface="微软雅黑" panose="020B0503020204020204" pitchFamily="34" charset="-122"/>
                <a:ea typeface="微软雅黑" panose="020B0503020204020204" pitchFamily="34" charset="-122"/>
              </a:rPr>
              <a:t>new </a:t>
            </a:r>
            <a:r>
              <a:rPr lang="en-US" altLang="zh-CN" sz="1400" b="0" dirty="0" err="1">
                <a:solidFill>
                  <a:srgbClr val="FF0000"/>
                </a:solidFill>
                <a:latin typeface="微软雅黑" panose="020B0503020204020204" pitchFamily="34" charset="-122"/>
                <a:ea typeface="微软雅黑" panose="020B0503020204020204" pitchFamily="34" charset="-122"/>
              </a:rPr>
              <a:t>InputChannel</a:t>
            </a:r>
            <a:r>
              <a:rPr lang="en-US" altLang="zh-CN" sz="1400" b="0" dirty="0" smtClean="0">
                <a:solidFill>
                  <a:srgbClr val="FF0000"/>
                </a:solidFill>
                <a:latin typeface="微软雅黑" panose="020B0503020204020204" pitchFamily="34" charset="-122"/>
                <a:ea typeface="微软雅黑" panose="020B0503020204020204" pitchFamily="34" charset="-122"/>
              </a:rPr>
              <a:t>();  //</a:t>
            </a:r>
            <a:r>
              <a:rPr lang="zh-CN" altLang="en-US" sz="1400" b="0" dirty="0" smtClean="0">
                <a:solidFill>
                  <a:srgbClr val="FF0000"/>
                </a:solidFill>
                <a:latin typeface="微软雅黑" panose="020B0503020204020204" pitchFamily="34" charset="-122"/>
                <a:ea typeface="微软雅黑" panose="020B0503020204020204" pitchFamily="34" charset="-122"/>
              </a:rPr>
              <a:t>创建</a:t>
            </a:r>
            <a:r>
              <a:rPr lang="en-US" altLang="zh-CN" sz="1400" b="0" dirty="0" err="1" smtClean="0">
                <a:solidFill>
                  <a:srgbClr val="FF0000"/>
                </a:solidFill>
                <a:latin typeface="微软雅黑" panose="020B0503020204020204" pitchFamily="34" charset="-122"/>
                <a:ea typeface="微软雅黑" panose="020B0503020204020204" pitchFamily="34" charset="-122"/>
              </a:rPr>
              <a:t>InputChannel</a:t>
            </a:r>
            <a:r>
              <a:rPr lang="zh-CN" altLang="en-US" sz="1400" b="0" dirty="0" smtClean="0">
                <a:solidFill>
                  <a:srgbClr val="FF0000"/>
                </a:solidFill>
                <a:latin typeface="微软雅黑" panose="020B0503020204020204" pitchFamily="34" charset="-122"/>
                <a:ea typeface="微软雅黑" panose="020B0503020204020204" pitchFamily="34" charset="-122"/>
              </a:rPr>
              <a:t>实例</a:t>
            </a:r>
            <a:endParaRPr lang="en-US" altLang="zh-CN" sz="1400" b="0" dirty="0">
              <a:solidFill>
                <a:srgbClr val="FF000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try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FF0000"/>
                </a:solidFill>
                <a:latin typeface="微软雅黑" panose="020B0503020204020204" pitchFamily="34" charset="-122"/>
                <a:ea typeface="微软雅黑" panose="020B0503020204020204" pitchFamily="34" charset="-122"/>
              </a:rPr>
              <a:t> </a:t>
            </a:r>
            <a:r>
              <a:rPr lang="en-US" altLang="zh-CN" sz="1400" b="0" dirty="0" smtClean="0">
                <a:solidFill>
                  <a:srgbClr val="FF0000"/>
                </a:solidFill>
                <a:latin typeface="微软雅黑" panose="020B0503020204020204" pitchFamily="34" charset="-122"/>
                <a:ea typeface="微软雅黑" panose="020B0503020204020204" pitchFamily="34" charset="-122"/>
              </a:rPr>
              <a:t>               //</a:t>
            </a:r>
            <a:r>
              <a:rPr lang="zh-CN" altLang="en-US" sz="1400" b="0" dirty="0">
                <a:solidFill>
                  <a:srgbClr val="FF0000"/>
                </a:solidFill>
                <a:latin typeface="微软雅黑" panose="020B0503020204020204" pitchFamily="34" charset="-122"/>
                <a:ea typeface="微软雅黑" panose="020B0503020204020204" pitchFamily="34" charset="-122"/>
              </a:rPr>
              <a:t>创建</a:t>
            </a:r>
            <a:r>
              <a:rPr lang="en-US" altLang="zh-CN" sz="1400" b="0" dirty="0" err="1">
                <a:solidFill>
                  <a:srgbClr val="FF0000"/>
                </a:solidFill>
                <a:latin typeface="微软雅黑" panose="020B0503020204020204" pitchFamily="34" charset="-122"/>
                <a:ea typeface="微软雅黑" panose="020B0503020204020204" pitchFamily="34" charset="-122"/>
              </a:rPr>
              <a:t>InputChannel</a:t>
            </a:r>
            <a:r>
              <a:rPr lang="zh-CN" altLang="en-US" sz="1400" b="0" dirty="0">
                <a:solidFill>
                  <a:srgbClr val="FF0000"/>
                </a:solidFill>
                <a:latin typeface="微软雅黑" panose="020B0503020204020204" pitchFamily="34" charset="-122"/>
                <a:ea typeface="微软雅黑" panose="020B0503020204020204" pitchFamily="34" charset="-122"/>
              </a:rPr>
              <a:t>服务端和客户端并注册</a:t>
            </a:r>
            <a:r>
              <a:rPr lang="en-US" altLang="zh-CN" sz="1400" b="0" dirty="0" err="1">
                <a:solidFill>
                  <a:srgbClr val="FF0000"/>
                </a:solidFill>
                <a:latin typeface="微软雅黑" panose="020B0503020204020204" pitchFamily="34" charset="-122"/>
                <a:ea typeface="微软雅黑" panose="020B0503020204020204" pitchFamily="34" charset="-122"/>
              </a:rPr>
              <a:t>InputChannel</a:t>
            </a:r>
            <a:r>
              <a:rPr lang="zh-CN" altLang="en-US" sz="1400" b="0" dirty="0">
                <a:solidFill>
                  <a:srgbClr val="FF0000"/>
                </a:solidFill>
                <a:latin typeface="微软雅黑" panose="020B0503020204020204" pitchFamily="34" charset="-122"/>
                <a:ea typeface="微软雅黑" panose="020B0503020204020204" pitchFamily="34" charset="-122"/>
              </a:rPr>
              <a:t>服务端</a:t>
            </a:r>
            <a:endParaRPr lang="en-US" altLang="zh-CN" sz="1400" b="0" dirty="0">
              <a:solidFill>
                <a:srgbClr val="FF000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res = </a:t>
            </a:r>
            <a:r>
              <a:rPr lang="en-US" altLang="zh-CN" sz="1400" b="0" dirty="0" err="1">
                <a:solidFill>
                  <a:srgbClr val="0070C0"/>
                </a:solidFill>
                <a:latin typeface="微软雅黑" panose="020B0503020204020204" pitchFamily="34" charset="-122"/>
                <a:ea typeface="微软雅黑" panose="020B0503020204020204" pitchFamily="34" charset="-122"/>
              </a:rPr>
              <a:t>mWindowSession.</a:t>
            </a:r>
            <a:r>
              <a:rPr lang="en-US" altLang="zh-CN" sz="1400" b="0" dirty="0" err="1">
                <a:solidFill>
                  <a:srgbClr val="FF0000"/>
                </a:solidFill>
                <a:latin typeface="微软雅黑" panose="020B0503020204020204" pitchFamily="34" charset="-122"/>
                <a:ea typeface="微软雅黑" panose="020B0503020204020204" pitchFamily="34" charset="-122"/>
              </a:rPr>
              <a:t>addToDisplayAsUser</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mWindow</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mSeq</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mWindowAttributes</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getHostVisibility</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mDisplay.getDisplayId</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userId</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mTmpFrame</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mAttachInfo.mContentInsets</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mAttachInfo.mStableInsets</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mAttachInfo.mDisplayCutout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inputChannel</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mTempInsets</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mTempControls</a:t>
            </a:r>
            <a:r>
              <a:rPr lang="en-US" altLang="zh-CN" sz="1400" b="0" dirty="0" smtClean="0">
                <a:solidFill>
                  <a:srgbClr val="0070C0"/>
                </a:solidFill>
                <a:latin typeface="微软雅黑" panose="020B0503020204020204" pitchFamily="34" charset="-122"/>
                <a:ea typeface="微软雅黑" panose="020B0503020204020204" pitchFamily="34" charset="-122"/>
              </a:rPr>
              <a:t>); </a:t>
            </a:r>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           ......</a:t>
            </a:r>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if (</a:t>
            </a:r>
            <a:r>
              <a:rPr lang="en-US" altLang="zh-CN" sz="1400" b="0" dirty="0" err="1">
                <a:solidFill>
                  <a:srgbClr val="0070C0"/>
                </a:solidFill>
                <a:latin typeface="微软雅黑" panose="020B0503020204020204" pitchFamily="34" charset="-122"/>
                <a:ea typeface="微软雅黑" panose="020B0503020204020204" pitchFamily="34" charset="-122"/>
              </a:rPr>
              <a:t>inputChannel</a:t>
            </a:r>
            <a:r>
              <a:rPr lang="en-US" altLang="zh-CN" sz="1400" b="0" dirty="0">
                <a:solidFill>
                  <a:srgbClr val="0070C0"/>
                </a:solidFill>
                <a:latin typeface="微软雅黑" panose="020B0503020204020204" pitchFamily="34" charset="-122"/>
                <a:ea typeface="微软雅黑" panose="020B0503020204020204" pitchFamily="34" charset="-122"/>
              </a:rPr>
              <a:t> != null)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mInputEventReceiver</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a:solidFill>
                  <a:srgbClr val="FF0000"/>
                </a:solidFill>
                <a:latin typeface="微软雅黑" panose="020B0503020204020204" pitchFamily="34" charset="-122"/>
                <a:ea typeface="微软雅黑" panose="020B0503020204020204" pitchFamily="34" charset="-122"/>
              </a:rPr>
              <a:t>new </a:t>
            </a:r>
            <a:r>
              <a:rPr lang="en-US" altLang="zh-CN" sz="1400" b="0" dirty="0" err="1">
                <a:solidFill>
                  <a:srgbClr val="FF0000"/>
                </a:solidFill>
                <a:latin typeface="微软雅黑" panose="020B0503020204020204" pitchFamily="34" charset="-122"/>
                <a:ea typeface="微软雅黑" panose="020B0503020204020204" pitchFamily="34" charset="-122"/>
              </a:rPr>
              <a:t>WindowInputEventReceiver</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inputChannel</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Looper.myLooper</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zh-CN" altLang="en-US" sz="1400" b="0" dirty="0" smtClean="0">
                <a:solidFill>
                  <a:srgbClr val="FF0000"/>
                </a:solidFill>
                <a:latin typeface="微软雅黑" panose="020B0503020204020204" pitchFamily="34" charset="-122"/>
                <a:ea typeface="微软雅黑" panose="020B0503020204020204" pitchFamily="34" charset="-122"/>
              </a:rPr>
              <a:t>注册</a:t>
            </a:r>
            <a:r>
              <a:rPr lang="en-US" altLang="zh-CN" sz="1400" b="0" dirty="0" err="1" smtClean="0">
                <a:solidFill>
                  <a:srgbClr val="FF0000"/>
                </a:solidFill>
                <a:latin typeface="微软雅黑" panose="020B0503020204020204" pitchFamily="34" charset="-122"/>
                <a:ea typeface="微软雅黑" panose="020B0503020204020204" pitchFamily="34" charset="-122"/>
              </a:rPr>
              <a:t>InputChannel</a:t>
            </a:r>
            <a:r>
              <a:rPr lang="zh-CN" altLang="en-US" sz="1400" b="0" dirty="0" smtClean="0">
                <a:solidFill>
                  <a:srgbClr val="FF0000"/>
                </a:solidFill>
                <a:latin typeface="微软雅黑" panose="020B0503020204020204" pitchFamily="34" charset="-122"/>
                <a:ea typeface="微软雅黑" panose="020B0503020204020204" pitchFamily="34" charset="-122"/>
              </a:rPr>
              <a:t>客户端</a:t>
            </a:r>
            <a:endParaRPr lang="en-US" altLang="zh-CN" sz="1400" b="0" dirty="0">
              <a:solidFill>
                <a:srgbClr val="FF000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a:t>
            </a:r>
            <a:endParaRPr lang="en-US" altLang="zh-CN" sz="1600" b="0"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7340626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err="1">
                <a:latin typeface="微软雅黑" panose="020B0503020204020204" pitchFamily="34" charset="-122"/>
                <a:ea typeface="微软雅黑" panose="020B0503020204020204" pitchFamily="34" charset="-122"/>
              </a:rPr>
              <a:t>InputChannel</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4278094"/>
          </a:xfrm>
          <a:prstGeom prst="rect">
            <a:avLst/>
          </a:prstGeom>
          <a:noFill/>
        </p:spPr>
        <p:txBody>
          <a:bodyPr wrap="square" rtlCol="0">
            <a:spAutoFit/>
          </a:bodyPr>
          <a:lstStyle/>
          <a:p>
            <a:pPr algn="l"/>
            <a:r>
              <a:rPr lang="zh-CN" altLang="en-US" sz="1600" b="0" dirty="0" smtClean="0">
                <a:latin typeface="微软雅黑" panose="020B0503020204020204" pitchFamily="34" charset="-122"/>
                <a:ea typeface="微软雅黑" panose="020B0503020204020204" pitchFamily="34" charset="-122"/>
              </a:rPr>
              <a:t>这里首先通过</a:t>
            </a:r>
            <a:r>
              <a:rPr lang="en-US" altLang="zh-CN" sz="1600" b="0" dirty="0" err="1">
                <a:latin typeface="微软雅黑" panose="020B0503020204020204" pitchFamily="34" charset="-122"/>
                <a:ea typeface="微软雅黑" panose="020B0503020204020204" pitchFamily="34" charset="-122"/>
              </a:rPr>
              <a:t>openInputChannelPair</a:t>
            </a:r>
            <a:r>
              <a:rPr lang="zh-CN" altLang="en-US" sz="1600" b="0" dirty="0">
                <a:latin typeface="微软雅黑" panose="020B0503020204020204" pitchFamily="34" charset="-122"/>
                <a:ea typeface="微软雅黑" panose="020B0503020204020204" pitchFamily="34" charset="-122"/>
              </a:rPr>
              <a:t>创建一对</a:t>
            </a:r>
            <a:r>
              <a:rPr lang="en-US" altLang="zh-CN" sz="1600" b="0" dirty="0" err="1">
                <a:latin typeface="微软雅黑" panose="020B0503020204020204" pitchFamily="34" charset="-122"/>
                <a:ea typeface="微软雅黑" panose="020B0503020204020204" pitchFamily="34" charset="-122"/>
              </a:rPr>
              <a:t>InputChannel</a:t>
            </a:r>
            <a:r>
              <a:rPr lang="zh-CN" altLang="en-US" sz="1600" b="0" dirty="0">
                <a:latin typeface="微软雅黑" panose="020B0503020204020204" pitchFamily="34" charset="-122"/>
                <a:ea typeface="微软雅黑" panose="020B0503020204020204" pitchFamily="34" charset="-122"/>
              </a:rPr>
              <a:t>的服务端和</a:t>
            </a:r>
            <a:r>
              <a:rPr lang="zh-CN" altLang="en-US" sz="1600" b="0" dirty="0" smtClean="0">
                <a:latin typeface="微软雅黑" panose="020B0503020204020204" pitchFamily="34" charset="-122"/>
                <a:ea typeface="微软雅黑" panose="020B0503020204020204" pitchFamily="34" charset="-122"/>
              </a:rPr>
              <a:t>客户端，然后把服务端注册到</a:t>
            </a:r>
            <a:r>
              <a:rPr lang="en-US" altLang="zh-CN" sz="1600" b="0" dirty="0" err="1" smtClean="0">
                <a:latin typeface="微软雅黑" panose="020B0503020204020204" pitchFamily="34" charset="-122"/>
                <a:ea typeface="微软雅黑" panose="020B0503020204020204" pitchFamily="34" charset="-122"/>
              </a:rPr>
              <a:t>InputDispatcher</a:t>
            </a:r>
            <a:r>
              <a:rPr lang="zh-CN" altLang="en-US" sz="1600" b="0" dirty="0" smtClean="0">
                <a:latin typeface="微软雅黑" panose="020B0503020204020204" pitchFamily="34" charset="-122"/>
                <a:ea typeface="微软雅黑" panose="020B0503020204020204" pitchFamily="34" charset="-122"/>
              </a:rPr>
              <a:t>，客户端返回给</a:t>
            </a:r>
            <a:r>
              <a:rPr lang="en-US" altLang="zh-CN" sz="1600" b="0" dirty="0" err="1" smtClean="0">
                <a:latin typeface="微软雅黑" panose="020B0503020204020204" pitchFamily="34" charset="-122"/>
                <a:ea typeface="微软雅黑" panose="020B0503020204020204" pitchFamily="34" charset="-122"/>
              </a:rPr>
              <a:t>ViewRootImp</a:t>
            </a:r>
            <a:r>
              <a:rPr lang="zh-CN" altLang="en-US" sz="1600" b="0" dirty="0" smtClean="0">
                <a:latin typeface="微软雅黑" panose="020B0503020204020204" pitchFamily="34" charset="-122"/>
                <a:ea typeface="微软雅黑" panose="020B0503020204020204" pitchFamily="34" charset="-122"/>
              </a:rPr>
              <a:t>进行进一步处理：</a:t>
            </a:r>
            <a:endParaRPr lang="en-US" altLang="zh-CN" sz="1600" b="0" dirty="0">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void </a:t>
            </a:r>
            <a:r>
              <a:rPr lang="en-US" altLang="zh-CN" sz="1400" b="0" dirty="0" err="1">
                <a:solidFill>
                  <a:srgbClr val="0070C0"/>
                </a:solidFill>
                <a:latin typeface="微软雅黑" panose="020B0503020204020204" pitchFamily="34" charset="-122"/>
                <a:ea typeface="微软雅黑" panose="020B0503020204020204" pitchFamily="34" charset="-122"/>
              </a:rPr>
              <a:t>openInputChannel</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InputChannel</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outInputChannel</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InputChannel</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inputChannels</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InputChannel.</a:t>
            </a:r>
            <a:r>
              <a:rPr lang="en-US" altLang="zh-CN" sz="1400" b="0" dirty="0" err="1">
                <a:solidFill>
                  <a:srgbClr val="FF0000"/>
                </a:solidFill>
                <a:latin typeface="微软雅黑" panose="020B0503020204020204" pitchFamily="34" charset="-122"/>
                <a:ea typeface="微软雅黑" panose="020B0503020204020204" pitchFamily="34" charset="-122"/>
              </a:rPr>
              <a:t>openInputChannelPair</a:t>
            </a:r>
            <a:r>
              <a:rPr lang="en-US" altLang="zh-CN" sz="1400" b="0" dirty="0">
                <a:solidFill>
                  <a:srgbClr val="0070C0"/>
                </a:solidFill>
                <a:latin typeface="微软雅黑" panose="020B0503020204020204" pitchFamily="34" charset="-122"/>
                <a:ea typeface="微软雅黑" panose="020B0503020204020204" pitchFamily="34" charset="-122"/>
              </a:rPr>
              <a:t>(name);</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mInputChannel</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inputChannels</a:t>
            </a:r>
            <a:r>
              <a:rPr lang="en-US" altLang="zh-CN" sz="1400" b="0" dirty="0">
                <a:solidFill>
                  <a:srgbClr val="0070C0"/>
                </a:solidFill>
                <a:latin typeface="微软雅黑" panose="020B0503020204020204" pitchFamily="34" charset="-122"/>
                <a:ea typeface="微软雅黑" panose="020B0503020204020204" pitchFamily="34" charset="-122"/>
              </a:rPr>
              <a:t>[0];</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mClientChannel</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inputChannels</a:t>
            </a:r>
            <a:r>
              <a:rPr lang="en-US" altLang="zh-CN" sz="1400" b="0" dirty="0">
                <a:solidFill>
                  <a:srgbClr val="0070C0"/>
                </a:solidFill>
                <a:latin typeface="微软雅黑" panose="020B0503020204020204" pitchFamily="34" charset="-122"/>
                <a:ea typeface="微软雅黑" panose="020B0503020204020204" pitchFamily="34" charset="-122"/>
              </a:rPr>
              <a:t>[1];</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mWmService.mInputManager.</a:t>
            </a:r>
            <a:r>
              <a:rPr lang="en-US" altLang="zh-CN" sz="1400" b="0" dirty="0" err="1">
                <a:solidFill>
                  <a:srgbClr val="FF0000"/>
                </a:solidFill>
                <a:latin typeface="微软雅黑" panose="020B0503020204020204" pitchFamily="34" charset="-122"/>
                <a:ea typeface="微软雅黑" panose="020B0503020204020204" pitchFamily="34" charset="-122"/>
              </a:rPr>
              <a:t>registerInputChannel</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mInputChannel</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mInputWindowHandle.token</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mInputChannel.getToken</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if (</a:t>
            </a:r>
            <a:r>
              <a:rPr lang="en-US" altLang="zh-CN" sz="1400" b="0" dirty="0" err="1">
                <a:solidFill>
                  <a:srgbClr val="0070C0"/>
                </a:solidFill>
                <a:latin typeface="微软雅黑" panose="020B0503020204020204" pitchFamily="34" charset="-122"/>
                <a:ea typeface="微软雅黑" panose="020B0503020204020204" pitchFamily="34" charset="-122"/>
              </a:rPr>
              <a:t>outInputChannel</a:t>
            </a:r>
            <a:r>
              <a:rPr lang="en-US" altLang="zh-CN" sz="1400" b="0" dirty="0">
                <a:solidFill>
                  <a:srgbClr val="0070C0"/>
                </a:solidFill>
                <a:latin typeface="微软雅黑" panose="020B0503020204020204" pitchFamily="34" charset="-122"/>
                <a:ea typeface="微软雅黑" panose="020B0503020204020204" pitchFamily="34" charset="-122"/>
              </a:rPr>
              <a:t> != null)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mClientChannel.transferTo</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outInputChannel</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mClientChannel.dispose</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mClientChannel</a:t>
            </a:r>
            <a:r>
              <a:rPr lang="en-US" altLang="zh-CN" sz="1400" b="0" dirty="0">
                <a:solidFill>
                  <a:srgbClr val="0070C0"/>
                </a:solidFill>
                <a:latin typeface="微软雅黑" panose="020B0503020204020204" pitchFamily="34" charset="-122"/>
                <a:ea typeface="微软雅黑" panose="020B0503020204020204" pitchFamily="34" charset="-122"/>
              </a:rPr>
              <a:t> = null;</a:t>
            </a:r>
          </a:p>
          <a:p>
            <a:pPr algn="l"/>
            <a:r>
              <a:rPr lang="en-US" altLang="zh-CN" sz="1400" b="0" dirty="0">
                <a:solidFill>
                  <a:srgbClr val="0070C0"/>
                </a:solidFill>
                <a:latin typeface="微软雅黑" panose="020B0503020204020204" pitchFamily="34" charset="-122"/>
                <a:ea typeface="微软雅黑" panose="020B0503020204020204" pitchFamily="34" charset="-122"/>
              </a:rPr>
              <a:t>    } else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endParaRPr lang="zh-CN" altLang="en-US" sz="1600" b="0"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8276619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err="1">
                <a:latin typeface="微软雅黑" panose="020B0503020204020204" pitchFamily="34" charset="-122"/>
                <a:ea typeface="微软雅黑" panose="020B0503020204020204" pitchFamily="34" charset="-122"/>
              </a:rPr>
              <a:t>InputChannel</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5355312"/>
          </a:xfrm>
          <a:prstGeom prst="rect">
            <a:avLst/>
          </a:prstGeom>
          <a:noFill/>
        </p:spPr>
        <p:txBody>
          <a:bodyPr wrap="square" rtlCol="0">
            <a:spAutoFit/>
          </a:bodyPr>
          <a:lstStyle/>
          <a:p>
            <a:pPr algn="l"/>
            <a:r>
              <a:rPr lang="zh-CN" altLang="en-US" sz="1600" b="0" dirty="0" smtClean="0">
                <a:latin typeface="微软雅黑" panose="020B0503020204020204" pitchFamily="34" charset="-122"/>
                <a:ea typeface="微软雅黑" panose="020B0503020204020204" pitchFamily="34" charset="-122"/>
              </a:rPr>
              <a:t>创建</a:t>
            </a:r>
            <a:r>
              <a:rPr lang="en-US" altLang="zh-CN" sz="1600" b="0" dirty="0" err="1" smtClean="0">
                <a:latin typeface="微软雅黑" panose="020B0503020204020204" pitchFamily="34" charset="-122"/>
                <a:ea typeface="微软雅黑" panose="020B0503020204020204" pitchFamily="34" charset="-122"/>
              </a:rPr>
              <a:t>InputChannel</a:t>
            </a:r>
            <a:r>
              <a:rPr lang="zh-CN" altLang="en-US" sz="1600" b="0" dirty="0" smtClean="0">
                <a:latin typeface="微软雅黑" panose="020B0503020204020204" pitchFamily="34" charset="-122"/>
                <a:ea typeface="微软雅黑" panose="020B0503020204020204" pitchFamily="34" charset="-122"/>
              </a:rPr>
              <a:t>最后调用到</a:t>
            </a:r>
            <a:r>
              <a:rPr lang="zh-CN" altLang="en-US" sz="1600" b="0" dirty="0">
                <a:latin typeface="微软雅黑" panose="020B0503020204020204" pitchFamily="34" charset="-122"/>
                <a:ea typeface="微软雅黑" panose="020B0503020204020204" pitchFamily="34" charset="-122"/>
              </a:rPr>
              <a:t>如下</a:t>
            </a:r>
            <a:r>
              <a:rPr lang="zh-CN" altLang="en-US" sz="1600" b="0" dirty="0" smtClean="0">
                <a:latin typeface="微软雅黑" panose="020B0503020204020204" pitchFamily="34" charset="-122"/>
                <a:ea typeface="微软雅黑" panose="020B0503020204020204" pitchFamily="34" charset="-122"/>
              </a:rPr>
              <a:t>函数，这里创建</a:t>
            </a:r>
            <a:r>
              <a:rPr lang="zh-CN" altLang="en-US" sz="1600" b="0" dirty="0">
                <a:latin typeface="微软雅黑" panose="020B0503020204020204" pitchFamily="34" charset="-122"/>
                <a:ea typeface="微软雅黑" panose="020B0503020204020204" pitchFamily="34" charset="-122"/>
              </a:rPr>
              <a:t>了一对</a:t>
            </a:r>
            <a:r>
              <a:rPr lang="en-US" altLang="zh-CN" sz="1600" b="0" dirty="0">
                <a:latin typeface="微软雅黑" panose="020B0503020204020204" pitchFamily="34" charset="-122"/>
                <a:ea typeface="微软雅黑" panose="020B0503020204020204" pitchFamily="34" charset="-122"/>
              </a:rPr>
              <a:t>"socket"</a:t>
            </a:r>
            <a:r>
              <a:rPr lang="zh-CN" altLang="en-US" sz="1600" b="0" dirty="0">
                <a:latin typeface="微软雅黑" panose="020B0503020204020204" pitchFamily="34" charset="-122"/>
                <a:ea typeface="微软雅黑" panose="020B0503020204020204" pitchFamily="34" charset="-122"/>
              </a:rPr>
              <a:t>和一对</a:t>
            </a:r>
            <a:r>
              <a:rPr lang="en-US" altLang="zh-CN" sz="1600" b="0" dirty="0">
                <a:latin typeface="微软雅黑" panose="020B0503020204020204" pitchFamily="34" charset="-122"/>
                <a:ea typeface="微软雅黑" panose="020B0503020204020204" pitchFamily="34" charset="-122"/>
              </a:rPr>
              <a:t>native</a:t>
            </a:r>
            <a:r>
              <a:rPr lang="zh-CN" altLang="en-US" sz="1600" b="0" dirty="0">
                <a:latin typeface="微软雅黑" panose="020B0503020204020204" pitchFamily="34" charset="-122"/>
                <a:ea typeface="微软雅黑" panose="020B0503020204020204" pitchFamily="34" charset="-122"/>
              </a:rPr>
              <a:t>层</a:t>
            </a:r>
            <a:r>
              <a:rPr lang="en-US" altLang="zh-CN" sz="1600" b="0" dirty="0" err="1">
                <a:latin typeface="微软雅黑" panose="020B0503020204020204" pitchFamily="34" charset="-122"/>
                <a:ea typeface="微软雅黑" panose="020B0503020204020204" pitchFamily="34" charset="-122"/>
              </a:rPr>
              <a:t>InputChannel</a:t>
            </a:r>
            <a:r>
              <a:rPr lang="zh-CN" altLang="en-US" sz="1600" b="0" dirty="0">
                <a:latin typeface="微软雅黑" panose="020B0503020204020204" pitchFamily="34" charset="-122"/>
                <a:ea typeface="微软雅黑" panose="020B0503020204020204" pitchFamily="34" charset="-122"/>
              </a:rPr>
              <a:t>，并将</a:t>
            </a:r>
            <a:r>
              <a:rPr lang="zh-CN" altLang="en-US" sz="1600" b="0" dirty="0" smtClean="0">
                <a:latin typeface="微软雅黑" panose="020B0503020204020204" pitchFamily="34" charset="-122"/>
                <a:ea typeface="微软雅黑" panose="020B0503020204020204" pitchFamily="34" charset="-122"/>
              </a:rPr>
              <a:t>他们区分</a:t>
            </a:r>
            <a:r>
              <a:rPr lang="zh-CN" altLang="en-US" sz="1600" b="0" dirty="0">
                <a:latin typeface="微软雅黑" panose="020B0503020204020204" pitchFamily="34" charset="-122"/>
                <a:ea typeface="微软雅黑" panose="020B0503020204020204" pitchFamily="34" charset="-122"/>
              </a:rPr>
              <a:t>为</a:t>
            </a:r>
            <a:r>
              <a:rPr lang="en-US" altLang="zh-CN" sz="1600" b="0" dirty="0">
                <a:latin typeface="微软雅黑" panose="020B0503020204020204" pitchFamily="34" charset="-122"/>
                <a:ea typeface="微软雅黑" panose="020B0503020204020204" pitchFamily="34" charset="-122"/>
              </a:rPr>
              <a:t>"server"</a:t>
            </a:r>
            <a:r>
              <a:rPr lang="zh-CN" altLang="en-US" sz="1600" b="0" dirty="0">
                <a:latin typeface="微软雅黑" panose="020B0503020204020204" pitchFamily="34" charset="-122"/>
                <a:ea typeface="微软雅黑" panose="020B0503020204020204" pitchFamily="34" charset="-122"/>
              </a:rPr>
              <a:t>端和“</a:t>
            </a:r>
            <a:r>
              <a:rPr lang="en-US" altLang="zh-CN" sz="1600" b="0" dirty="0">
                <a:latin typeface="微软雅黑" panose="020B0503020204020204" pitchFamily="34" charset="-122"/>
                <a:ea typeface="微软雅黑" panose="020B0503020204020204" pitchFamily="34" charset="-122"/>
              </a:rPr>
              <a:t>client”</a:t>
            </a:r>
            <a:r>
              <a:rPr lang="zh-CN" altLang="en-US" sz="1600" b="0" dirty="0">
                <a:latin typeface="微软雅黑" panose="020B0503020204020204" pitchFamily="34" charset="-122"/>
                <a:ea typeface="微软雅黑" panose="020B0503020204020204" pitchFamily="34" charset="-122"/>
              </a:rPr>
              <a:t>端，</a:t>
            </a:r>
            <a:r>
              <a:rPr lang="en-US" altLang="zh-CN" sz="1600" b="0" dirty="0">
                <a:latin typeface="微软雅黑" panose="020B0503020204020204" pitchFamily="34" charset="-122"/>
                <a:ea typeface="微软雅黑" panose="020B0503020204020204" pitchFamily="34" charset="-122"/>
              </a:rPr>
              <a:t>"server"</a:t>
            </a:r>
            <a:r>
              <a:rPr lang="zh-CN" altLang="en-US" sz="1600" b="0" dirty="0">
                <a:latin typeface="微软雅黑" panose="020B0503020204020204" pitchFamily="34" charset="-122"/>
                <a:ea typeface="微软雅黑" panose="020B0503020204020204" pitchFamily="34" charset="-122"/>
              </a:rPr>
              <a:t>端</a:t>
            </a:r>
            <a:r>
              <a:rPr lang="en-US" altLang="zh-CN" sz="1600" b="0" dirty="0" err="1">
                <a:latin typeface="微软雅黑" panose="020B0503020204020204" pitchFamily="34" charset="-122"/>
                <a:ea typeface="微软雅黑" panose="020B0503020204020204" pitchFamily="34" charset="-122"/>
              </a:rPr>
              <a:t>InputChannel</a:t>
            </a:r>
            <a:r>
              <a:rPr lang="zh-CN" altLang="en-US" sz="1600" b="0" dirty="0">
                <a:latin typeface="微软雅黑" panose="020B0503020204020204" pitchFamily="34" charset="-122"/>
                <a:ea typeface="微软雅黑" panose="020B0503020204020204" pitchFamily="34" charset="-122"/>
              </a:rPr>
              <a:t>保存了</a:t>
            </a:r>
            <a:r>
              <a:rPr lang="en-US" altLang="zh-CN" sz="1600" b="0" dirty="0">
                <a:latin typeface="微软雅黑" panose="020B0503020204020204" pitchFamily="34" charset="-122"/>
                <a:ea typeface="微软雅黑" panose="020B0503020204020204" pitchFamily="34" charset="-122"/>
              </a:rPr>
              <a:t>"server"</a:t>
            </a:r>
            <a:r>
              <a:rPr lang="zh-CN" altLang="en-US" sz="1600" b="0" dirty="0">
                <a:latin typeface="微软雅黑" panose="020B0503020204020204" pitchFamily="34" charset="-122"/>
                <a:ea typeface="微软雅黑" panose="020B0503020204020204" pitchFamily="34" charset="-122"/>
              </a:rPr>
              <a:t>端</a:t>
            </a:r>
            <a:r>
              <a:rPr lang="en-US" altLang="zh-CN" sz="1600" b="0" dirty="0">
                <a:latin typeface="微软雅黑" panose="020B0503020204020204" pitchFamily="34" charset="-122"/>
                <a:ea typeface="微软雅黑" panose="020B0503020204020204" pitchFamily="34" charset="-122"/>
              </a:rPr>
              <a:t>"socket"</a:t>
            </a:r>
            <a:r>
              <a:rPr lang="zh-CN" altLang="en-US" sz="1600" b="0" dirty="0">
                <a:latin typeface="微软雅黑" panose="020B0503020204020204" pitchFamily="34" charset="-122"/>
                <a:ea typeface="微软雅黑" panose="020B0503020204020204" pitchFamily="34" charset="-122"/>
              </a:rPr>
              <a:t>的</a:t>
            </a:r>
            <a:r>
              <a:rPr lang="en-US" altLang="zh-CN" sz="1600" b="0" dirty="0" err="1">
                <a:latin typeface="微软雅黑" panose="020B0503020204020204" pitchFamily="34" charset="-122"/>
                <a:ea typeface="微软雅黑" panose="020B0503020204020204" pitchFamily="34" charset="-122"/>
              </a:rPr>
              <a:t>fd</a:t>
            </a:r>
            <a:r>
              <a:rPr lang="zh-CN" altLang="en-US" sz="1600" b="0" dirty="0">
                <a:latin typeface="微软雅黑" panose="020B0503020204020204" pitchFamily="34" charset="-122"/>
                <a:ea typeface="微软雅黑" panose="020B0503020204020204" pitchFamily="34" charset="-122"/>
              </a:rPr>
              <a:t>，</a:t>
            </a:r>
            <a:r>
              <a:rPr lang="en-US" altLang="zh-CN" sz="1600" b="0" dirty="0">
                <a:latin typeface="微软雅黑" panose="020B0503020204020204" pitchFamily="34" charset="-122"/>
                <a:ea typeface="微软雅黑" panose="020B0503020204020204" pitchFamily="34" charset="-122"/>
              </a:rPr>
              <a:t>"client"</a:t>
            </a:r>
            <a:r>
              <a:rPr lang="zh-CN" altLang="en-US" sz="1600" b="0" dirty="0">
                <a:latin typeface="微软雅黑" panose="020B0503020204020204" pitchFamily="34" charset="-122"/>
                <a:ea typeface="微软雅黑" panose="020B0503020204020204" pitchFamily="34" charset="-122"/>
              </a:rPr>
              <a:t>端</a:t>
            </a:r>
            <a:r>
              <a:rPr lang="en-US" altLang="zh-CN" sz="1600" b="0" dirty="0" err="1">
                <a:latin typeface="微软雅黑" panose="020B0503020204020204" pitchFamily="34" charset="-122"/>
                <a:ea typeface="微软雅黑" panose="020B0503020204020204" pitchFamily="34" charset="-122"/>
              </a:rPr>
              <a:t>InputChannel</a:t>
            </a:r>
            <a:r>
              <a:rPr lang="zh-CN" altLang="en-US" sz="1600" b="0" dirty="0">
                <a:latin typeface="微软雅黑" panose="020B0503020204020204" pitchFamily="34" charset="-122"/>
                <a:ea typeface="微软雅黑" panose="020B0503020204020204" pitchFamily="34" charset="-122"/>
              </a:rPr>
              <a:t>保存了</a:t>
            </a:r>
            <a:r>
              <a:rPr lang="en-US" altLang="zh-CN" sz="1600" b="0" dirty="0">
                <a:latin typeface="微软雅黑" panose="020B0503020204020204" pitchFamily="34" charset="-122"/>
                <a:ea typeface="微软雅黑" panose="020B0503020204020204" pitchFamily="34" charset="-122"/>
              </a:rPr>
              <a:t>"client"</a:t>
            </a:r>
            <a:r>
              <a:rPr lang="zh-CN" altLang="en-US" sz="1600" b="0" dirty="0">
                <a:latin typeface="微软雅黑" panose="020B0503020204020204" pitchFamily="34" charset="-122"/>
                <a:ea typeface="微软雅黑" panose="020B0503020204020204" pitchFamily="34" charset="-122"/>
              </a:rPr>
              <a:t>端</a:t>
            </a:r>
            <a:r>
              <a:rPr lang="en-US" altLang="zh-CN" sz="1600" b="0" dirty="0">
                <a:latin typeface="微软雅黑" panose="020B0503020204020204" pitchFamily="34" charset="-122"/>
                <a:ea typeface="微软雅黑" panose="020B0503020204020204" pitchFamily="34" charset="-122"/>
              </a:rPr>
              <a:t>socket</a:t>
            </a:r>
            <a:r>
              <a:rPr lang="zh-CN" altLang="en-US" sz="1600" b="0" dirty="0">
                <a:latin typeface="微软雅黑" panose="020B0503020204020204" pitchFamily="34" charset="-122"/>
                <a:ea typeface="微软雅黑" panose="020B0503020204020204" pitchFamily="34" charset="-122"/>
              </a:rPr>
              <a:t>的</a:t>
            </a:r>
            <a:r>
              <a:rPr lang="en-US" altLang="zh-CN" sz="1600" b="0" dirty="0" err="1" smtClean="0">
                <a:latin typeface="微软雅黑" panose="020B0503020204020204" pitchFamily="34" charset="-122"/>
                <a:ea typeface="微软雅黑" panose="020B0503020204020204" pitchFamily="34" charset="-122"/>
              </a:rPr>
              <a:t>fd</a:t>
            </a:r>
            <a:r>
              <a:rPr lang="zh-CN" altLang="en-US" sz="1600" b="0" dirty="0" smtClean="0">
                <a:latin typeface="微软雅黑" panose="020B0503020204020204" pitchFamily="34" charset="-122"/>
                <a:ea typeface="微软雅黑" panose="020B0503020204020204" pitchFamily="34" charset="-122"/>
              </a:rPr>
              <a:t>：</a:t>
            </a:r>
            <a:endParaRPr lang="en-US" altLang="zh-CN" sz="1600" b="0" dirty="0">
              <a:latin typeface="微软雅黑" panose="020B0503020204020204" pitchFamily="34" charset="-122"/>
              <a:ea typeface="微软雅黑" panose="020B0503020204020204" pitchFamily="34" charset="-122"/>
            </a:endParaRPr>
          </a:p>
          <a:p>
            <a:pPr algn="l"/>
            <a:r>
              <a:rPr lang="en-US" altLang="zh-CN" sz="1400" b="0" dirty="0" err="1">
                <a:solidFill>
                  <a:srgbClr val="0070C0"/>
                </a:solidFill>
                <a:latin typeface="微软雅黑" panose="020B0503020204020204" pitchFamily="34" charset="-122"/>
                <a:ea typeface="微软雅黑" panose="020B0503020204020204" pitchFamily="34" charset="-122"/>
              </a:rPr>
              <a:t>status_t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InputChannel</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openInputChannelPair</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const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std</a:t>
            </a:r>
            <a:r>
              <a:rPr lang="en-US" altLang="zh-CN" sz="1400" b="0" dirty="0">
                <a:solidFill>
                  <a:srgbClr val="0070C0"/>
                </a:solidFill>
                <a:latin typeface="微软雅黑" panose="020B0503020204020204" pitchFamily="34" charset="-122"/>
                <a:ea typeface="微软雅黑" panose="020B0503020204020204" pitchFamily="34" charset="-122"/>
              </a:rPr>
              <a:t>::string&amp; name,</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sp</a:t>
            </a:r>
            <a:r>
              <a:rPr lang="en-US" altLang="zh-CN" sz="1400" b="0" dirty="0">
                <a:solidFill>
                  <a:srgbClr val="0070C0"/>
                </a:solidFill>
                <a:latin typeface="微软雅黑" panose="020B0503020204020204" pitchFamily="34" charset="-122"/>
                <a:ea typeface="微软雅黑" panose="020B0503020204020204" pitchFamily="34" charset="-122"/>
              </a:rPr>
              <a:t>&lt;</a:t>
            </a:r>
            <a:r>
              <a:rPr lang="en-US" altLang="zh-CN" sz="1400" b="0" dirty="0" err="1">
                <a:solidFill>
                  <a:srgbClr val="0070C0"/>
                </a:solidFill>
                <a:latin typeface="微软雅黑" panose="020B0503020204020204" pitchFamily="34" charset="-122"/>
                <a:ea typeface="微软雅黑" panose="020B0503020204020204" pitchFamily="34" charset="-122"/>
              </a:rPr>
              <a:t>InputChannel</a:t>
            </a:r>
            <a:r>
              <a:rPr lang="en-US" altLang="zh-CN" sz="1400" b="0" dirty="0">
                <a:solidFill>
                  <a:srgbClr val="0070C0"/>
                </a:solidFill>
                <a:latin typeface="微软雅黑" panose="020B0503020204020204" pitchFamily="34" charset="-122"/>
                <a:ea typeface="微软雅黑" panose="020B0503020204020204" pitchFamily="34" charset="-122"/>
              </a:rPr>
              <a:t>&gt;&amp; </a:t>
            </a:r>
            <a:r>
              <a:rPr lang="en-US" altLang="zh-CN" sz="1400" b="0" dirty="0" err="1">
                <a:solidFill>
                  <a:srgbClr val="0070C0"/>
                </a:solidFill>
                <a:latin typeface="微软雅黑" panose="020B0503020204020204" pitchFamily="34" charset="-122"/>
                <a:ea typeface="微软雅黑" panose="020B0503020204020204" pitchFamily="34" charset="-122"/>
              </a:rPr>
              <a:t>outServerChannel</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sp</a:t>
            </a:r>
            <a:r>
              <a:rPr lang="en-US" altLang="zh-CN" sz="1400" b="0" dirty="0">
                <a:solidFill>
                  <a:srgbClr val="0070C0"/>
                </a:solidFill>
                <a:latin typeface="微软雅黑" panose="020B0503020204020204" pitchFamily="34" charset="-122"/>
                <a:ea typeface="微软雅黑" panose="020B0503020204020204" pitchFamily="34" charset="-122"/>
              </a:rPr>
              <a:t>&lt;</a:t>
            </a:r>
            <a:r>
              <a:rPr lang="en-US" altLang="zh-CN" sz="1400" b="0" dirty="0" err="1">
                <a:solidFill>
                  <a:srgbClr val="0070C0"/>
                </a:solidFill>
                <a:latin typeface="微软雅黑" panose="020B0503020204020204" pitchFamily="34" charset="-122"/>
                <a:ea typeface="微软雅黑" panose="020B0503020204020204" pitchFamily="34" charset="-122"/>
              </a:rPr>
              <a:t>InputChannel</a:t>
            </a:r>
            <a:r>
              <a:rPr lang="en-US" altLang="zh-CN" sz="1400" b="0" dirty="0">
                <a:solidFill>
                  <a:srgbClr val="0070C0"/>
                </a:solidFill>
                <a:latin typeface="微软雅黑" panose="020B0503020204020204" pitchFamily="34" charset="-122"/>
                <a:ea typeface="微软雅黑" panose="020B0503020204020204" pitchFamily="34" charset="-122"/>
              </a:rPr>
              <a:t>&gt;&amp; </a:t>
            </a:r>
            <a:r>
              <a:rPr lang="en-US" altLang="zh-CN" sz="1400" b="0" dirty="0" err="1">
                <a:solidFill>
                  <a:srgbClr val="0070C0"/>
                </a:solidFill>
                <a:latin typeface="微软雅黑" panose="020B0503020204020204" pitchFamily="34" charset="-122"/>
                <a:ea typeface="微软雅黑" panose="020B0503020204020204" pitchFamily="34" charset="-122"/>
              </a:rPr>
              <a:t>outClientChannel</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int</a:t>
            </a:r>
            <a:r>
              <a:rPr lang="en-US" altLang="zh-CN" sz="1400" b="0" dirty="0">
                <a:solidFill>
                  <a:srgbClr val="0070C0"/>
                </a:solidFill>
                <a:latin typeface="微软雅黑" panose="020B0503020204020204" pitchFamily="34" charset="-122"/>
                <a:ea typeface="微软雅黑" panose="020B0503020204020204" pitchFamily="34" charset="-122"/>
              </a:rPr>
              <a:t> sockets[2];</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int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bufferSize</a:t>
            </a:r>
            <a:r>
              <a:rPr lang="en-US" altLang="zh-CN" sz="1400" b="0" dirty="0">
                <a:solidFill>
                  <a:srgbClr val="0070C0"/>
                </a:solidFill>
                <a:latin typeface="微软雅黑" panose="020B0503020204020204" pitchFamily="34" charset="-122"/>
                <a:ea typeface="微软雅黑" panose="020B0503020204020204" pitchFamily="34" charset="-122"/>
              </a:rPr>
              <a:t> = SOCKET_BUFFER_SIZE;</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setsockopt</a:t>
            </a:r>
            <a:r>
              <a:rPr lang="en-US" altLang="zh-CN" sz="1400" b="0" dirty="0">
                <a:solidFill>
                  <a:srgbClr val="0070C0"/>
                </a:solidFill>
                <a:latin typeface="微软雅黑" panose="020B0503020204020204" pitchFamily="34" charset="-122"/>
                <a:ea typeface="微软雅黑" panose="020B0503020204020204" pitchFamily="34" charset="-122"/>
              </a:rPr>
              <a:t>(sockets[0], SOL_SOCKET, SO_SNDBUF, &amp;</a:t>
            </a:r>
            <a:r>
              <a:rPr lang="en-US" altLang="zh-CN" sz="1400" b="0" dirty="0" err="1">
                <a:solidFill>
                  <a:srgbClr val="0070C0"/>
                </a:solidFill>
                <a:latin typeface="微软雅黑" panose="020B0503020204020204" pitchFamily="34" charset="-122"/>
                <a:ea typeface="微软雅黑" panose="020B0503020204020204" pitchFamily="34" charset="-122"/>
              </a:rPr>
              <a:t>bufferSize</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sizeof</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bufferSize</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setsockopt</a:t>
            </a:r>
            <a:r>
              <a:rPr lang="en-US" altLang="zh-CN" sz="1400" b="0" dirty="0">
                <a:solidFill>
                  <a:srgbClr val="0070C0"/>
                </a:solidFill>
                <a:latin typeface="微软雅黑" panose="020B0503020204020204" pitchFamily="34" charset="-122"/>
                <a:ea typeface="微软雅黑" panose="020B0503020204020204" pitchFamily="34" charset="-122"/>
              </a:rPr>
              <a:t>(sockets[0], SOL_SOCKET, SO_RCVBUF, &amp;</a:t>
            </a:r>
            <a:r>
              <a:rPr lang="en-US" altLang="zh-CN" sz="1400" b="0" dirty="0" err="1">
                <a:solidFill>
                  <a:srgbClr val="0070C0"/>
                </a:solidFill>
                <a:latin typeface="微软雅黑" panose="020B0503020204020204" pitchFamily="34" charset="-122"/>
                <a:ea typeface="微软雅黑" panose="020B0503020204020204" pitchFamily="34" charset="-122"/>
              </a:rPr>
              <a:t>bufferSize</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sizeof</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bufferSize</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setsockopt</a:t>
            </a:r>
            <a:r>
              <a:rPr lang="en-US" altLang="zh-CN" sz="1400" b="0" dirty="0">
                <a:solidFill>
                  <a:srgbClr val="0070C0"/>
                </a:solidFill>
                <a:latin typeface="微软雅黑" panose="020B0503020204020204" pitchFamily="34" charset="-122"/>
                <a:ea typeface="微软雅黑" panose="020B0503020204020204" pitchFamily="34" charset="-122"/>
              </a:rPr>
              <a:t>(sockets[1], SOL_SOCKET, SO_SNDBUF, &amp;</a:t>
            </a:r>
            <a:r>
              <a:rPr lang="en-US" altLang="zh-CN" sz="1400" b="0" dirty="0" err="1">
                <a:solidFill>
                  <a:srgbClr val="0070C0"/>
                </a:solidFill>
                <a:latin typeface="微软雅黑" panose="020B0503020204020204" pitchFamily="34" charset="-122"/>
                <a:ea typeface="微软雅黑" panose="020B0503020204020204" pitchFamily="34" charset="-122"/>
              </a:rPr>
              <a:t>bufferSize</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sizeof</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bufferSize</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setsockopt</a:t>
            </a:r>
            <a:r>
              <a:rPr lang="en-US" altLang="zh-CN" sz="1400" b="0" dirty="0">
                <a:solidFill>
                  <a:srgbClr val="0070C0"/>
                </a:solidFill>
                <a:latin typeface="微软雅黑" panose="020B0503020204020204" pitchFamily="34" charset="-122"/>
                <a:ea typeface="微软雅黑" panose="020B0503020204020204" pitchFamily="34" charset="-122"/>
              </a:rPr>
              <a:t>(sockets[1], SOL_SOCKET, SO_RCVBUF, &amp;</a:t>
            </a:r>
            <a:r>
              <a:rPr lang="en-US" altLang="zh-CN" sz="1400" b="0" dirty="0" err="1">
                <a:solidFill>
                  <a:srgbClr val="0070C0"/>
                </a:solidFill>
                <a:latin typeface="微软雅黑" panose="020B0503020204020204" pitchFamily="34" charset="-122"/>
                <a:ea typeface="微软雅黑" panose="020B0503020204020204" pitchFamily="34" charset="-122"/>
              </a:rPr>
              <a:t>bufferSize</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sizeof</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bufferSize</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sp</a:t>
            </a:r>
            <a:r>
              <a:rPr lang="en-US" altLang="zh-CN" sz="1400" b="0" dirty="0">
                <a:solidFill>
                  <a:srgbClr val="0070C0"/>
                </a:solidFill>
                <a:latin typeface="微软雅黑" panose="020B0503020204020204" pitchFamily="34" charset="-122"/>
                <a:ea typeface="微软雅黑" panose="020B0503020204020204" pitchFamily="34" charset="-122"/>
              </a:rPr>
              <a:t>&lt;</a:t>
            </a:r>
            <a:r>
              <a:rPr lang="en-US" altLang="zh-CN" sz="1400" b="0" dirty="0" err="1">
                <a:solidFill>
                  <a:srgbClr val="0070C0"/>
                </a:solidFill>
                <a:latin typeface="微软雅黑" panose="020B0503020204020204" pitchFamily="34" charset="-122"/>
                <a:ea typeface="微软雅黑" panose="020B0503020204020204" pitchFamily="34" charset="-122"/>
              </a:rPr>
              <a:t>IBinder</a:t>
            </a:r>
            <a:r>
              <a:rPr lang="en-US" altLang="zh-CN" sz="1400" b="0" dirty="0">
                <a:solidFill>
                  <a:srgbClr val="0070C0"/>
                </a:solidFill>
                <a:latin typeface="微软雅黑" panose="020B0503020204020204" pitchFamily="34" charset="-122"/>
                <a:ea typeface="微软雅黑" panose="020B0503020204020204" pitchFamily="34" charset="-122"/>
              </a:rPr>
              <a:t>&gt; token = new </a:t>
            </a:r>
            <a:r>
              <a:rPr lang="en-US" altLang="zh-CN" sz="1400" b="0" dirty="0" err="1">
                <a:solidFill>
                  <a:srgbClr val="0070C0"/>
                </a:solidFill>
                <a:latin typeface="微软雅黑" panose="020B0503020204020204" pitchFamily="34" charset="-122"/>
                <a:ea typeface="微软雅黑" panose="020B0503020204020204" pitchFamily="34" charset="-122"/>
              </a:rPr>
              <a:t>BBinder</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std</a:t>
            </a:r>
            <a:r>
              <a:rPr lang="en-US" altLang="zh-CN" sz="1400" b="0" dirty="0">
                <a:solidFill>
                  <a:srgbClr val="0070C0"/>
                </a:solidFill>
                <a:latin typeface="微软雅黑" panose="020B0503020204020204" pitchFamily="34" charset="-122"/>
                <a:ea typeface="微软雅黑" panose="020B0503020204020204" pitchFamily="34" charset="-122"/>
              </a:rPr>
              <a:t>::string </a:t>
            </a:r>
            <a:r>
              <a:rPr lang="en-US" altLang="zh-CN" sz="1400" b="0" dirty="0" err="1">
                <a:solidFill>
                  <a:srgbClr val="0070C0"/>
                </a:solidFill>
                <a:latin typeface="微软雅黑" panose="020B0503020204020204" pitchFamily="34" charset="-122"/>
                <a:ea typeface="微软雅黑" panose="020B0503020204020204" pitchFamily="34" charset="-122"/>
              </a:rPr>
              <a:t>serverChannelName</a:t>
            </a:r>
            <a:r>
              <a:rPr lang="en-US" altLang="zh-CN" sz="1400" b="0" dirty="0">
                <a:solidFill>
                  <a:srgbClr val="0070C0"/>
                </a:solidFill>
                <a:latin typeface="微软雅黑" panose="020B0503020204020204" pitchFamily="34" charset="-122"/>
                <a:ea typeface="微软雅黑" panose="020B0503020204020204" pitchFamily="34" charset="-122"/>
              </a:rPr>
              <a:t> = name + " (server)";</a:t>
            </a:r>
          </a:p>
          <a:p>
            <a:pPr algn="l"/>
            <a:r>
              <a:rPr lang="en-US" altLang="zh-CN" sz="1400" b="0" dirty="0">
                <a:solidFill>
                  <a:srgbClr val="0070C0"/>
                </a:solidFill>
                <a:latin typeface="微软雅黑" panose="020B0503020204020204" pitchFamily="34" charset="-122"/>
                <a:ea typeface="微软雅黑" panose="020B0503020204020204" pitchFamily="34" charset="-122"/>
              </a:rPr>
              <a:t>    android::base::</a:t>
            </a:r>
            <a:r>
              <a:rPr lang="en-US" altLang="zh-CN" sz="1400" b="0" dirty="0" err="1">
                <a:solidFill>
                  <a:srgbClr val="0070C0"/>
                </a:solidFill>
                <a:latin typeface="微软雅黑" panose="020B0503020204020204" pitchFamily="34" charset="-122"/>
                <a:ea typeface="微软雅黑" panose="020B0503020204020204" pitchFamily="34" charset="-122"/>
              </a:rPr>
              <a:t>unique_fd</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serverFd</a:t>
            </a:r>
            <a:r>
              <a:rPr lang="en-US" altLang="zh-CN" sz="1400" b="0" dirty="0">
                <a:solidFill>
                  <a:srgbClr val="0070C0"/>
                </a:solidFill>
                <a:latin typeface="微软雅黑" panose="020B0503020204020204" pitchFamily="34" charset="-122"/>
                <a:ea typeface="微软雅黑" panose="020B0503020204020204" pitchFamily="34" charset="-122"/>
              </a:rPr>
              <a:t>(sockets[0]);</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outServerChannel</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InputChannel</a:t>
            </a:r>
            <a:r>
              <a:rPr lang="en-US" altLang="zh-CN" sz="1400" b="0" dirty="0">
                <a:solidFill>
                  <a:srgbClr val="0070C0"/>
                </a:solidFill>
                <a:latin typeface="微软雅黑" panose="020B0503020204020204" pitchFamily="34" charset="-122"/>
                <a:ea typeface="微软雅黑" panose="020B0503020204020204" pitchFamily="34" charset="-122"/>
              </a:rPr>
              <a:t>::create(</a:t>
            </a:r>
            <a:r>
              <a:rPr lang="en-US" altLang="zh-CN" sz="1400" b="0" dirty="0" err="1">
                <a:solidFill>
                  <a:srgbClr val="0070C0"/>
                </a:solidFill>
                <a:latin typeface="微软雅黑" panose="020B0503020204020204" pitchFamily="34" charset="-122"/>
                <a:ea typeface="微软雅黑" panose="020B0503020204020204" pitchFamily="34" charset="-122"/>
              </a:rPr>
              <a:t>serverChannelName</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std</a:t>
            </a:r>
            <a:r>
              <a:rPr lang="en-US" altLang="zh-CN" sz="1400" b="0" dirty="0">
                <a:solidFill>
                  <a:srgbClr val="0070C0"/>
                </a:solidFill>
                <a:latin typeface="微软雅黑" panose="020B0503020204020204" pitchFamily="34" charset="-122"/>
                <a:ea typeface="微软雅黑" panose="020B0503020204020204" pitchFamily="34" charset="-122"/>
              </a:rPr>
              <a:t>::move(</a:t>
            </a:r>
            <a:r>
              <a:rPr lang="en-US" altLang="zh-CN" sz="1400" b="0" dirty="0" err="1">
                <a:solidFill>
                  <a:srgbClr val="0070C0"/>
                </a:solidFill>
                <a:latin typeface="微软雅黑" panose="020B0503020204020204" pitchFamily="34" charset="-122"/>
                <a:ea typeface="微软雅黑" panose="020B0503020204020204" pitchFamily="34" charset="-122"/>
              </a:rPr>
              <a:t>serverFd</a:t>
            </a:r>
            <a:r>
              <a:rPr lang="en-US" altLang="zh-CN" sz="1400" b="0" dirty="0">
                <a:solidFill>
                  <a:srgbClr val="0070C0"/>
                </a:solidFill>
                <a:latin typeface="微软雅黑" panose="020B0503020204020204" pitchFamily="34" charset="-122"/>
                <a:ea typeface="微软雅黑" panose="020B0503020204020204" pitchFamily="34" charset="-122"/>
              </a:rPr>
              <a:t>), token);</a:t>
            </a:r>
          </a:p>
          <a:p>
            <a:pPr algn="l"/>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std</a:t>
            </a:r>
            <a:r>
              <a:rPr lang="en-US" altLang="zh-CN" sz="1400" b="0" dirty="0">
                <a:solidFill>
                  <a:srgbClr val="0070C0"/>
                </a:solidFill>
                <a:latin typeface="微软雅黑" panose="020B0503020204020204" pitchFamily="34" charset="-122"/>
                <a:ea typeface="微软雅黑" panose="020B0503020204020204" pitchFamily="34" charset="-122"/>
              </a:rPr>
              <a:t>::string </a:t>
            </a:r>
            <a:r>
              <a:rPr lang="en-US" altLang="zh-CN" sz="1400" b="0" dirty="0" err="1">
                <a:solidFill>
                  <a:srgbClr val="0070C0"/>
                </a:solidFill>
                <a:latin typeface="微软雅黑" panose="020B0503020204020204" pitchFamily="34" charset="-122"/>
                <a:ea typeface="微软雅黑" panose="020B0503020204020204" pitchFamily="34" charset="-122"/>
              </a:rPr>
              <a:t>clientChannelName</a:t>
            </a:r>
            <a:r>
              <a:rPr lang="en-US" altLang="zh-CN" sz="1400" b="0" dirty="0">
                <a:solidFill>
                  <a:srgbClr val="0070C0"/>
                </a:solidFill>
                <a:latin typeface="微软雅黑" panose="020B0503020204020204" pitchFamily="34" charset="-122"/>
                <a:ea typeface="微软雅黑" panose="020B0503020204020204" pitchFamily="34" charset="-122"/>
              </a:rPr>
              <a:t> = name + " (client)";</a:t>
            </a:r>
          </a:p>
          <a:p>
            <a:pPr algn="l"/>
            <a:r>
              <a:rPr lang="en-US" altLang="zh-CN" sz="1400" b="0" dirty="0">
                <a:solidFill>
                  <a:srgbClr val="0070C0"/>
                </a:solidFill>
                <a:latin typeface="微软雅黑" panose="020B0503020204020204" pitchFamily="34" charset="-122"/>
                <a:ea typeface="微软雅黑" panose="020B0503020204020204" pitchFamily="34" charset="-122"/>
              </a:rPr>
              <a:t>    android::base::</a:t>
            </a:r>
            <a:r>
              <a:rPr lang="en-US" altLang="zh-CN" sz="1400" b="0" dirty="0" err="1">
                <a:solidFill>
                  <a:srgbClr val="0070C0"/>
                </a:solidFill>
                <a:latin typeface="微软雅黑" panose="020B0503020204020204" pitchFamily="34" charset="-122"/>
                <a:ea typeface="微软雅黑" panose="020B0503020204020204" pitchFamily="34" charset="-122"/>
              </a:rPr>
              <a:t>unique_fd</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clientFd</a:t>
            </a:r>
            <a:r>
              <a:rPr lang="en-US" altLang="zh-CN" sz="1400" b="0" dirty="0">
                <a:solidFill>
                  <a:srgbClr val="0070C0"/>
                </a:solidFill>
                <a:latin typeface="微软雅黑" panose="020B0503020204020204" pitchFamily="34" charset="-122"/>
                <a:ea typeface="微软雅黑" panose="020B0503020204020204" pitchFamily="34" charset="-122"/>
              </a:rPr>
              <a:t>(sockets[1]);</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outClientChannel</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InputChannel</a:t>
            </a:r>
            <a:r>
              <a:rPr lang="en-US" altLang="zh-CN" sz="1400" b="0" dirty="0">
                <a:solidFill>
                  <a:srgbClr val="0070C0"/>
                </a:solidFill>
                <a:latin typeface="微软雅黑" panose="020B0503020204020204" pitchFamily="34" charset="-122"/>
                <a:ea typeface="微软雅黑" panose="020B0503020204020204" pitchFamily="34" charset="-122"/>
              </a:rPr>
              <a:t>::create(</a:t>
            </a:r>
            <a:r>
              <a:rPr lang="en-US" altLang="zh-CN" sz="1400" b="0" dirty="0" err="1">
                <a:solidFill>
                  <a:srgbClr val="0070C0"/>
                </a:solidFill>
                <a:latin typeface="微软雅黑" panose="020B0503020204020204" pitchFamily="34" charset="-122"/>
                <a:ea typeface="微软雅黑" panose="020B0503020204020204" pitchFamily="34" charset="-122"/>
              </a:rPr>
              <a:t>clientChannelName</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std</a:t>
            </a:r>
            <a:r>
              <a:rPr lang="en-US" altLang="zh-CN" sz="1400" b="0" dirty="0">
                <a:solidFill>
                  <a:srgbClr val="0070C0"/>
                </a:solidFill>
                <a:latin typeface="微软雅黑" panose="020B0503020204020204" pitchFamily="34" charset="-122"/>
                <a:ea typeface="微软雅黑" panose="020B0503020204020204" pitchFamily="34" charset="-122"/>
              </a:rPr>
              <a:t>::move(</a:t>
            </a:r>
            <a:r>
              <a:rPr lang="en-US" altLang="zh-CN" sz="1400" b="0" dirty="0" err="1">
                <a:solidFill>
                  <a:srgbClr val="0070C0"/>
                </a:solidFill>
                <a:latin typeface="微软雅黑" panose="020B0503020204020204" pitchFamily="34" charset="-122"/>
                <a:ea typeface="微软雅黑" panose="020B0503020204020204" pitchFamily="34" charset="-122"/>
              </a:rPr>
              <a:t>clientFd</a:t>
            </a:r>
            <a:r>
              <a:rPr lang="en-US" altLang="zh-CN" sz="1400" b="0" dirty="0">
                <a:solidFill>
                  <a:srgbClr val="0070C0"/>
                </a:solidFill>
                <a:latin typeface="微软雅黑" panose="020B0503020204020204" pitchFamily="34" charset="-122"/>
                <a:ea typeface="微软雅黑" panose="020B0503020204020204" pitchFamily="34" charset="-122"/>
              </a:rPr>
              <a:t>), token);</a:t>
            </a:r>
          </a:p>
          <a:p>
            <a:pPr algn="l"/>
            <a:r>
              <a:rPr lang="en-US" altLang="zh-CN" sz="1400" b="0" dirty="0">
                <a:solidFill>
                  <a:srgbClr val="0070C0"/>
                </a:solidFill>
                <a:latin typeface="微软雅黑" panose="020B0503020204020204" pitchFamily="34" charset="-122"/>
                <a:ea typeface="微软雅黑" panose="020B0503020204020204" pitchFamily="34" charset="-122"/>
              </a:rPr>
              <a:t>    return OK;</a:t>
            </a:r>
          </a:p>
          <a:p>
            <a:pPr algn="l"/>
            <a:r>
              <a:rPr lang="en-US" altLang="zh-CN" sz="1400" b="0" dirty="0">
                <a:solidFill>
                  <a:srgbClr val="0070C0"/>
                </a:solidFill>
                <a:latin typeface="微软雅黑" panose="020B0503020204020204" pitchFamily="34" charset="-122"/>
                <a:ea typeface="微软雅黑" panose="020B0503020204020204" pitchFamily="34" charset="-122"/>
              </a:rPr>
              <a:t>}</a:t>
            </a:r>
            <a:endParaRPr lang="zh-CN" altLang="en-US" sz="1600" b="0"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5248134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err="1">
                <a:latin typeface="微软雅黑" panose="020B0503020204020204" pitchFamily="34" charset="-122"/>
                <a:ea typeface="微软雅黑" panose="020B0503020204020204" pitchFamily="34" charset="-122"/>
              </a:rPr>
              <a:t>InputChannel</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5478423"/>
          </a:xfrm>
          <a:prstGeom prst="rect">
            <a:avLst/>
          </a:prstGeom>
          <a:noFill/>
        </p:spPr>
        <p:txBody>
          <a:bodyPr wrap="square" rtlCol="0">
            <a:spAutoFit/>
          </a:bodyPr>
          <a:lstStyle/>
          <a:p>
            <a:pPr algn="l"/>
            <a:r>
              <a:rPr lang="zh-CN" altLang="en-US" sz="1600" b="0" dirty="0" smtClean="0">
                <a:latin typeface="微软雅黑" panose="020B0503020204020204" pitchFamily="34" charset="-122"/>
                <a:ea typeface="微软雅黑" panose="020B0503020204020204" pitchFamily="34" charset="-122"/>
              </a:rPr>
              <a:t>注册</a:t>
            </a:r>
            <a:r>
              <a:rPr lang="en-US" altLang="zh-CN" sz="1600" b="0" dirty="0" err="1" smtClean="0">
                <a:latin typeface="微软雅黑" panose="020B0503020204020204" pitchFamily="34" charset="-122"/>
                <a:ea typeface="微软雅黑" panose="020B0503020204020204" pitchFamily="34" charset="-122"/>
              </a:rPr>
              <a:t>InputChannel</a:t>
            </a:r>
            <a:r>
              <a:rPr lang="zh-CN" altLang="en-US" sz="1600" b="0" dirty="0" smtClean="0">
                <a:latin typeface="微软雅黑" panose="020B0503020204020204" pitchFamily="34" charset="-122"/>
                <a:ea typeface="微软雅黑" panose="020B0503020204020204" pitchFamily="34" charset="-122"/>
              </a:rPr>
              <a:t>服务端：</a:t>
            </a:r>
            <a:endParaRPr lang="en-US" altLang="zh-CN" sz="1600" b="0" dirty="0" smtClean="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先</a:t>
            </a:r>
            <a:r>
              <a:rPr lang="zh-CN" altLang="en-US" sz="1600" b="0" dirty="0">
                <a:latin typeface="微软雅黑" panose="020B0503020204020204" pitchFamily="34" charset="-122"/>
                <a:ea typeface="微软雅黑" panose="020B0503020204020204" pitchFamily="34" charset="-122"/>
              </a:rPr>
              <a:t>创建一个</a:t>
            </a:r>
            <a:r>
              <a:rPr lang="en-US" altLang="zh-CN" sz="1600" b="0" dirty="0">
                <a:latin typeface="微软雅黑" panose="020B0503020204020204" pitchFamily="34" charset="-122"/>
                <a:ea typeface="微软雅黑" panose="020B0503020204020204" pitchFamily="34" charset="-122"/>
              </a:rPr>
              <a:t>Connection</a:t>
            </a:r>
            <a:r>
              <a:rPr lang="zh-CN" altLang="en-US" sz="1600" b="0" dirty="0">
                <a:latin typeface="微软雅黑" panose="020B0503020204020204" pitchFamily="34" charset="-122"/>
                <a:ea typeface="微软雅黑" panose="020B0503020204020204" pitchFamily="34" charset="-122"/>
              </a:rPr>
              <a:t>连接，并以</a:t>
            </a:r>
            <a:r>
              <a:rPr lang="en-US" altLang="zh-CN" sz="1600" b="0" dirty="0" err="1">
                <a:latin typeface="微软雅黑" panose="020B0503020204020204" pitchFamily="34" charset="-122"/>
                <a:ea typeface="微软雅黑" panose="020B0503020204020204" pitchFamily="34" charset="-122"/>
              </a:rPr>
              <a:t>InputChannel</a:t>
            </a:r>
            <a:r>
              <a:rPr lang="zh-CN" altLang="en-US" sz="1600" b="0" dirty="0">
                <a:latin typeface="微软雅黑" panose="020B0503020204020204" pitchFamily="34" charset="-122"/>
                <a:ea typeface="微软雅黑" panose="020B0503020204020204" pitchFamily="34" charset="-122"/>
              </a:rPr>
              <a:t>的</a:t>
            </a:r>
            <a:r>
              <a:rPr lang="en-US" altLang="zh-CN" sz="1600" b="0" dirty="0">
                <a:latin typeface="微软雅黑" panose="020B0503020204020204" pitchFamily="34" charset="-122"/>
                <a:ea typeface="微软雅黑" panose="020B0503020204020204" pitchFamily="34" charset="-122"/>
              </a:rPr>
              <a:t>"socket"</a:t>
            </a:r>
            <a:r>
              <a:rPr lang="zh-CN" altLang="en-US" sz="1600" b="0" dirty="0">
                <a:latin typeface="微软雅黑" panose="020B0503020204020204" pitchFamily="34" charset="-122"/>
                <a:ea typeface="微软雅黑" panose="020B0503020204020204" pitchFamily="34" charset="-122"/>
              </a:rPr>
              <a:t>的</a:t>
            </a:r>
            <a:r>
              <a:rPr lang="en-US" altLang="zh-CN" sz="1600" b="0" dirty="0" err="1">
                <a:latin typeface="微软雅黑" panose="020B0503020204020204" pitchFamily="34" charset="-122"/>
                <a:ea typeface="微软雅黑" panose="020B0503020204020204" pitchFamily="34" charset="-122"/>
              </a:rPr>
              <a:t>fd</a:t>
            </a:r>
            <a:r>
              <a:rPr lang="zh-CN" altLang="en-US" sz="1600" b="0" dirty="0">
                <a:latin typeface="微软雅黑" panose="020B0503020204020204" pitchFamily="34" charset="-122"/>
                <a:ea typeface="微软雅黑" panose="020B0503020204020204" pitchFamily="34" charset="-122"/>
              </a:rPr>
              <a:t>为</a:t>
            </a:r>
            <a:r>
              <a:rPr lang="en-US" altLang="zh-CN" sz="1600" b="0" dirty="0">
                <a:latin typeface="微软雅黑" panose="020B0503020204020204" pitchFamily="34" charset="-122"/>
                <a:ea typeface="微软雅黑" panose="020B0503020204020204" pitchFamily="34" charset="-122"/>
              </a:rPr>
              <a:t>key</a:t>
            </a:r>
            <a:r>
              <a:rPr lang="zh-CN" altLang="en-US" sz="1600" b="0" dirty="0">
                <a:latin typeface="微软雅黑" panose="020B0503020204020204" pitchFamily="34" charset="-122"/>
                <a:ea typeface="微软雅黑" panose="020B0503020204020204" pitchFamily="34" charset="-122"/>
              </a:rPr>
              <a:t>，此连接为</a:t>
            </a:r>
            <a:r>
              <a:rPr lang="en-US" altLang="zh-CN" sz="1600" b="0" dirty="0">
                <a:latin typeface="微软雅黑" panose="020B0503020204020204" pitchFamily="34" charset="-122"/>
                <a:ea typeface="微软雅黑" panose="020B0503020204020204" pitchFamily="34" charset="-122"/>
              </a:rPr>
              <a:t>value</a:t>
            </a:r>
            <a:r>
              <a:rPr lang="zh-CN" altLang="en-US" sz="1600" b="0" dirty="0">
                <a:latin typeface="微软雅黑" panose="020B0503020204020204" pitchFamily="34" charset="-122"/>
                <a:ea typeface="微软雅黑" panose="020B0503020204020204" pitchFamily="34" charset="-122"/>
              </a:rPr>
              <a:t>，存储到</a:t>
            </a:r>
            <a:r>
              <a:rPr lang="en-US" altLang="zh-CN" sz="1600" b="0" dirty="0" err="1">
                <a:latin typeface="微软雅黑" panose="020B0503020204020204" pitchFamily="34" charset="-122"/>
                <a:ea typeface="微软雅黑" panose="020B0503020204020204" pitchFamily="34" charset="-122"/>
              </a:rPr>
              <a:t>InputDispatcher</a:t>
            </a:r>
            <a:r>
              <a:rPr lang="zh-CN" altLang="en-US" sz="1600" b="0" dirty="0">
                <a:latin typeface="微软雅黑" panose="020B0503020204020204" pitchFamily="34" charset="-122"/>
                <a:ea typeface="微软雅黑" panose="020B0503020204020204" pitchFamily="34" charset="-122"/>
              </a:rPr>
              <a:t>的</a:t>
            </a:r>
            <a:r>
              <a:rPr lang="en-US" altLang="zh-CN" sz="1600" b="0" dirty="0" err="1">
                <a:latin typeface="微软雅黑" panose="020B0503020204020204" pitchFamily="34" charset="-122"/>
                <a:ea typeface="微软雅黑" panose="020B0503020204020204" pitchFamily="34" charset="-122"/>
              </a:rPr>
              <a:t>mConnectionsByFd</a:t>
            </a:r>
            <a:r>
              <a:rPr lang="zh-CN" altLang="en-US" sz="1600" b="0" dirty="0">
                <a:latin typeface="微软雅黑" panose="020B0503020204020204" pitchFamily="34" charset="-122"/>
                <a:ea typeface="微软雅黑" panose="020B0503020204020204" pitchFamily="34" charset="-122"/>
              </a:rPr>
              <a:t>中，</a:t>
            </a:r>
            <a:r>
              <a:rPr lang="en-US" altLang="zh-CN" sz="1600" b="0" dirty="0" err="1">
                <a:latin typeface="微软雅黑" panose="020B0503020204020204" pitchFamily="34" charset="-122"/>
                <a:ea typeface="微软雅黑" panose="020B0503020204020204" pitchFamily="34" charset="-122"/>
              </a:rPr>
              <a:t>InputChannel</a:t>
            </a:r>
            <a:r>
              <a:rPr lang="zh-CN" altLang="en-US" sz="1600" b="0" dirty="0">
                <a:latin typeface="微软雅黑" panose="020B0503020204020204" pitchFamily="34" charset="-122"/>
                <a:ea typeface="微软雅黑" panose="020B0503020204020204" pitchFamily="34" charset="-122"/>
              </a:rPr>
              <a:t>的</a:t>
            </a:r>
            <a:r>
              <a:rPr lang="en-US" altLang="zh-CN" sz="1600" b="0" dirty="0">
                <a:latin typeface="微软雅黑" panose="020B0503020204020204" pitchFamily="34" charset="-122"/>
                <a:ea typeface="微软雅黑" panose="020B0503020204020204" pitchFamily="34" charset="-122"/>
              </a:rPr>
              <a:t>token</a:t>
            </a:r>
            <a:r>
              <a:rPr lang="zh-CN" altLang="en-US" sz="1600" b="0" dirty="0">
                <a:latin typeface="微软雅黑" panose="020B0503020204020204" pitchFamily="34" charset="-122"/>
                <a:ea typeface="微软雅黑" panose="020B0503020204020204" pitchFamily="34" charset="-122"/>
              </a:rPr>
              <a:t>对象则保证了注册</a:t>
            </a:r>
            <a:r>
              <a:rPr lang="en-US" altLang="zh-CN" sz="1600" b="0" dirty="0" err="1">
                <a:latin typeface="微软雅黑" panose="020B0503020204020204" pitchFamily="34" charset="-122"/>
                <a:ea typeface="微软雅黑" panose="020B0503020204020204" pitchFamily="34" charset="-122"/>
              </a:rPr>
              <a:t>InputChannel</a:t>
            </a:r>
            <a:r>
              <a:rPr lang="zh-CN" altLang="en-US" sz="1600" b="0" dirty="0">
                <a:latin typeface="微软雅黑" panose="020B0503020204020204" pitchFamily="34" charset="-122"/>
                <a:ea typeface="微软雅黑" panose="020B0503020204020204" pitchFamily="34" charset="-122"/>
              </a:rPr>
              <a:t>的窗口的唯一性，</a:t>
            </a:r>
            <a:r>
              <a:rPr lang="en-US" altLang="zh-CN" sz="1600" b="0" dirty="0">
                <a:latin typeface="微软雅黑" panose="020B0503020204020204" pitchFamily="34" charset="-122"/>
                <a:ea typeface="微软雅黑" panose="020B0503020204020204" pitchFamily="34" charset="-122"/>
              </a:rPr>
              <a:t>token</a:t>
            </a:r>
            <a:r>
              <a:rPr lang="zh-CN" altLang="en-US" sz="1600" b="0" dirty="0">
                <a:latin typeface="微软雅黑" panose="020B0503020204020204" pitchFamily="34" charset="-122"/>
                <a:ea typeface="微软雅黑" panose="020B0503020204020204" pitchFamily="34" charset="-122"/>
              </a:rPr>
              <a:t>为</a:t>
            </a:r>
            <a:r>
              <a:rPr lang="en-US" altLang="zh-CN" sz="1600" b="0" dirty="0">
                <a:latin typeface="微软雅黑" panose="020B0503020204020204" pitchFamily="34" charset="-122"/>
                <a:ea typeface="微软雅黑" panose="020B0503020204020204" pitchFamily="34" charset="-122"/>
              </a:rPr>
              <a:t>key</a:t>
            </a:r>
            <a:r>
              <a:rPr lang="zh-CN" altLang="en-US" sz="1600" b="0" dirty="0">
                <a:latin typeface="微软雅黑" panose="020B0503020204020204" pitchFamily="34" charset="-122"/>
                <a:ea typeface="微软雅黑" panose="020B0503020204020204" pitchFamily="34" charset="-122"/>
              </a:rPr>
              <a:t>，</a:t>
            </a:r>
            <a:r>
              <a:rPr lang="en-US" altLang="zh-CN" sz="1600" b="0" dirty="0" err="1">
                <a:latin typeface="微软雅黑" panose="020B0503020204020204" pitchFamily="34" charset="-122"/>
                <a:ea typeface="微软雅黑" panose="020B0503020204020204" pitchFamily="34" charset="-122"/>
              </a:rPr>
              <a:t>InputChannel</a:t>
            </a:r>
            <a:r>
              <a:rPr lang="zh-CN" altLang="en-US" sz="1600" b="0" dirty="0">
                <a:latin typeface="微软雅黑" panose="020B0503020204020204" pitchFamily="34" charset="-122"/>
                <a:ea typeface="微软雅黑" panose="020B0503020204020204" pitchFamily="34" charset="-122"/>
              </a:rPr>
              <a:t>为</a:t>
            </a:r>
            <a:r>
              <a:rPr lang="en-US" altLang="zh-CN" sz="1600" b="0" dirty="0">
                <a:latin typeface="微软雅黑" panose="020B0503020204020204" pitchFamily="34" charset="-122"/>
                <a:ea typeface="微软雅黑" panose="020B0503020204020204" pitchFamily="34" charset="-122"/>
              </a:rPr>
              <a:t>value</a:t>
            </a:r>
            <a:r>
              <a:rPr lang="zh-CN" altLang="en-US" sz="1600" b="0" dirty="0">
                <a:latin typeface="微软雅黑" panose="020B0503020204020204" pitchFamily="34" charset="-122"/>
                <a:ea typeface="微软雅黑" panose="020B0503020204020204" pitchFamily="34" charset="-122"/>
              </a:rPr>
              <a:t>保存在了</a:t>
            </a:r>
            <a:r>
              <a:rPr lang="en-US" altLang="zh-CN" sz="1600" b="0" dirty="0" err="1">
                <a:latin typeface="微软雅黑" panose="020B0503020204020204" pitchFamily="34" charset="-122"/>
                <a:ea typeface="微软雅黑" panose="020B0503020204020204" pitchFamily="34" charset="-122"/>
              </a:rPr>
              <a:t>InputDispatcher</a:t>
            </a:r>
            <a:r>
              <a:rPr lang="zh-CN" altLang="en-US" sz="1600" b="0" dirty="0">
                <a:latin typeface="微软雅黑" panose="020B0503020204020204" pitchFamily="34" charset="-122"/>
                <a:ea typeface="微软雅黑" panose="020B0503020204020204" pitchFamily="34" charset="-122"/>
              </a:rPr>
              <a:t>的</a:t>
            </a:r>
            <a:r>
              <a:rPr lang="en-US" altLang="zh-CN" sz="1600" b="0" dirty="0" err="1">
                <a:latin typeface="微软雅黑" panose="020B0503020204020204" pitchFamily="34" charset="-122"/>
                <a:ea typeface="微软雅黑" panose="020B0503020204020204" pitchFamily="34" charset="-122"/>
              </a:rPr>
              <a:t>mInputChannelsByToken</a:t>
            </a:r>
            <a:r>
              <a:rPr lang="zh-CN" altLang="en-US" sz="1600" b="0" dirty="0">
                <a:latin typeface="微软雅黑" panose="020B0503020204020204" pitchFamily="34" charset="-122"/>
                <a:ea typeface="微软雅黑" panose="020B0503020204020204" pitchFamily="34" charset="-122"/>
              </a:rPr>
              <a:t>中。</a:t>
            </a:r>
          </a:p>
          <a:p>
            <a:pPr algn="l"/>
            <a:r>
              <a:rPr lang="zh-CN" altLang="en-US" sz="1600" b="0" dirty="0">
                <a:latin typeface="微软雅黑" panose="020B0503020204020204" pitchFamily="34" charset="-122"/>
                <a:ea typeface="微软雅黑" panose="020B0503020204020204" pitchFamily="34" charset="-122"/>
              </a:rPr>
              <a:t>最后</a:t>
            </a:r>
            <a:r>
              <a:rPr lang="zh-CN" altLang="en-US" sz="1600" b="0" dirty="0" smtClean="0">
                <a:latin typeface="微软雅黑" panose="020B0503020204020204" pitchFamily="34" charset="-122"/>
                <a:ea typeface="微软雅黑" panose="020B0503020204020204" pitchFamily="34" charset="-122"/>
              </a:rPr>
              <a:t>将</a:t>
            </a:r>
            <a:r>
              <a:rPr lang="en-US" altLang="zh-CN" sz="1600" b="0" dirty="0" smtClean="0">
                <a:latin typeface="微软雅黑" panose="020B0503020204020204" pitchFamily="34" charset="-122"/>
                <a:ea typeface="微软雅黑" panose="020B0503020204020204" pitchFamily="34" charset="-122"/>
              </a:rPr>
              <a:t>“server</a:t>
            </a:r>
            <a:r>
              <a:rPr lang="zh-CN" altLang="en-US" sz="1600" b="0" dirty="0" smtClean="0">
                <a:latin typeface="微软雅黑" panose="020B0503020204020204" pitchFamily="34" charset="-122"/>
                <a:ea typeface="微软雅黑" panose="020B0503020204020204" pitchFamily="34" charset="-122"/>
              </a:rPr>
              <a:t>端</a:t>
            </a:r>
            <a:r>
              <a:rPr lang="en-US" altLang="zh-CN" sz="1600" b="0" dirty="0" smtClean="0">
                <a:latin typeface="微软雅黑" panose="020B0503020204020204" pitchFamily="34" charset="-122"/>
                <a:ea typeface="微软雅黑" panose="020B0503020204020204" pitchFamily="34" charset="-122"/>
              </a:rPr>
              <a:t>”socket</a:t>
            </a:r>
            <a:r>
              <a:rPr lang="zh-CN" altLang="en-US" sz="1600" b="0" dirty="0">
                <a:latin typeface="微软雅黑" panose="020B0503020204020204" pitchFamily="34" charset="-122"/>
                <a:ea typeface="微软雅黑" panose="020B0503020204020204" pitchFamily="34" charset="-122"/>
              </a:rPr>
              <a:t>的</a:t>
            </a:r>
            <a:r>
              <a:rPr lang="en-US" altLang="zh-CN" sz="1600" b="0" dirty="0" err="1">
                <a:latin typeface="微软雅黑" panose="020B0503020204020204" pitchFamily="34" charset="-122"/>
                <a:ea typeface="微软雅黑" panose="020B0503020204020204" pitchFamily="34" charset="-122"/>
              </a:rPr>
              <a:t>fd</a:t>
            </a:r>
            <a:r>
              <a:rPr lang="zh-CN" altLang="en-US" sz="1600" b="0" dirty="0">
                <a:latin typeface="微软雅黑" panose="020B0503020204020204" pitchFamily="34" charset="-122"/>
                <a:ea typeface="微软雅黑" panose="020B0503020204020204" pitchFamily="34" charset="-122"/>
              </a:rPr>
              <a:t>添加到</a:t>
            </a:r>
            <a:r>
              <a:rPr lang="en-US" altLang="zh-CN" sz="1600" b="0" dirty="0" err="1">
                <a:latin typeface="微软雅黑" panose="020B0503020204020204" pitchFamily="34" charset="-122"/>
                <a:ea typeface="微软雅黑" panose="020B0503020204020204" pitchFamily="34" charset="-122"/>
              </a:rPr>
              <a:t>InputDispatcher</a:t>
            </a:r>
            <a:r>
              <a:rPr lang="zh-CN" altLang="en-US" sz="1600" b="0" dirty="0">
                <a:latin typeface="微软雅黑" panose="020B0503020204020204" pitchFamily="34" charset="-122"/>
                <a:ea typeface="微软雅黑" panose="020B0503020204020204" pitchFamily="34" charset="-122"/>
              </a:rPr>
              <a:t>内部的</a:t>
            </a:r>
            <a:r>
              <a:rPr lang="en-US" altLang="zh-CN" sz="1600" b="0" dirty="0" err="1">
                <a:latin typeface="微软雅黑" panose="020B0503020204020204" pitchFamily="34" charset="-122"/>
                <a:ea typeface="微软雅黑" panose="020B0503020204020204" pitchFamily="34" charset="-122"/>
              </a:rPr>
              <a:t>looper</a:t>
            </a:r>
            <a:r>
              <a:rPr lang="zh-CN" altLang="en-US" sz="1600" b="0" dirty="0">
                <a:latin typeface="微软雅黑" panose="020B0503020204020204" pitchFamily="34" charset="-122"/>
                <a:ea typeface="微软雅黑" panose="020B0503020204020204" pitchFamily="34" charset="-122"/>
              </a:rPr>
              <a:t>进行监听，</a:t>
            </a:r>
            <a:r>
              <a:rPr lang="zh-CN" altLang="en-US" sz="1600" b="0" dirty="0" smtClean="0">
                <a:latin typeface="微软雅黑" panose="020B0503020204020204" pitchFamily="34" charset="-122"/>
                <a:ea typeface="微软雅黑" panose="020B0503020204020204" pitchFamily="34" charset="-122"/>
              </a:rPr>
              <a:t>待</a:t>
            </a:r>
            <a:r>
              <a:rPr lang="en-US" altLang="zh-CN" sz="1600" b="0" dirty="0" smtClean="0">
                <a:latin typeface="微软雅黑" panose="020B0503020204020204" pitchFamily="34" charset="-122"/>
                <a:ea typeface="微软雅黑" panose="020B0503020204020204" pitchFamily="34" charset="-122"/>
              </a:rPr>
              <a:t>“client</a:t>
            </a:r>
            <a:r>
              <a:rPr lang="zh-CN" altLang="en-US" sz="1600" b="0" dirty="0" smtClean="0">
                <a:latin typeface="微软雅黑" panose="020B0503020204020204" pitchFamily="34" charset="-122"/>
                <a:ea typeface="微软雅黑" panose="020B0503020204020204" pitchFamily="34" charset="-122"/>
              </a:rPr>
              <a:t>端</a:t>
            </a:r>
            <a:r>
              <a:rPr lang="en-US" altLang="zh-CN" sz="1600" b="0" dirty="0" smtClean="0">
                <a:latin typeface="微软雅黑" panose="020B0503020204020204" pitchFamily="34" charset="-122"/>
                <a:ea typeface="微软雅黑" panose="020B0503020204020204" pitchFamily="34" charset="-122"/>
              </a:rPr>
              <a:t>”</a:t>
            </a:r>
            <a:r>
              <a:rPr lang="zh-CN" altLang="en-US" sz="1600" b="0" dirty="0" smtClean="0">
                <a:latin typeface="微软雅黑" panose="020B0503020204020204" pitchFamily="34" charset="-122"/>
                <a:ea typeface="微软雅黑" panose="020B0503020204020204" pitchFamily="34" charset="-122"/>
              </a:rPr>
              <a:t>的</a:t>
            </a:r>
            <a:r>
              <a:rPr lang="en-US" altLang="zh-CN" sz="1600" b="0" dirty="0" smtClean="0">
                <a:latin typeface="微软雅黑" panose="020B0503020204020204" pitchFamily="34" charset="-122"/>
                <a:ea typeface="微软雅黑" panose="020B0503020204020204" pitchFamily="34" charset="-122"/>
              </a:rPr>
              <a:t>socket</a:t>
            </a:r>
            <a:r>
              <a:rPr lang="zh-CN" altLang="en-US" sz="1600" b="0" dirty="0">
                <a:latin typeface="微软雅黑" panose="020B0503020204020204" pitchFamily="34" charset="-122"/>
                <a:ea typeface="微软雅黑" panose="020B0503020204020204" pitchFamily="34" charset="-122"/>
              </a:rPr>
              <a:t>写入了</a:t>
            </a:r>
            <a:r>
              <a:rPr lang="zh-CN" altLang="en-US" sz="1600" b="0" dirty="0" smtClean="0">
                <a:latin typeface="微软雅黑" panose="020B0503020204020204" pitchFamily="34" charset="-122"/>
                <a:ea typeface="微软雅黑" panose="020B0503020204020204" pitchFamily="34" charset="-122"/>
              </a:rPr>
              <a:t>数据之后</a:t>
            </a:r>
            <a:r>
              <a:rPr lang="zh-CN" altLang="en-US" sz="1600" b="0" dirty="0">
                <a:latin typeface="微软雅黑" panose="020B0503020204020204" pitchFamily="34" charset="-122"/>
                <a:ea typeface="微软雅黑" panose="020B0503020204020204" pitchFamily="34" charset="-122"/>
              </a:rPr>
              <a:t>回调其</a:t>
            </a:r>
            <a:r>
              <a:rPr lang="en-US" altLang="zh-CN" sz="1600" b="0" dirty="0" err="1">
                <a:latin typeface="微软雅黑" panose="020B0503020204020204" pitchFamily="34" charset="-122"/>
                <a:ea typeface="微软雅黑" panose="020B0503020204020204" pitchFamily="34" charset="-122"/>
              </a:rPr>
              <a:t>handleReceiveCallback</a:t>
            </a:r>
            <a:r>
              <a:rPr lang="zh-CN" altLang="en-US" sz="1600" b="0" dirty="0" smtClean="0">
                <a:latin typeface="微软雅黑" panose="020B0503020204020204" pitchFamily="34" charset="-122"/>
                <a:ea typeface="微软雅黑" panose="020B0503020204020204" pitchFamily="34" charset="-122"/>
              </a:rPr>
              <a:t>函数。</a:t>
            </a:r>
            <a:endParaRPr lang="en-US" altLang="zh-CN" sz="1600" b="0" dirty="0">
              <a:latin typeface="微软雅黑" panose="020B0503020204020204" pitchFamily="34" charset="-122"/>
              <a:ea typeface="微软雅黑" panose="020B0503020204020204" pitchFamily="34" charset="-122"/>
            </a:endParaRPr>
          </a:p>
          <a:p>
            <a:pPr algn="l"/>
            <a:r>
              <a:rPr lang="en-US" altLang="zh-CN" sz="1400" b="0" dirty="0" err="1">
                <a:solidFill>
                  <a:srgbClr val="0070C0"/>
                </a:solidFill>
                <a:latin typeface="微软雅黑" panose="020B0503020204020204" pitchFamily="34" charset="-122"/>
                <a:ea typeface="微软雅黑" panose="020B0503020204020204" pitchFamily="34" charset="-122"/>
              </a:rPr>
              <a:t>status_t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InputDispatcher</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registerInputChannel</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const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sp</a:t>
            </a:r>
            <a:r>
              <a:rPr lang="en-US" altLang="zh-CN" sz="1400" b="0" dirty="0">
                <a:solidFill>
                  <a:srgbClr val="0070C0"/>
                </a:solidFill>
                <a:latin typeface="微软雅黑" panose="020B0503020204020204" pitchFamily="34" charset="-122"/>
                <a:ea typeface="微软雅黑" panose="020B0503020204020204" pitchFamily="34" charset="-122"/>
              </a:rPr>
              <a:t>&lt;</a:t>
            </a:r>
            <a:r>
              <a:rPr lang="en-US" altLang="zh-CN" sz="1400" b="0" dirty="0" err="1">
                <a:solidFill>
                  <a:srgbClr val="0070C0"/>
                </a:solidFill>
                <a:latin typeface="微软雅黑" panose="020B0503020204020204" pitchFamily="34" charset="-122"/>
                <a:ea typeface="微软雅黑" panose="020B0503020204020204" pitchFamily="34" charset="-122"/>
              </a:rPr>
              <a:t>InputChannel</a:t>
            </a:r>
            <a:r>
              <a:rPr lang="en-US" altLang="zh-CN" sz="1400" b="0" dirty="0">
                <a:solidFill>
                  <a:srgbClr val="0070C0"/>
                </a:solidFill>
                <a:latin typeface="微软雅黑" panose="020B0503020204020204" pitchFamily="34" charset="-122"/>
                <a:ea typeface="微软雅黑" panose="020B0503020204020204" pitchFamily="34" charset="-122"/>
              </a:rPr>
              <a:t>&gt;&amp; </a:t>
            </a:r>
            <a:r>
              <a:rPr lang="en-US" altLang="zh-CN" sz="1400" b="0" dirty="0" err="1">
                <a:solidFill>
                  <a:srgbClr val="0070C0"/>
                </a:solidFill>
                <a:latin typeface="微软雅黑" panose="020B0503020204020204" pitchFamily="34" charset="-122"/>
                <a:ea typeface="微软雅黑" panose="020B0503020204020204" pitchFamily="34" charset="-122"/>
              </a:rPr>
              <a:t>inputChannel</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 // acquire lock</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std</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scoped_lock</a:t>
            </a:r>
            <a:r>
              <a:rPr lang="en-US" altLang="zh-CN" sz="1400" b="0" dirty="0">
                <a:solidFill>
                  <a:srgbClr val="0070C0"/>
                </a:solidFill>
                <a:latin typeface="微软雅黑" panose="020B0503020204020204" pitchFamily="34" charset="-122"/>
                <a:ea typeface="微软雅黑" panose="020B0503020204020204" pitchFamily="34" charset="-122"/>
              </a:rPr>
              <a:t> _l(</a:t>
            </a:r>
            <a:r>
              <a:rPr lang="en-US" altLang="zh-CN" sz="1400" b="0" dirty="0" err="1">
                <a:solidFill>
                  <a:srgbClr val="0070C0"/>
                </a:solidFill>
                <a:latin typeface="微软雅黑" panose="020B0503020204020204" pitchFamily="34" charset="-122"/>
                <a:ea typeface="微软雅黑" panose="020B0503020204020204" pitchFamily="34" charset="-122"/>
              </a:rPr>
              <a:t>mLock</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sp</a:t>
            </a:r>
            <a:r>
              <a:rPr lang="en-US" altLang="zh-CN" sz="1400" b="0" dirty="0">
                <a:solidFill>
                  <a:srgbClr val="0070C0"/>
                </a:solidFill>
                <a:latin typeface="微软雅黑" panose="020B0503020204020204" pitchFamily="34" charset="-122"/>
                <a:ea typeface="微软雅黑" panose="020B0503020204020204" pitchFamily="34" charset="-122"/>
              </a:rPr>
              <a:t>&lt;Connection&gt; connection = new Connection(</a:t>
            </a:r>
            <a:r>
              <a:rPr lang="en-US" altLang="zh-CN" sz="1400" b="0" dirty="0" err="1">
                <a:solidFill>
                  <a:srgbClr val="0070C0"/>
                </a:solidFill>
                <a:latin typeface="微软雅黑" panose="020B0503020204020204" pitchFamily="34" charset="-122"/>
                <a:ea typeface="微软雅黑" panose="020B0503020204020204" pitchFamily="34" charset="-122"/>
              </a:rPr>
              <a:t>inputChannel</a:t>
            </a:r>
            <a:r>
              <a:rPr lang="en-US" altLang="zh-CN" sz="1400" b="0" dirty="0">
                <a:solidFill>
                  <a:srgbClr val="0070C0"/>
                </a:solidFill>
                <a:latin typeface="微软雅黑" panose="020B0503020204020204" pitchFamily="34" charset="-122"/>
                <a:ea typeface="微软雅黑" panose="020B0503020204020204" pitchFamily="34" charset="-122"/>
              </a:rPr>
              <a:t>, false /*monitor*/, </a:t>
            </a:r>
            <a:r>
              <a:rPr lang="en-US" altLang="zh-CN" sz="1400" b="0" dirty="0" err="1">
                <a:solidFill>
                  <a:srgbClr val="0070C0"/>
                </a:solidFill>
                <a:latin typeface="微软雅黑" panose="020B0503020204020204" pitchFamily="34" charset="-122"/>
                <a:ea typeface="微软雅黑" panose="020B0503020204020204" pitchFamily="34" charset="-122"/>
              </a:rPr>
              <a:t>mIdGenerator</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int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fd</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inputChannel</a:t>
            </a:r>
            <a:r>
              <a:rPr lang="en-US" altLang="zh-CN" sz="1400" b="0" dirty="0">
                <a:solidFill>
                  <a:srgbClr val="0070C0"/>
                </a:solidFill>
                <a:latin typeface="微软雅黑" panose="020B0503020204020204" pitchFamily="34" charset="-122"/>
                <a:ea typeface="微软雅黑" panose="020B0503020204020204" pitchFamily="34" charset="-122"/>
              </a:rPr>
              <a:t>-&gt;</a:t>
            </a:r>
            <a:r>
              <a:rPr lang="en-US" altLang="zh-CN" sz="1400" b="0" dirty="0" err="1">
                <a:solidFill>
                  <a:srgbClr val="0070C0"/>
                </a:solidFill>
                <a:latin typeface="微软雅黑" panose="020B0503020204020204" pitchFamily="34" charset="-122"/>
                <a:ea typeface="微软雅黑" panose="020B0503020204020204" pitchFamily="34" charset="-122"/>
              </a:rPr>
              <a:t>getFd</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mConnectionsByFd</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fd</a:t>
            </a:r>
            <a:r>
              <a:rPr lang="en-US" altLang="zh-CN" sz="1400" b="0" dirty="0">
                <a:solidFill>
                  <a:srgbClr val="0070C0"/>
                </a:solidFill>
                <a:latin typeface="微软雅黑" panose="020B0503020204020204" pitchFamily="34" charset="-122"/>
                <a:ea typeface="微软雅黑" panose="020B0503020204020204" pitchFamily="34" charset="-122"/>
              </a:rPr>
              <a:t>] = connection;</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mInputChannelsByToken</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inputChannel</a:t>
            </a:r>
            <a:r>
              <a:rPr lang="en-US" altLang="zh-CN" sz="1400" b="0" dirty="0">
                <a:solidFill>
                  <a:srgbClr val="0070C0"/>
                </a:solidFill>
                <a:latin typeface="微软雅黑" panose="020B0503020204020204" pitchFamily="34" charset="-122"/>
                <a:ea typeface="微软雅黑" panose="020B0503020204020204" pitchFamily="34" charset="-122"/>
              </a:rPr>
              <a:t>-&gt;</a:t>
            </a:r>
            <a:r>
              <a:rPr lang="en-US" altLang="zh-CN" sz="1400" b="0" dirty="0" err="1">
                <a:solidFill>
                  <a:srgbClr val="0070C0"/>
                </a:solidFill>
                <a:latin typeface="微软雅黑" panose="020B0503020204020204" pitchFamily="34" charset="-122"/>
                <a:ea typeface="微软雅黑" panose="020B0503020204020204" pitchFamily="34" charset="-122"/>
              </a:rPr>
              <a:t>getConnectionToken</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inputChannel</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mLooper</a:t>
            </a:r>
            <a:r>
              <a:rPr lang="en-US" altLang="zh-CN" sz="1400" b="0" dirty="0">
                <a:solidFill>
                  <a:srgbClr val="0070C0"/>
                </a:solidFill>
                <a:latin typeface="微软雅黑" panose="020B0503020204020204" pitchFamily="34" charset="-122"/>
                <a:ea typeface="微软雅黑" panose="020B0503020204020204" pitchFamily="34" charset="-122"/>
              </a:rPr>
              <a:t>-&gt;</a:t>
            </a:r>
            <a:r>
              <a:rPr lang="en-US" altLang="zh-CN" sz="1400" b="0" dirty="0" err="1">
                <a:solidFill>
                  <a:srgbClr val="0070C0"/>
                </a:solidFill>
                <a:latin typeface="微软雅黑" panose="020B0503020204020204" pitchFamily="34" charset="-122"/>
                <a:ea typeface="微软雅黑" panose="020B0503020204020204" pitchFamily="34" charset="-122"/>
              </a:rPr>
              <a:t>addFd</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fd</a:t>
            </a:r>
            <a:r>
              <a:rPr lang="en-US" altLang="zh-CN" sz="1400" b="0" dirty="0">
                <a:solidFill>
                  <a:srgbClr val="0070C0"/>
                </a:solidFill>
                <a:latin typeface="微软雅黑" panose="020B0503020204020204" pitchFamily="34" charset="-122"/>
                <a:ea typeface="微软雅黑" panose="020B0503020204020204" pitchFamily="34" charset="-122"/>
              </a:rPr>
              <a:t>, 0, ALOOPER_EVENT_INPUT, </a:t>
            </a:r>
            <a:r>
              <a:rPr lang="en-US" altLang="zh-CN" sz="1400" b="0" dirty="0" err="1">
                <a:solidFill>
                  <a:srgbClr val="0070C0"/>
                </a:solidFill>
                <a:latin typeface="微软雅黑" panose="020B0503020204020204" pitchFamily="34" charset="-122"/>
                <a:ea typeface="微软雅黑" panose="020B0503020204020204" pitchFamily="34" charset="-122"/>
              </a:rPr>
              <a:t>handleReceiveCallback</a:t>
            </a:r>
            <a:r>
              <a:rPr lang="en-US" altLang="zh-CN" sz="1400" b="0" dirty="0">
                <a:solidFill>
                  <a:srgbClr val="0070C0"/>
                </a:solidFill>
                <a:latin typeface="微软雅黑" panose="020B0503020204020204" pitchFamily="34" charset="-122"/>
                <a:ea typeface="微软雅黑" panose="020B0503020204020204" pitchFamily="34" charset="-122"/>
              </a:rPr>
              <a:t>, this);</a:t>
            </a:r>
          </a:p>
          <a:p>
            <a:pPr algn="l"/>
            <a:r>
              <a:rPr lang="en-US" altLang="zh-CN" sz="1400" b="0" dirty="0">
                <a:solidFill>
                  <a:srgbClr val="0070C0"/>
                </a:solidFill>
                <a:latin typeface="微软雅黑" panose="020B0503020204020204" pitchFamily="34" charset="-122"/>
                <a:ea typeface="微软雅黑" panose="020B0503020204020204" pitchFamily="34" charset="-122"/>
              </a:rPr>
              <a:t>    } // release lock</a:t>
            </a:r>
          </a:p>
          <a:p>
            <a:pPr algn="l"/>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 Wake the </a:t>
            </a:r>
            <a:r>
              <a:rPr lang="en-US" altLang="zh-CN" sz="1400" b="0" dirty="0" err="1">
                <a:solidFill>
                  <a:srgbClr val="0070C0"/>
                </a:solidFill>
                <a:latin typeface="微软雅黑" panose="020B0503020204020204" pitchFamily="34" charset="-122"/>
                <a:ea typeface="微软雅黑" panose="020B0503020204020204" pitchFamily="34" charset="-122"/>
              </a:rPr>
              <a:t>looper</a:t>
            </a:r>
            <a:r>
              <a:rPr lang="en-US" altLang="zh-CN" sz="1400" b="0" dirty="0">
                <a:solidFill>
                  <a:srgbClr val="0070C0"/>
                </a:solidFill>
                <a:latin typeface="微软雅黑" panose="020B0503020204020204" pitchFamily="34" charset="-122"/>
                <a:ea typeface="微软雅黑" panose="020B0503020204020204" pitchFamily="34" charset="-122"/>
              </a:rPr>
              <a:t> because some connections have changed.</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mLooper</a:t>
            </a:r>
            <a:r>
              <a:rPr lang="en-US" altLang="zh-CN" sz="1400" b="0" dirty="0">
                <a:solidFill>
                  <a:srgbClr val="0070C0"/>
                </a:solidFill>
                <a:latin typeface="微软雅黑" panose="020B0503020204020204" pitchFamily="34" charset="-122"/>
                <a:ea typeface="微软雅黑" panose="020B0503020204020204" pitchFamily="34" charset="-122"/>
              </a:rPr>
              <a:t>-&gt;wake();</a:t>
            </a:r>
          </a:p>
          <a:p>
            <a:pPr algn="l"/>
            <a:r>
              <a:rPr lang="en-US" altLang="zh-CN" sz="1400" b="0" dirty="0">
                <a:solidFill>
                  <a:srgbClr val="0070C0"/>
                </a:solidFill>
                <a:latin typeface="微软雅黑" panose="020B0503020204020204" pitchFamily="34" charset="-122"/>
                <a:ea typeface="微软雅黑" panose="020B0503020204020204" pitchFamily="34" charset="-122"/>
              </a:rPr>
              <a:t>    return OK;</a:t>
            </a:r>
          </a:p>
          <a:p>
            <a:pPr algn="l"/>
            <a:r>
              <a:rPr lang="en-US" altLang="zh-CN" sz="1400" b="0" dirty="0">
                <a:solidFill>
                  <a:srgbClr val="0070C0"/>
                </a:solidFill>
                <a:latin typeface="微软雅黑" panose="020B0503020204020204" pitchFamily="34" charset="-122"/>
                <a:ea typeface="微软雅黑" panose="020B0503020204020204" pitchFamily="34" charset="-122"/>
              </a:rPr>
              <a:t>}</a:t>
            </a:r>
            <a:endParaRPr lang="zh-CN" altLang="en-US" sz="1600" b="0"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6824646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err="1">
                <a:latin typeface="微软雅黑" panose="020B0503020204020204" pitchFamily="34" charset="-122"/>
                <a:ea typeface="微软雅黑" panose="020B0503020204020204" pitchFamily="34" charset="-122"/>
              </a:rPr>
              <a:t>InputChannel</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4832092"/>
          </a:xfrm>
          <a:prstGeom prst="rect">
            <a:avLst/>
          </a:prstGeom>
          <a:noFill/>
        </p:spPr>
        <p:txBody>
          <a:bodyPr wrap="square" rtlCol="0">
            <a:spAutoFit/>
          </a:bodyPr>
          <a:lstStyle/>
          <a:p>
            <a:pPr algn="l"/>
            <a:r>
              <a:rPr lang="zh-CN" altLang="en-US" sz="1600" b="0" dirty="0">
                <a:latin typeface="微软雅黑" panose="020B0503020204020204" pitchFamily="34" charset="-122"/>
                <a:ea typeface="微软雅黑" panose="020B0503020204020204" pitchFamily="34" charset="-122"/>
              </a:rPr>
              <a:t>注册</a:t>
            </a:r>
            <a:r>
              <a:rPr lang="en-US" altLang="zh-CN" sz="1600" b="0" dirty="0" err="1" smtClean="0">
                <a:latin typeface="微软雅黑" panose="020B0503020204020204" pitchFamily="34" charset="-122"/>
                <a:ea typeface="微软雅黑" panose="020B0503020204020204" pitchFamily="34" charset="-122"/>
              </a:rPr>
              <a:t>InputChannel</a:t>
            </a:r>
            <a:r>
              <a:rPr lang="zh-CN" altLang="en-US" sz="1600" b="0" dirty="0" smtClean="0">
                <a:latin typeface="微软雅黑" panose="020B0503020204020204" pitchFamily="34" charset="-122"/>
                <a:ea typeface="微软雅黑" panose="020B0503020204020204" pitchFamily="34" charset="-122"/>
              </a:rPr>
              <a:t>客户端</a:t>
            </a:r>
            <a:r>
              <a:rPr lang="zh-CN" altLang="en-US" sz="1600" b="0" dirty="0">
                <a:latin typeface="微软雅黑" panose="020B0503020204020204" pitchFamily="34" charset="-122"/>
                <a:ea typeface="微软雅黑" panose="020B0503020204020204" pitchFamily="34" charset="-122"/>
              </a:rPr>
              <a:t>：</a:t>
            </a:r>
            <a:endParaRPr lang="en-US" altLang="zh-CN" sz="1600" b="0" dirty="0">
              <a:latin typeface="微软雅黑" panose="020B0503020204020204" pitchFamily="34" charset="-122"/>
              <a:ea typeface="微软雅黑" panose="020B0503020204020204" pitchFamily="34" charset="-122"/>
            </a:endParaRPr>
          </a:p>
          <a:p>
            <a:pPr algn="l"/>
            <a:r>
              <a:rPr lang="zh-CN" altLang="en-US" sz="1600" b="0" dirty="0">
                <a:latin typeface="微软雅黑" panose="020B0503020204020204" pitchFamily="34" charset="-122"/>
                <a:ea typeface="微软雅黑" panose="020B0503020204020204" pitchFamily="34" charset="-122"/>
              </a:rPr>
              <a:t>取出</a:t>
            </a:r>
            <a:r>
              <a:rPr lang="en-US" altLang="zh-CN" sz="1600" b="0" dirty="0">
                <a:latin typeface="微软雅黑" panose="020B0503020204020204" pitchFamily="34" charset="-122"/>
                <a:ea typeface="微软雅黑" panose="020B0503020204020204" pitchFamily="34" charset="-122"/>
              </a:rPr>
              <a:t>client</a:t>
            </a:r>
            <a:r>
              <a:rPr lang="zh-CN" altLang="en-US" sz="1600" b="0" dirty="0">
                <a:latin typeface="微软雅黑" panose="020B0503020204020204" pitchFamily="34" charset="-122"/>
                <a:ea typeface="微软雅黑" panose="020B0503020204020204" pitchFamily="34" charset="-122"/>
              </a:rPr>
              <a:t>端</a:t>
            </a:r>
            <a:r>
              <a:rPr lang="en-US" altLang="zh-CN" sz="1600" b="0" dirty="0" err="1">
                <a:latin typeface="微软雅黑" panose="020B0503020204020204" pitchFamily="34" charset="-122"/>
                <a:ea typeface="微软雅黑" panose="020B0503020204020204" pitchFamily="34" charset="-122"/>
              </a:rPr>
              <a:t>InputChannel</a:t>
            </a:r>
            <a:r>
              <a:rPr lang="zh-CN" altLang="en-US" sz="1600" b="0" dirty="0">
                <a:latin typeface="微软雅黑" panose="020B0503020204020204" pitchFamily="34" charset="-122"/>
                <a:ea typeface="微软雅黑" panose="020B0503020204020204" pitchFamily="34" charset="-122"/>
              </a:rPr>
              <a:t>的</a:t>
            </a:r>
            <a:r>
              <a:rPr lang="en-US" altLang="zh-CN" sz="1600" b="0" dirty="0">
                <a:latin typeface="微软雅黑" panose="020B0503020204020204" pitchFamily="34" charset="-122"/>
                <a:ea typeface="微软雅黑" panose="020B0503020204020204" pitchFamily="34" charset="-122"/>
              </a:rPr>
              <a:t>"socket"</a:t>
            </a:r>
            <a:r>
              <a:rPr lang="zh-CN" altLang="en-US" sz="1600" b="0" dirty="0">
                <a:latin typeface="微软雅黑" panose="020B0503020204020204" pitchFamily="34" charset="-122"/>
                <a:ea typeface="微软雅黑" panose="020B0503020204020204" pitchFamily="34" charset="-122"/>
              </a:rPr>
              <a:t>的</a:t>
            </a:r>
            <a:r>
              <a:rPr lang="en-US" altLang="zh-CN" sz="1600" b="0" dirty="0" err="1">
                <a:latin typeface="微软雅黑" panose="020B0503020204020204" pitchFamily="34" charset="-122"/>
                <a:ea typeface="微软雅黑" panose="020B0503020204020204" pitchFamily="34" charset="-122"/>
              </a:rPr>
              <a:t>fd</a:t>
            </a:r>
            <a:r>
              <a:rPr lang="zh-CN" altLang="en-US" sz="1600" b="0" dirty="0">
                <a:latin typeface="微软雅黑" panose="020B0503020204020204" pitchFamily="34" charset="-122"/>
                <a:ea typeface="微软雅黑" panose="020B0503020204020204" pitchFamily="34" charset="-122"/>
              </a:rPr>
              <a:t>添加到</a:t>
            </a:r>
            <a:r>
              <a:rPr lang="en-US" altLang="zh-CN" sz="1600" b="0" dirty="0">
                <a:latin typeface="微软雅黑" panose="020B0503020204020204" pitchFamily="34" charset="-122"/>
                <a:ea typeface="微软雅黑" panose="020B0503020204020204" pitchFamily="34" charset="-122"/>
              </a:rPr>
              <a:t>APP</a:t>
            </a:r>
            <a:r>
              <a:rPr lang="zh-CN" altLang="en-US" sz="1600" b="0" dirty="0">
                <a:latin typeface="微软雅黑" panose="020B0503020204020204" pitchFamily="34" charset="-122"/>
                <a:ea typeface="微软雅黑" panose="020B0503020204020204" pitchFamily="34" charset="-122"/>
              </a:rPr>
              <a:t>进程的</a:t>
            </a:r>
            <a:r>
              <a:rPr lang="en-US" altLang="zh-CN" sz="1600" b="0" dirty="0">
                <a:latin typeface="微软雅黑" panose="020B0503020204020204" pitchFamily="34" charset="-122"/>
                <a:ea typeface="微软雅黑" panose="020B0503020204020204" pitchFamily="34" charset="-122"/>
              </a:rPr>
              <a:t>UI</a:t>
            </a:r>
            <a:r>
              <a:rPr lang="zh-CN" altLang="en-US" sz="1600" b="0" dirty="0">
                <a:latin typeface="微软雅黑" panose="020B0503020204020204" pitchFamily="34" charset="-122"/>
                <a:ea typeface="微软雅黑" panose="020B0503020204020204" pitchFamily="34" charset="-122"/>
              </a:rPr>
              <a:t>线程的</a:t>
            </a:r>
            <a:r>
              <a:rPr lang="en-US" altLang="zh-CN" sz="1600" b="0" dirty="0" err="1">
                <a:latin typeface="微软雅黑" panose="020B0503020204020204" pitchFamily="34" charset="-122"/>
                <a:ea typeface="微软雅黑" panose="020B0503020204020204" pitchFamily="34" charset="-122"/>
              </a:rPr>
              <a:t>Looper</a:t>
            </a:r>
            <a:r>
              <a:rPr lang="zh-CN" altLang="en-US" sz="1600" b="0" dirty="0">
                <a:latin typeface="微软雅黑" panose="020B0503020204020204" pitchFamily="34" charset="-122"/>
                <a:ea typeface="微软雅黑" panose="020B0503020204020204" pitchFamily="34" charset="-122"/>
              </a:rPr>
              <a:t>进行</a:t>
            </a:r>
            <a:r>
              <a:rPr lang="zh-CN" altLang="en-US" sz="1600" b="0" dirty="0" smtClean="0">
                <a:latin typeface="微软雅黑" panose="020B0503020204020204" pitchFamily="34" charset="-122"/>
                <a:ea typeface="微软雅黑" panose="020B0503020204020204" pitchFamily="34" charset="-122"/>
              </a:rPr>
              <a:t>监听，</a:t>
            </a:r>
            <a:r>
              <a:rPr lang="zh-CN" altLang="en-US" sz="1600" b="0" dirty="0">
                <a:latin typeface="微软雅黑" panose="020B0503020204020204" pitchFamily="34" charset="-122"/>
                <a:ea typeface="微软雅黑" panose="020B0503020204020204" pitchFamily="34" charset="-122"/>
              </a:rPr>
              <a:t>并在接收到事件之后（</a:t>
            </a:r>
            <a:r>
              <a:rPr lang="en-US" altLang="zh-CN" sz="1600" b="0" dirty="0">
                <a:latin typeface="微软雅黑" panose="020B0503020204020204" pitchFamily="34" charset="-122"/>
                <a:ea typeface="微软雅黑" panose="020B0503020204020204" pitchFamily="34" charset="-122"/>
              </a:rPr>
              <a:t>"server</a:t>
            </a:r>
            <a:r>
              <a:rPr lang="zh-CN" altLang="en-US" sz="1600" b="0" dirty="0">
                <a:latin typeface="微软雅黑" panose="020B0503020204020204" pitchFamily="34" charset="-122"/>
                <a:ea typeface="微软雅黑" panose="020B0503020204020204" pitchFamily="34" charset="-122"/>
              </a:rPr>
              <a:t>端</a:t>
            </a:r>
            <a:r>
              <a:rPr lang="en-US" altLang="zh-CN" sz="1600" b="0" dirty="0">
                <a:latin typeface="微软雅黑" panose="020B0503020204020204" pitchFamily="34" charset="-122"/>
                <a:ea typeface="微软雅黑" panose="020B0503020204020204" pitchFamily="34" charset="-122"/>
              </a:rPr>
              <a:t>"socket</a:t>
            </a:r>
            <a:r>
              <a:rPr lang="zh-CN" altLang="en-US" sz="1600" b="0" dirty="0">
                <a:latin typeface="微软雅黑" panose="020B0503020204020204" pitchFamily="34" charset="-122"/>
                <a:ea typeface="微软雅黑" panose="020B0503020204020204" pitchFamily="34" charset="-122"/>
              </a:rPr>
              <a:t>写入数据）回调</a:t>
            </a:r>
            <a:r>
              <a:rPr lang="en-US" altLang="zh-CN" sz="1600" b="0" dirty="0" err="1">
                <a:latin typeface="微软雅黑" panose="020B0503020204020204" pitchFamily="34" charset="-122"/>
                <a:ea typeface="微软雅黑" panose="020B0503020204020204" pitchFamily="34" charset="-122"/>
              </a:rPr>
              <a:t>NativeInputEventReceiver</a:t>
            </a:r>
            <a:r>
              <a:rPr lang="zh-CN" altLang="en-US" sz="1600" b="0" dirty="0">
                <a:latin typeface="微软雅黑" panose="020B0503020204020204" pitchFamily="34" charset="-122"/>
                <a:ea typeface="微软雅黑" panose="020B0503020204020204" pitchFamily="34" charset="-122"/>
              </a:rPr>
              <a:t>的</a:t>
            </a:r>
            <a:r>
              <a:rPr lang="en-US" altLang="zh-CN" sz="1600" b="0" dirty="0" err="1">
                <a:latin typeface="微软雅黑" panose="020B0503020204020204" pitchFamily="34" charset="-122"/>
                <a:ea typeface="微软雅黑" panose="020B0503020204020204" pitchFamily="34" charset="-122"/>
              </a:rPr>
              <a:t>handleEvent</a:t>
            </a:r>
            <a:r>
              <a:rPr lang="zh-CN" altLang="en-US" sz="1600" b="0" dirty="0" smtClean="0">
                <a:latin typeface="微软雅黑" panose="020B0503020204020204" pitchFamily="34" charset="-122"/>
                <a:ea typeface="微软雅黑" panose="020B0503020204020204" pitchFamily="34" charset="-122"/>
              </a:rPr>
              <a:t>函数。</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class </a:t>
            </a:r>
            <a:r>
              <a:rPr lang="en-US" altLang="zh-CN" sz="1400" b="0" dirty="0" err="1">
                <a:solidFill>
                  <a:srgbClr val="0070C0"/>
                </a:solidFill>
                <a:latin typeface="微软雅黑" panose="020B0503020204020204" pitchFamily="34" charset="-122"/>
                <a:ea typeface="微软雅黑" panose="020B0503020204020204" pitchFamily="34" charset="-122"/>
              </a:rPr>
              <a:t>NativeInputEventReceiver</a:t>
            </a:r>
            <a:r>
              <a:rPr lang="en-US" altLang="zh-CN" sz="1400" b="0" dirty="0">
                <a:solidFill>
                  <a:srgbClr val="0070C0"/>
                </a:solidFill>
                <a:latin typeface="微软雅黑" panose="020B0503020204020204" pitchFamily="34" charset="-122"/>
                <a:ea typeface="微软雅黑" panose="020B0503020204020204" pitchFamily="34" charset="-122"/>
              </a:rPr>
              <a:t> : public </a:t>
            </a:r>
            <a:r>
              <a:rPr lang="en-US" altLang="zh-CN" sz="1400" b="0" dirty="0" err="1">
                <a:solidFill>
                  <a:srgbClr val="0070C0"/>
                </a:solidFill>
                <a:latin typeface="微软雅黑" panose="020B0503020204020204" pitchFamily="34" charset="-122"/>
                <a:ea typeface="微软雅黑" panose="020B0503020204020204" pitchFamily="34" charset="-122"/>
              </a:rPr>
              <a:t>LooperCallback</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void </a:t>
            </a:r>
            <a:r>
              <a:rPr lang="en-US" altLang="zh-CN" sz="1400" b="0" dirty="0" err="1">
                <a:solidFill>
                  <a:srgbClr val="0070C0"/>
                </a:solidFill>
                <a:latin typeface="微软雅黑" panose="020B0503020204020204" pitchFamily="34" charset="-122"/>
                <a:ea typeface="微软雅黑" panose="020B0503020204020204" pitchFamily="34" charset="-122"/>
              </a:rPr>
              <a:t>NativeInputEventReceiver</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setFdEvents</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int</a:t>
            </a:r>
            <a:r>
              <a:rPr lang="en-US" altLang="zh-CN" sz="1400" b="0" dirty="0">
                <a:solidFill>
                  <a:srgbClr val="0070C0"/>
                </a:solidFill>
                <a:latin typeface="微软雅黑" panose="020B0503020204020204" pitchFamily="34" charset="-122"/>
                <a:ea typeface="微软雅黑" panose="020B0503020204020204" pitchFamily="34" charset="-122"/>
              </a:rPr>
              <a:t> events) {</a:t>
            </a:r>
          </a:p>
          <a:p>
            <a:pPr algn="l"/>
            <a:r>
              <a:rPr lang="en-US" altLang="zh-CN" sz="1400" b="0" dirty="0">
                <a:solidFill>
                  <a:srgbClr val="0070C0"/>
                </a:solidFill>
                <a:latin typeface="微软雅黑" panose="020B0503020204020204" pitchFamily="34" charset="-122"/>
                <a:ea typeface="微软雅黑" panose="020B0503020204020204" pitchFamily="34" charset="-122"/>
              </a:rPr>
              <a:t>    if (</a:t>
            </a:r>
            <a:r>
              <a:rPr lang="en-US" altLang="zh-CN" sz="1400" b="0" dirty="0" err="1">
                <a:solidFill>
                  <a:srgbClr val="0070C0"/>
                </a:solidFill>
                <a:latin typeface="微软雅黑" panose="020B0503020204020204" pitchFamily="34" charset="-122"/>
                <a:ea typeface="微软雅黑" panose="020B0503020204020204" pitchFamily="34" charset="-122"/>
              </a:rPr>
              <a:t>mFdEvents</a:t>
            </a:r>
            <a:r>
              <a:rPr lang="en-US" altLang="zh-CN" sz="1400" b="0" dirty="0">
                <a:solidFill>
                  <a:srgbClr val="0070C0"/>
                </a:solidFill>
                <a:latin typeface="微软雅黑" panose="020B0503020204020204" pitchFamily="34" charset="-122"/>
                <a:ea typeface="微软雅黑" panose="020B0503020204020204" pitchFamily="34" charset="-122"/>
              </a:rPr>
              <a:t> != events)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mFdEvents</a:t>
            </a:r>
            <a:r>
              <a:rPr lang="en-US" altLang="zh-CN" sz="1400" b="0" dirty="0">
                <a:solidFill>
                  <a:srgbClr val="0070C0"/>
                </a:solidFill>
                <a:latin typeface="微软雅黑" panose="020B0503020204020204" pitchFamily="34" charset="-122"/>
                <a:ea typeface="微软雅黑" panose="020B0503020204020204" pitchFamily="34" charset="-122"/>
              </a:rPr>
              <a:t> = events;</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int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fd</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mInputConsumer.getChannel</a:t>
            </a:r>
            <a:r>
              <a:rPr lang="en-US" altLang="zh-CN" sz="1400" b="0" dirty="0">
                <a:solidFill>
                  <a:srgbClr val="0070C0"/>
                </a:solidFill>
                <a:latin typeface="微软雅黑" panose="020B0503020204020204" pitchFamily="34" charset="-122"/>
                <a:ea typeface="微软雅黑" panose="020B0503020204020204" pitchFamily="34" charset="-122"/>
              </a:rPr>
              <a:t>()-&gt;</a:t>
            </a:r>
            <a:r>
              <a:rPr lang="en-US" altLang="zh-CN" sz="1400" b="0" dirty="0" err="1">
                <a:solidFill>
                  <a:srgbClr val="0070C0"/>
                </a:solidFill>
                <a:latin typeface="微软雅黑" panose="020B0503020204020204" pitchFamily="34" charset="-122"/>
                <a:ea typeface="微软雅黑" panose="020B0503020204020204" pitchFamily="34" charset="-122"/>
              </a:rPr>
              <a:t>getFd</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if (events)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mMessageQueue</a:t>
            </a:r>
            <a:r>
              <a:rPr lang="en-US" altLang="zh-CN" sz="1400" b="0" dirty="0">
                <a:solidFill>
                  <a:srgbClr val="0070C0"/>
                </a:solidFill>
                <a:latin typeface="微软雅黑" panose="020B0503020204020204" pitchFamily="34" charset="-122"/>
                <a:ea typeface="微软雅黑" panose="020B0503020204020204" pitchFamily="34" charset="-122"/>
              </a:rPr>
              <a:t>-&gt;</a:t>
            </a:r>
            <a:r>
              <a:rPr lang="en-US" altLang="zh-CN" sz="1400" b="0" dirty="0" err="1">
                <a:solidFill>
                  <a:srgbClr val="0070C0"/>
                </a:solidFill>
                <a:latin typeface="微软雅黑" panose="020B0503020204020204" pitchFamily="34" charset="-122"/>
                <a:ea typeface="微软雅黑" panose="020B0503020204020204" pitchFamily="34" charset="-122"/>
              </a:rPr>
              <a:t>getLooper</a:t>
            </a:r>
            <a:r>
              <a:rPr lang="en-US" altLang="zh-CN" sz="1400" b="0" dirty="0">
                <a:solidFill>
                  <a:srgbClr val="0070C0"/>
                </a:solidFill>
                <a:latin typeface="微软雅黑" panose="020B0503020204020204" pitchFamily="34" charset="-122"/>
                <a:ea typeface="微软雅黑" panose="020B0503020204020204" pitchFamily="34" charset="-122"/>
              </a:rPr>
              <a:t>()-&gt;</a:t>
            </a:r>
            <a:r>
              <a:rPr lang="en-US" altLang="zh-CN" sz="1400" b="0" dirty="0" err="1">
                <a:solidFill>
                  <a:srgbClr val="0070C0"/>
                </a:solidFill>
                <a:latin typeface="微软雅黑" panose="020B0503020204020204" pitchFamily="34" charset="-122"/>
                <a:ea typeface="微软雅黑" panose="020B0503020204020204" pitchFamily="34" charset="-122"/>
              </a:rPr>
              <a:t>addFd</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fd</a:t>
            </a:r>
            <a:r>
              <a:rPr lang="en-US" altLang="zh-CN" sz="1400" b="0" dirty="0">
                <a:solidFill>
                  <a:srgbClr val="0070C0"/>
                </a:solidFill>
                <a:latin typeface="微软雅黑" panose="020B0503020204020204" pitchFamily="34" charset="-122"/>
                <a:ea typeface="微软雅黑" panose="020B0503020204020204" pitchFamily="34" charset="-122"/>
              </a:rPr>
              <a:t>, 0, events, this, </a:t>
            </a:r>
            <a:r>
              <a:rPr lang="en-US" altLang="zh-CN" sz="1400" b="0" dirty="0" err="1">
                <a:solidFill>
                  <a:srgbClr val="0070C0"/>
                </a:solidFill>
                <a:latin typeface="微软雅黑" panose="020B0503020204020204" pitchFamily="34" charset="-122"/>
                <a:ea typeface="微软雅黑" panose="020B0503020204020204" pitchFamily="34" charset="-122"/>
              </a:rPr>
              <a:t>nullptr</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 else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mMessageQueue</a:t>
            </a:r>
            <a:r>
              <a:rPr lang="en-US" altLang="zh-CN" sz="1400" b="0" dirty="0">
                <a:solidFill>
                  <a:srgbClr val="0070C0"/>
                </a:solidFill>
                <a:latin typeface="微软雅黑" panose="020B0503020204020204" pitchFamily="34" charset="-122"/>
                <a:ea typeface="微软雅黑" panose="020B0503020204020204" pitchFamily="34" charset="-122"/>
              </a:rPr>
              <a:t>-&gt;</a:t>
            </a:r>
            <a:r>
              <a:rPr lang="en-US" altLang="zh-CN" sz="1400" b="0" dirty="0" err="1">
                <a:solidFill>
                  <a:srgbClr val="0070C0"/>
                </a:solidFill>
                <a:latin typeface="微软雅黑" panose="020B0503020204020204" pitchFamily="34" charset="-122"/>
                <a:ea typeface="微软雅黑" panose="020B0503020204020204" pitchFamily="34" charset="-122"/>
              </a:rPr>
              <a:t>getLooper</a:t>
            </a:r>
            <a:r>
              <a:rPr lang="en-US" altLang="zh-CN" sz="1400" b="0" dirty="0">
                <a:solidFill>
                  <a:srgbClr val="0070C0"/>
                </a:solidFill>
                <a:latin typeface="微软雅黑" panose="020B0503020204020204" pitchFamily="34" charset="-122"/>
                <a:ea typeface="微软雅黑" panose="020B0503020204020204" pitchFamily="34" charset="-122"/>
              </a:rPr>
              <a:t>()-&gt;</a:t>
            </a:r>
            <a:r>
              <a:rPr lang="en-US" altLang="zh-CN" sz="1400" b="0" dirty="0" err="1">
                <a:solidFill>
                  <a:srgbClr val="0070C0"/>
                </a:solidFill>
                <a:latin typeface="微软雅黑" panose="020B0503020204020204" pitchFamily="34" charset="-122"/>
                <a:ea typeface="微软雅黑" panose="020B0503020204020204" pitchFamily="34" charset="-122"/>
              </a:rPr>
              <a:t>removeFd</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fd</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zh-CN" altLang="en-US" sz="1600" b="0" dirty="0" smtClean="0">
                <a:latin typeface="微软雅黑" panose="020B0503020204020204" pitchFamily="34" charset="-122"/>
                <a:ea typeface="微软雅黑" panose="020B0503020204020204" pitchFamily="34" charset="-122"/>
              </a:rPr>
              <a:t>至此“</a:t>
            </a:r>
            <a:r>
              <a:rPr lang="en-US" altLang="zh-CN" sz="1600" b="0" dirty="0">
                <a:latin typeface="微软雅黑" panose="020B0503020204020204" pitchFamily="34" charset="-122"/>
                <a:ea typeface="微软雅黑" panose="020B0503020204020204" pitchFamily="34" charset="-122"/>
              </a:rPr>
              <a:t>server</a:t>
            </a:r>
            <a:r>
              <a:rPr lang="zh-CN" altLang="en-US" sz="1600" b="0" dirty="0">
                <a:latin typeface="微软雅黑" panose="020B0503020204020204" pitchFamily="34" charset="-122"/>
                <a:ea typeface="微软雅黑" panose="020B0503020204020204" pitchFamily="34" charset="-122"/>
              </a:rPr>
              <a:t>端”和“</a:t>
            </a:r>
            <a:r>
              <a:rPr lang="en-US" altLang="zh-CN" sz="1600" b="0" dirty="0">
                <a:latin typeface="微软雅黑" panose="020B0503020204020204" pitchFamily="34" charset="-122"/>
                <a:ea typeface="微软雅黑" panose="020B0503020204020204" pitchFamily="34" charset="-122"/>
              </a:rPr>
              <a:t>client”</a:t>
            </a:r>
            <a:r>
              <a:rPr lang="zh-CN" altLang="en-US" sz="1600" b="0" dirty="0">
                <a:latin typeface="微软雅黑" panose="020B0503020204020204" pitchFamily="34" charset="-122"/>
                <a:ea typeface="微软雅黑" panose="020B0503020204020204" pitchFamily="34" charset="-122"/>
              </a:rPr>
              <a:t>端</a:t>
            </a:r>
            <a:r>
              <a:rPr lang="en-US" altLang="zh-CN" sz="1600" b="0" dirty="0" err="1">
                <a:latin typeface="微软雅黑" panose="020B0503020204020204" pitchFamily="34" charset="-122"/>
                <a:ea typeface="微软雅黑" panose="020B0503020204020204" pitchFamily="34" charset="-122"/>
              </a:rPr>
              <a:t>InputChannel</a:t>
            </a:r>
            <a:r>
              <a:rPr lang="zh-CN" altLang="en-US" sz="1600" b="0" dirty="0">
                <a:latin typeface="微软雅黑" panose="020B0503020204020204" pitchFamily="34" charset="-122"/>
                <a:ea typeface="微软雅黑" panose="020B0503020204020204" pitchFamily="34" charset="-122"/>
              </a:rPr>
              <a:t>的“</a:t>
            </a:r>
            <a:r>
              <a:rPr lang="en-US" altLang="zh-CN" sz="1600" b="0" dirty="0">
                <a:latin typeface="微软雅黑" panose="020B0503020204020204" pitchFamily="34" charset="-122"/>
                <a:ea typeface="微软雅黑" panose="020B0503020204020204" pitchFamily="34" charset="-122"/>
              </a:rPr>
              <a:t>socket”</a:t>
            </a:r>
            <a:r>
              <a:rPr lang="zh-CN" altLang="en-US" sz="1600" b="0" dirty="0">
                <a:latin typeface="微软雅黑" panose="020B0503020204020204" pitchFamily="34" charset="-122"/>
                <a:ea typeface="微软雅黑" panose="020B0503020204020204" pitchFamily="34" charset="-122"/>
              </a:rPr>
              <a:t>注册已经分析完成，“</a:t>
            </a:r>
            <a:r>
              <a:rPr lang="en-US" altLang="zh-CN" sz="1600" b="0" dirty="0">
                <a:latin typeface="微软雅黑" panose="020B0503020204020204" pitchFamily="34" charset="-122"/>
                <a:ea typeface="微软雅黑" panose="020B0503020204020204" pitchFamily="34" charset="-122"/>
              </a:rPr>
              <a:t>server</a:t>
            </a:r>
            <a:r>
              <a:rPr lang="zh-CN" altLang="en-US" sz="1600" b="0" dirty="0">
                <a:latin typeface="微软雅黑" panose="020B0503020204020204" pitchFamily="34" charset="-122"/>
                <a:ea typeface="微软雅黑" panose="020B0503020204020204" pitchFamily="34" charset="-122"/>
              </a:rPr>
              <a:t>端”被注册到</a:t>
            </a:r>
            <a:r>
              <a:rPr lang="en-US" altLang="zh-CN" sz="1600" b="0" dirty="0" err="1">
                <a:latin typeface="微软雅黑" panose="020B0503020204020204" pitchFamily="34" charset="-122"/>
                <a:ea typeface="微软雅黑" panose="020B0503020204020204" pitchFamily="34" charset="-122"/>
              </a:rPr>
              <a:t>InputDispatcher</a:t>
            </a:r>
            <a:r>
              <a:rPr lang="zh-CN" altLang="en-US" sz="1600" b="0" dirty="0">
                <a:latin typeface="微软雅黑" panose="020B0503020204020204" pitchFamily="34" charset="-122"/>
                <a:ea typeface="微软雅黑" panose="020B0503020204020204" pitchFamily="34" charset="-122"/>
              </a:rPr>
              <a:t>的</a:t>
            </a:r>
            <a:r>
              <a:rPr lang="en-US" altLang="zh-CN" sz="1600" b="0" dirty="0" err="1">
                <a:latin typeface="微软雅黑" panose="020B0503020204020204" pitchFamily="34" charset="-122"/>
                <a:ea typeface="微软雅黑" panose="020B0503020204020204" pitchFamily="34" charset="-122"/>
              </a:rPr>
              <a:t>Looper</a:t>
            </a:r>
            <a:r>
              <a:rPr lang="zh-CN" altLang="en-US" sz="1600" b="0" dirty="0">
                <a:latin typeface="微软雅黑" panose="020B0503020204020204" pitchFamily="34" charset="-122"/>
                <a:ea typeface="微软雅黑" panose="020B0503020204020204" pitchFamily="34" charset="-122"/>
              </a:rPr>
              <a:t>线程，“</a:t>
            </a:r>
            <a:r>
              <a:rPr lang="en-US" altLang="zh-CN" sz="1600" b="0" dirty="0">
                <a:latin typeface="微软雅黑" panose="020B0503020204020204" pitchFamily="34" charset="-122"/>
                <a:ea typeface="微软雅黑" panose="020B0503020204020204" pitchFamily="34" charset="-122"/>
              </a:rPr>
              <a:t>client”</a:t>
            </a:r>
            <a:r>
              <a:rPr lang="zh-CN" altLang="en-US" sz="1600" b="0" dirty="0">
                <a:latin typeface="微软雅黑" panose="020B0503020204020204" pitchFamily="34" charset="-122"/>
                <a:ea typeface="微软雅黑" panose="020B0503020204020204" pitchFamily="34" charset="-122"/>
              </a:rPr>
              <a:t>端被注册到了</a:t>
            </a:r>
            <a:r>
              <a:rPr lang="en-US" altLang="zh-CN" sz="1600" b="0" dirty="0">
                <a:latin typeface="微软雅黑" panose="020B0503020204020204" pitchFamily="34" charset="-122"/>
                <a:ea typeface="微软雅黑" panose="020B0503020204020204" pitchFamily="34" charset="-122"/>
              </a:rPr>
              <a:t>APP</a:t>
            </a:r>
            <a:r>
              <a:rPr lang="zh-CN" altLang="en-US" sz="1600" b="0" dirty="0">
                <a:latin typeface="微软雅黑" panose="020B0503020204020204" pitchFamily="34" charset="-122"/>
                <a:ea typeface="微软雅黑" panose="020B0503020204020204" pitchFamily="34" charset="-122"/>
              </a:rPr>
              <a:t>的</a:t>
            </a:r>
            <a:r>
              <a:rPr lang="en-US" altLang="zh-CN" sz="1600" b="0" dirty="0">
                <a:latin typeface="微软雅黑" panose="020B0503020204020204" pitchFamily="34" charset="-122"/>
                <a:ea typeface="微软雅黑" panose="020B0503020204020204" pitchFamily="34" charset="-122"/>
              </a:rPr>
              <a:t>UI</a:t>
            </a:r>
            <a:r>
              <a:rPr lang="zh-CN" altLang="en-US" sz="1600" b="0" dirty="0">
                <a:latin typeface="微软雅黑" panose="020B0503020204020204" pitchFamily="34" charset="-122"/>
                <a:ea typeface="微软雅黑" panose="020B0503020204020204" pitchFamily="34" charset="-122"/>
              </a:rPr>
              <a:t>线程，这样他们就可以完成通信了。</a:t>
            </a:r>
            <a:endParaRPr lang="zh-CN" altLang="en-US" sz="1600" b="0"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8399498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a:latin typeface="微软雅黑" panose="020B0503020204020204" pitchFamily="34" charset="-122"/>
                <a:ea typeface="微软雅黑" panose="020B0503020204020204" pitchFamily="34" charset="-122"/>
              </a:rPr>
              <a:t>UI</a:t>
            </a:r>
            <a:r>
              <a:rPr lang="zh-CN" altLang="en-US" sz="2400" b="0" dirty="0">
                <a:latin typeface="微软雅黑" panose="020B0503020204020204" pitchFamily="34" charset="-122"/>
                <a:ea typeface="微软雅黑" panose="020B0503020204020204" pitchFamily="34" charset="-122"/>
              </a:rPr>
              <a:t>线程对</a:t>
            </a:r>
            <a:r>
              <a:rPr lang="en-US" altLang="zh-CN" sz="2400" b="0" dirty="0">
                <a:latin typeface="微软雅黑" panose="020B0503020204020204" pitchFamily="34" charset="-122"/>
                <a:ea typeface="微软雅黑" panose="020B0503020204020204" pitchFamily="34" charset="-122"/>
              </a:rPr>
              <a:t>Input</a:t>
            </a:r>
            <a:r>
              <a:rPr lang="zh-CN" altLang="en-US" sz="2400" b="0" dirty="0">
                <a:latin typeface="微软雅黑" panose="020B0503020204020204" pitchFamily="34" charset="-122"/>
                <a:ea typeface="微软雅黑" panose="020B0503020204020204" pitchFamily="34" charset="-122"/>
              </a:rPr>
              <a:t>事件的分发</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923330"/>
          </a:xfrm>
          <a:prstGeom prst="rect">
            <a:avLst/>
          </a:prstGeom>
          <a:noFill/>
        </p:spPr>
        <p:txBody>
          <a:bodyPr wrap="square" rtlCol="0">
            <a:spAutoFit/>
          </a:bodyPr>
          <a:lstStyle/>
          <a:p>
            <a:pPr algn="l"/>
            <a:r>
              <a:rPr lang="en-US" altLang="zh-CN" sz="1800" b="0" dirty="0" err="1">
                <a:latin typeface="微软雅黑" panose="020B0503020204020204" pitchFamily="34" charset="-122"/>
                <a:ea typeface="微软雅黑" panose="020B0503020204020204" pitchFamily="34" charset="-122"/>
              </a:rPr>
              <a:t>InputDispatcher</a:t>
            </a:r>
            <a:r>
              <a:rPr lang="zh-CN" altLang="en-US" sz="1800" b="0" dirty="0">
                <a:latin typeface="微软雅黑" panose="020B0503020204020204" pitchFamily="34" charset="-122"/>
                <a:ea typeface="微软雅黑" panose="020B0503020204020204" pitchFamily="34" charset="-122"/>
              </a:rPr>
              <a:t>向</a:t>
            </a:r>
            <a:r>
              <a:rPr lang="en-US" altLang="zh-CN" sz="1800" b="0" dirty="0">
                <a:latin typeface="微软雅黑" panose="020B0503020204020204" pitchFamily="34" charset="-122"/>
                <a:ea typeface="微软雅黑" panose="020B0503020204020204" pitchFamily="34" charset="-122"/>
              </a:rPr>
              <a:t>server</a:t>
            </a:r>
            <a:r>
              <a:rPr lang="zh-CN" altLang="en-US" sz="1800" b="0" dirty="0">
                <a:latin typeface="微软雅黑" panose="020B0503020204020204" pitchFamily="34" charset="-122"/>
                <a:ea typeface="微软雅黑" panose="020B0503020204020204" pitchFamily="34" charset="-122"/>
              </a:rPr>
              <a:t>端写入数据，对面</a:t>
            </a:r>
            <a:r>
              <a:rPr lang="en-US" altLang="zh-CN" sz="1800" b="0" dirty="0">
                <a:latin typeface="微软雅黑" panose="020B0503020204020204" pitchFamily="34" charset="-122"/>
                <a:ea typeface="微软雅黑" panose="020B0503020204020204" pitchFamily="34" charset="-122"/>
              </a:rPr>
              <a:t>client</a:t>
            </a:r>
            <a:r>
              <a:rPr lang="zh-CN" altLang="en-US" sz="1800" b="0" dirty="0">
                <a:latin typeface="微软雅黑" panose="020B0503020204020204" pitchFamily="34" charset="-122"/>
                <a:ea typeface="微软雅黑" panose="020B0503020204020204" pitchFamily="34" charset="-122"/>
              </a:rPr>
              <a:t>端就能收到消息并回调对应函数，对面指的就是应用程序的</a:t>
            </a:r>
            <a:r>
              <a:rPr lang="en-US" altLang="zh-CN" sz="1800" b="0" dirty="0">
                <a:latin typeface="微软雅黑" panose="020B0503020204020204" pitchFamily="34" charset="-122"/>
                <a:ea typeface="微软雅黑" panose="020B0503020204020204" pitchFamily="34" charset="-122"/>
              </a:rPr>
              <a:t>UI</a:t>
            </a:r>
            <a:r>
              <a:rPr lang="zh-CN" altLang="en-US" sz="1800" b="0" dirty="0">
                <a:latin typeface="微软雅黑" panose="020B0503020204020204" pitchFamily="34" charset="-122"/>
                <a:ea typeface="微软雅黑" panose="020B0503020204020204" pitchFamily="34" charset="-122"/>
              </a:rPr>
              <a:t>线程，回调函数则是</a:t>
            </a:r>
            <a:r>
              <a:rPr lang="en-US" altLang="zh-CN" sz="1800" b="0" dirty="0" err="1">
                <a:latin typeface="微软雅黑" panose="020B0503020204020204" pitchFamily="34" charset="-122"/>
                <a:ea typeface="微软雅黑" panose="020B0503020204020204" pitchFamily="34" charset="-122"/>
              </a:rPr>
              <a:t>NativeInputEventReceiver</a:t>
            </a:r>
            <a:r>
              <a:rPr lang="zh-CN" altLang="en-US" sz="1800" b="0" dirty="0">
                <a:latin typeface="微软雅黑" panose="020B0503020204020204" pitchFamily="34" charset="-122"/>
                <a:ea typeface="微软雅黑" panose="020B0503020204020204" pitchFamily="34" charset="-122"/>
              </a:rPr>
              <a:t>的</a:t>
            </a:r>
            <a:r>
              <a:rPr lang="en-US" altLang="zh-CN" sz="1800" b="0" dirty="0" err="1">
                <a:latin typeface="微软雅黑" panose="020B0503020204020204" pitchFamily="34" charset="-122"/>
                <a:ea typeface="微软雅黑" panose="020B0503020204020204" pitchFamily="34" charset="-122"/>
              </a:rPr>
              <a:t>handleEvent</a:t>
            </a:r>
            <a:r>
              <a:rPr lang="zh-CN" altLang="en-US" sz="1800" b="0" dirty="0">
                <a:latin typeface="微软雅黑" panose="020B0503020204020204" pitchFamily="34" charset="-122"/>
                <a:ea typeface="微软雅黑" panose="020B0503020204020204" pitchFamily="34" charset="-122"/>
              </a:rPr>
              <a:t>函数，之后的分发</a:t>
            </a:r>
            <a:r>
              <a:rPr lang="zh-CN" altLang="en-US" sz="1800" b="0" dirty="0" smtClean="0">
                <a:latin typeface="微软雅黑" panose="020B0503020204020204" pitchFamily="34" charset="-122"/>
                <a:ea typeface="微软雅黑" panose="020B0503020204020204" pitchFamily="34" charset="-122"/>
              </a:rPr>
              <a:t>流程大致如下：</a:t>
            </a:r>
            <a:endParaRPr lang="en-US" altLang="zh-CN" sz="1800" b="0" dirty="0" smtClean="0">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2"/>
          <a:stretch>
            <a:fillRect/>
          </a:stretch>
        </p:blipFill>
        <p:spPr>
          <a:xfrm>
            <a:off x="281675" y="1760042"/>
            <a:ext cx="8610805" cy="4857852"/>
          </a:xfrm>
          <a:prstGeom prst="rect">
            <a:avLst/>
          </a:prstGeom>
        </p:spPr>
      </p:pic>
    </p:spTree>
    <p:extLst>
      <p:ext uri="{BB962C8B-B14F-4D97-AF65-F5344CB8AC3E}">
        <p14:creationId xmlns:p14="http://schemas.microsoft.com/office/powerpoint/2010/main" val="176480307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a:latin typeface="微软雅黑" panose="020B0503020204020204" pitchFamily="34" charset="-122"/>
                <a:ea typeface="微软雅黑" panose="020B0503020204020204" pitchFamily="34" charset="-122"/>
              </a:rPr>
              <a:t>UI</a:t>
            </a:r>
            <a:r>
              <a:rPr lang="zh-CN" altLang="en-US" sz="2400" b="0" dirty="0">
                <a:latin typeface="微软雅黑" panose="020B0503020204020204" pitchFamily="34" charset="-122"/>
                <a:ea typeface="微软雅黑" panose="020B0503020204020204" pitchFamily="34" charset="-122"/>
              </a:rPr>
              <a:t>线程对</a:t>
            </a:r>
            <a:r>
              <a:rPr lang="en-US" altLang="zh-CN" sz="2400" b="0" dirty="0">
                <a:latin typeface="微软雅黑" panose="020B0503020204020204" pitchFamily="34" charset="-122"/>
                <a:ea typeface="微软雅黑" panose="020B0503020204020204" pitchFamily="34" charset="-122"/>
              </a:rPr>
              <a:t>Input</a:t>
            </a:r>
            <a:r>
              <a:rPr lang="zh-CN" altLang="en-US" sz="2400" b="0" dirty="0">
                <a:latin typeface="微软雅黑" panose="020B0503020204020204" pitchFamily="34" charset="-122"/>
                <a:ea typeface="微软雅黑" panose="020B0503020204020204" pitchFamily="34" charset="-122"/>
              </a:rPr>
              <a:t>事件的分发</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6001643"/>
          </a:xfrm>
          <a:prstGeom prst="rect">
            <a:avLst/>
          </a:prstGeom>
          <a:noFill/>
        </p:spPr>
        <p:txBody>
          <a:bodyPr wrap="square" rtlCol="0">
            <a:spAutoFit/>
          </a:bodyPr>
          <a:lstStyle/>
          <a:p>
            <a:pPr algn="l"/>
            <a:r>
              <a:rPr lang="en-US" altLang="zh-CN" sz="1600" b="0" dirty="0" err="1">
                <a:latin typeface="微软雅黑" panose="020B0503020204020204" pitchFamily="34" charset="-122"/>
                <a:ea typeface="微软雅黑" panose="020B0503020204020204" pitchFamily="34" charset="-122"/>
              </a:rPr>
              <a:t>consumeEvents</a:t>
            </a:r>
            <a:r>
              <a:rPr lang="zh-CN" altLang="en-US" sz="1600" b="0" dirty="0" smtClean="0">
                <a:latin typeface="微软雅黑" panose="020B0503020204020204" pitchFamily="34" charset="-122"/>
                <a:ea typeface="微软雅黑" panose="020B0503020204020204" pitchFamily="34" charset="-122"/>
              </a:rPr>
              <a:t>首先</a:t>
            </a:r>
            <a:r>
              <a:rPr lang="zh-CN" altLang="en-US" sz="1600" b="0" dirty="0">
                <a:latin typeface="微软雅黑" panose="020B0503020204020204" pitchFamily="34" charset="-122"/>
                <a:ea typeface="微软雅黑" panose="020B0503020204020204" pitchFamily="34" charset="-122"/>
              </a:rPr>
              <a:t>调用</a:t>
            </a:r>
            <a:r>
              <a:rPr lang="en-US" altLang="zh-CN" sz="1600" b="0" dirty="0" err="1">
                <a:latin typeface="微软雅黑" panose="020B0503020204020204" pitchFamily="34" charset="-122"/>
                <a:ea typeface="微软雅黑" panose="020B0503020204020204" pitchFamily="34" charset="-122"/>
              </a:rPr>
              <a:t>InputConsumer</a:t>
            </a:r>
            <a:r>
              <a:rPr lang="zh-CN" altLang="en-US" sz="1600" b="0" dirty="0">
                <a:latin typeface="微软雅黑" panose="020B0503020204020204" pitchFamily="34" charset="-122"/>
                <a:ea typeface="微软雅黑" panose="020B0503020204020204" pitchFamily="34" charset="-122"/>
              </a:rPr>
              <a:t>的</a:t>
            </a:r>
            <a:r>
              <a:rPr lang="en-US" altLang="zh-CN" sz="1600" b="0" dirty="0">
                <a:latin typeface="微软雅黑" panose="020B0503020204020204" pitchFamily="34" charset="-122"/>
                <a:ea typeface="微软雅黑" panose="020B0503020204020204" pitchFamily="34" charset="-122"/>
              </a:rPr>
              <a:t>consume</a:t>
            </a:r>
            <a:r>
              <a:rPr lang="zh-CN" altLang="en-US" sz="1600" b="0" dirty="0">
                <a:latin typeface="微软雅黑" panose="020B0503020204020204" pitchFamily="34" charset="-122"/>
                <a:ea typeface="微软雅黑" panose="020B0503020204020204" pitchFamily="34" charset="-122"/>
              </a:rPr>
              <a:t>函数来获得</a:t>
            </a:r>
            <a:r>
              <a:rPr lang="en-US" altLang="zh-CN" sz="1600" b="0" dirty="0" err="1">
                <a:latin typeface="微软雅黑" panose="020B0503020204020204" pitchFamily="34" charset="-122"/>
                <a:ea typeface="微软雅黑" panose="020B0503020204020204" pitchFamily="34" charset="-122"/>
              </a:rPr>
              <a:t>InputEvent</a:t>
            </a:r>
            <a:r>
              <a:rPr lang="zh-CN" altLang="en-US" sz="1600" b="0" dirty="0" smtClean="0">
                <a:latin typeface="微软雅黑" panose="020B0503020204020204" pitchFamily="34" charset="-122"/>
                <a:ea typeface="微软雅黑" panose="020B0503020204020204" pitchFamily="34" charset="-122"/>
              </a:rPr>
              <a:t>，然后将</a:t>
            </a:r>
            <a:r>
              <a:rPr lang="en-US" altLang="zh-CN" sz="1600" b="0" dirty="0">
                <a:latin typeface="微软雅黑" panose="020B0503020204020204" pitchFamily="34" charset="-122"/>
                <a:ea typeface="微软雅黑" panose="020B0503020204020204" pitchFamily="34" charset="-122"/>
              </a:rPr>
              <a:t>native</a:t>
            </a:r>
            <a:r>
              <a:rPr lang="zh-CN" altLang="en-US" sz="1600" b="0" dirty="0">
                <a:latin typeface="微软雅黑" panose="020B0503020204020204" pitchFamily="34" charset="-122"/>
                <a:ea typeface="微软雅黑" panose="020B0503020204020204" pitchFamily="34" charset="-122"/>
              </a:rPr>
              <a:t>层</a:t>
            </a:r>
            <a:r>
              <a:rPr lang="en-US" altLang="zh-CN" sz="1600" b="0" dirty="0" err="1">
                <a:latin typeface="微软雅黑" panose="020B0503020204020204" pitchFamily="34" charset="-122"/>
                <a:ea typeface="微软雅黑" panose="020B0503020204020204" pitchFamily="34" charset="-122"/>
              </a:rPr>
              <a:t>KeyEvent</a:t>
            </a:r>
            <a:r>
              <a:rPr lang="zh-CN" altLang="en-US" sz="1600" b="0" dirty="0">
                <a:latin typeface="微软雅黑" panose="020B0503020204020204" pitchFamily="34" charset="-122"/>
                <a:ea typeface="微软雅黑" panose="020B0503020204020204" pitchFamily="34" charset="-122"/>
              </a:rPr>
              <a:t>转换为</a:t>
            </a:r>
            <a:r>
              <a:rPr lang="en-US" altLang="zh-CN" sz="1600" b="0" dirty="0">
                <a:latin typeface="微软雅黑" panose="020B0503020204020204" pitchFamily="34" charset="-122"/>
                <a:ea typeface="微软雅黑" panose="020B0503020204020204" pitchFamily="34" charset="-122"/>
              </a:rPr>
              <a:t>java</a:t>
            </a:r>
            <a:r>
              <a:rPr lang="zh-CN" altLang="en-US" sz="1600" b="0" dirty="0">
                <a:latin typeface="微软雅黑" panose="020B0503020204020204" pitchFamily="34" charset="-122"/>
                <a:ea typeface="微软雅黑" panose="020B0503020204020204" pitchFamily="34" charset="-122"/>
              </a:rPr>
              <a:t>层</a:t>
            </a:r>
            <a:r>
              <a:rPr lang="en-US" altLang="zh-CN" sz="1600" b="0" dirty="0" err="1">
                <a:latin typeface="微软雅黑" panose="020B0503020204020204" pitchFamily="34" charset="-122"/>
                <a:ea typeface="微软雅黑" panose="020B0503020204020204" pitchFamily="34" charset="-122"/>
              </a:rPr>
              <a:t>KeyEvent</a:t>
            </a:r>
            <a:r>
              <a:rPr lang="zh-CN" altLang="en-US" sz="1600" b="0" dirty="0">
                <a:latin typeface="微软雅黑" panose="020B0503020204020204" pitchFamily="34" charset="-122"/>
                <a:ea typeface="微软雅黑" panose="020B0503020204020204" pitchFamily="34" charset="-122"/>
              </a:rPr>
              <a:t>，并调用</a:t>
            </a:r>
            <a:r>
              <a:rPr lang="en-US" altLang="zh-CN" sz="1600" b="0" dirty="0">
                <a:latin typeface="微软雅黑" panose="020B0503020204020204" pitchFamily="34" charset="-122"/>
                <a:ea typeface="微软雅黑" panose="020B0503020204020204" pitchFamily="34" charset="-122"/>
              </a:rPr>
              <a:t>java</a:t>
            </a:r>
            <a:r>
              <a:rPr lang="zh-CN" altLang="en-US" sz="1600" b="0" dirty="0">
                <a:latin typeface="微软雅黑" panose="020B0503020204020204" pitchFamily="34" charset="-122"/>
                <a:ea typeface="微软雅黑" panose="020B0503020204020204" pitchFamily="34" charset="-122"/>
              </a:rPr>
              <a:t>层</a:t>
            </a:r>
            <a:r>
              <a:rPr lang="en-US" altLang="zh-CN" sz="1600" b="0" dirty="0">
                <a:latin typeface="微软雅黑" panose="020B0503020204020204" pitchFamily="34" charset="-122"/>
                <a:ea typeface="微软雅黑" panose="020B0503020204020204" pitchFamily="34" charset="-122"/>
              </a:rPr>
              <a:t>InputEventReceiver.java</a:t>
            </a:r>
            <a:r>
              <a:rPr lang="zh-CN" altLang="en-US" sz="1600" b="0" dirty="0">
                <a:latin typeface="微软雅黑" panose="020B0503020204020204" pitchFamily="34" charset="-122"/>
                <a:ea typeface="微软雅黑" panose="020B0503020204020204" pitchFamily="34" charset="-122"/>
              </a:rPr>
              <a:t>的</a:t>
            </a:r>
            <a:r>
              <a:rPr lang="en-US" altLang="zh-CN" sz="1600" b="0" dirty="0" err="1">
                <a:latin typeface="微软雅黑" panose="020B0503020204020204" pitchFamily="34" charset="-122"/>
                <a:ea typeface="微软雅黑" panose="020B0503020204020204" pitchFamily="34" charset="-122"/>
              </a:rPr>
              <a:t>dispatchInputEvent</a:t>
            </a:r>
            <a:r>
              <a:rPr lang="zh-CN" altLang="en-US" sz="1600" b="0" dirty="0">
                <a:latin typeface="微软雅黑" panose="020B0503020204020204" pitchFamily="34" charset="-122"/>
                <a:ea typeface="微软雅黑" panose="020B0503020204020204" pitchFamily="34" charset="-122"/>
              </a:rPr>
              <a:t>方法将</a:t>
            </a:r>
            <a:r>
              <a:rPr lang="en-US" altLang="zh-CN" sz="1600" b="0" dirty="0">
                <a:latin typeface="微软雅黑" panose="020B0503020204020204" pitchFamily="34" charset="-122"/>
                <a:ea typeface="微软雅黑" panose="020B0503020204020204" pitchFamily="34" charset="-122"/>
              </a:rPr>
              <a:t>Input</a:t>
            </a:r>
            <a:r>
              <a:rPr lang="zh-CN" altLang="en-US" sz="1600" b="0" dirty="0">
                <a:latin typeface="微软雅黑" panose="020B0503020204020204" pitchFamily="34" charset="-122"/>
                <a:ea typeface="微软雅黑" panose="020B0503020204020204" pitchFamily="34" charset="-122"/>
              </a:rPr>
              <a:t>事件分发到</a:t>
            </a:r>
            <a:r>
              <a:rPr lang="en-US" altLang="zh-CN" sz="1600" b="0" dirty="0">
                <a:latin typeface="微软雅黑" panose="020B0503020204020204" pitchFamily="34" charset="-122"/>
                <a:ea typeface="微软雅黑" panose="020B0503020204020204" pitchFamily="34" charset="-122"/>
              </a:rPr>
              <a:t>java</a:t>
            </a:r>
            <a:r>
              <a:rPr lang="zh-CN" altLang="en-US" sz="1600" b="0" dirty="0" smtClean="0">
                <a:latin typeface="微软雅黑" panose="020B0503020204020204" pitchFamily="34" charset="-122"/>
                <a:ea typeface="微软雅黑" panose="020B0503020204020204" pitchFamily="34" charset="-122"/>
              </a:rPr>
              <a:t>层。</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400" b="0" dirty="0" err="1">
                <a:solidFill>
                  <a:srgbClr val="0070C0"/>
                </a:solidFill>
                <a:latin typeface="微软雅黑" panose="020B0503020204020204" pitchFamily="34" charset="-122"/>
                <a:ea typeface="微软雅黑" panose="020B0503020204020204" pitchFamily="34" charset="-122"/>
              </a:rPr>
              <a:t>status_t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NativeInputEventReceiver</a:t>
            </a:r>
            <a:r>
              <a:rPr lang="en-US" altLang="zh-CN" sz="1400" b="0" dirty="0" smtClean="0">
                <a:solidFill>
                  <a:srgbClr val="0070C0"/>
                </a:solidFill>
                <a:latin typeface="微软雅黑" panose="020B0503020204020204" pitchFamily="34" charset="-122"/>
                <a:ea typeface="微软雅黑" panose="020B0503020204020204" pitchFamily="34" charset="-122"/>
              </a:rPr>
              <a:t>::</a:t>
            </a:r>
            <a:r>
              <a:rPr lang="en-US" altLang="zh-CN" sz="1400" b="0" dirty="0" err="1" smtClean="0">
                <a:solidFill>
                  <a:srgbClr val="0070C0"/>
                </a:solidFill>
                <a:latin typeface="微软雅黑" panose="020B0503020204020204" pitchFamily="34" charset="-122"/>
                <a:ea typeface="微软雅黑" panose="020B0503020204020204" pitchFamily="34" charset="-122"/>
              </a:rPr>
              <a:t>consumeEvents</a:t>
            </a:r>
            <a:r>
              <a:rPr lang="en-US" altLang="zh-CN" sz="1400" b="0" dirty="0" smtClean="0">
                <a:solidFill>
                  <a:srgbClr val="0070C0"/>
                </a:solidFill>
                <a:latin typeface="微软雅黑" panose="020B0503020204020204" pitchFamily="34" charset="-122"/>
                <a:ea typeface="微软雅黑" panose="020B0503020204020204" pitchFamily="34" charset="-122"/>
              </a:rPr>
              <a:t>(</a:t>
            </a:r>
            <a:r>
              <a:rPr lang="en-US" altLang="zh-CN" sz="1400" b="0" dirty="0" err="1" smtClean="0">
                <a:solidFill>
                  <a:srgbClr val="0070C0"/>
                </a:solidFill>
                <a:latin typeface="微软雅黑" panose="020B0503020204020204" pitchFamily="34" charset="-122"/>
                <a:ea typeface="微软雅黑" panose="020B0503020204020204" pitchFamily="34" charset="-122"/>
              </a:rPr>
              <a:t>JNIEnv</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env</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bool </a:t>
            </a:r>
            <a:r>
              <a:rPr lang="en-US" altLang="zh-CN" sz="1400" b="0" dirty="0" err="1">
                <a:solidFill>
                  <a:srgbClr val="0070C0"/>
                </a:solidFill>
                <a:latin typeface="微软雅黑" panose="020B0503020204020204" pitchFamily="34" charset="-122"/>
                <a:ea typeface="微软雅黑" panose="020B0503020204020204" pitchFamily="34" charset="-122"/>
              </a:rPr>
              <a:t>consumeBatches</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nsecs_t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frameTime</a:t>
            </a:r>
            <a:r>
              <a:rPr lang="en-US" altLang="zh-CN" sz="1400" b="0" dirty="0">
                <a:solidFill>
                  <a:srgbClr val="0070C0"/>
                </a:solidFill>
                <a:latin typeface="微软雅黑" panose="020B0503020204020204" pitchFamily="34" charset="-122"/>
                <a:ea typeface="微软雅黑" panose="020B0503020204020204" pitchFamily="34" charset="-122"/>
              </a:rPr>
              <a:t>, bool* </a:t>
            </a:r>
            <a:r>
              <a:rPr lang="en-US" altLang="zh-CN" sz="1400" b="0" dirty="0" err="1">
                <a:solidFill>
                  <a:srgbClr val="0070C0"/>
                </a:solidFill>
                <a:latin typeface="微软雅黑" panose="020B0503020204020204" pitchFamily="34" charset="-122"/>
                <a:ea typeface="微软雅黑" panose="020B0503020204020204" pitchFamily="34" charset="-122"/>
              </a:rPr>
              <a:t>outConsumedBatch</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status_t</a:t>
            </a:r>
            <a:r>
              <a:rPr lang="en-US" altLang="zh-CN" sz="1400" b="0" dirty="0">
                <a:solidFill>
                  <a:srgbClr val="0070C0"/>
                </a:solidFill>
                <a:latin typeface="微软雅黑" panose="020B0503020204020204" pitchFamily="34" charset="-122"/>
                <a:ea typeface="微软雅黑" panose="020B0503020204020204" pitchFamily="34" charset="-122"/>
              </a:rPr>
              <a:t> status = </a:t>
            </a:r>
            <a:r>
              <a:rPr lang="en-US" altLang="zh-CN" sz="1400" b="0" dirty="0" err="1">
                <a:solidFill>
                  <a:srgbClr val="0070C0"/>
                </a:solidFill>
                <a:latin typeface="微软雅黑" panose="020B0503020204020204" pitchFamily="34" charset="-122"/>
                <a:ea typeface="微软雅黑" panose="020B0503020204020204" pitchFamily="34" charset="-122"/>
              </a:rPr>
              <a:t>mInputConsumer.</a:t>
            </a:r>
            <a:r>
              <a:rPr lang="en-US" altLang="zh-CN" sz="1400" b="0" dirty="0" err="1">
                <a:solidFill>
                  <a:srgbClr val="FF0000"/>
                </a:solidFill>
                <a:latin typeface="微软雅黑" panose="020B0503020204020204" pitchFamily="34" charset="-122"/>
                <a:ea typeface="微软雅黑" panose="020B0503020204020204" pitchFamily="34" charset="-122"/>
              </a:rPr>
              <a:t>consume</a:t>
            </a:r>
            <a:r>
              <a:rPr lang="en-US" altLang="zh-CN" sz="1400" b="0" dirty="0">
                <a:solidFill>
                  <a:srgbClr val="0070C0"/>
                </a:solidFill>
                <a:latin typeface="微软雅黑" panose="020B0503020204020204" pitchFamily="34" charset="-122"/>
                <a:ea typeface="微软雅黑" panose="020B0503020204020204" pitchFamily="34" charset="-122"/>
              </a:rPr>
              <a:t>(&amp;</a:t>
            </a:r>
            <a:r>
              <a:rPr lang="en-US" altLang="zh-CN" sz="1400" b="0" dirty="0" err="1">
                <a:solidFill>
                  <a:srgbClr val="0070C0"/>
                </a:solidFill>
                <a:latin typeface="微软雅黑" panose="020B0503020204020204" pitchFamily="34" charset="-122"/>
                <a:ea typeface="微软雅黑" panose="020B0503020204020204" pitchFamily="34" charset="-122"/>
              </a:rPr>
              <a:t>mInputEventFactory</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consumeBatches</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frameTime</a:t>
            </a:r>
            <a:r>
              <a:rPr lang="en-US" altLang="zh-CN" sz="1400" b="0" dirty="0">
                <a:solidFill>
                  <a:srgbClr val="0070C0"/>
                </a:solidFill>
                <a:latin typeface="微软雅黑" panose="020B0503020204020204" pitchFamily="34" charset="-122"/>
                <a:ea typeface="微软雅黑" panose="020B0503020204020204" pitchFamily="34" charset="-122"/>
              </a:rPr>
              <a:t>, &amp;</a:t>
            </a:r>
            <a:r>
              <a:rPr lang="en-US" altLang="zh-CN" sz="1400" b="0" dirty="0" err="1">
                <a:solidFill>
                  <a:srgbClr val="0070C0"/>
                </a:solidFill>
                <a:latin typeface="微软雅黑" panose="020B0503020204020204" pitchFamily="34" charset="-122"/>
                <a:ea typeface="微软雅黑" panose="020B0503020204020204" pitchFamily="34" charset="-122"/>
              </a:rPr>
              <a:t>seq</a:t>
            </a:r>
            <a:r>
              <a:rPr lang="en-US" altLang="zh-CN" sz="1400" b="0" dirty="0">
                <a:solidFill>
                  <a:srgbClr val="0070C0"/>
                </a:solidFill>
                <a:latin typeface="微软雅黑" panose="020B0503020204020204" pitchFamily="34" charset="-122"/>
                <a:ea typeface="微软雅黑" panose="020B0503020204020204" pitchFamily="34" charset="-122"/>
              </a:rPr>
              <a:t>, &amp;</a:t>
            </a:r>
            <a:r>
              <a:rPr lang="en-US" altLang="zh-CN" sz="1400" b="0" dirty="0" err="1">
                <a:solidFill>
                  <a:srgbClr val="0070C0"/>
                </a:solidFill>
                <a:latin typeface="微软雅黑" panose="020B0503020204020204" pitchFamily="34" charset="-122"/>
                <a:ea typeface="微软雅黑" panose="020B0503020204020204" pitchFamily="34" charset="-122"/>
              </a:rPr>
              <a:t>inputEvent</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a:t>
            </a:r>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if (!</a:t>
            </a:r>
            <a:r>
              <a:rPr lang="en-US" altLang="zh-CN" sz="1400" b="0" dirty="0" err="1">
                <a:solidFill>
                  <a:srgbClr val="0070C0"/>
                </a:solidFill>
                <a:latin typeface="微软雅黑" panose="020B0503020204020204" pitchFamily="34" charset="-122"/>
                <a:ea typeface="微软雅黑" panose="020B0503020204020204" pitchFamily="34" charset="-122"/>
              </a:rPr>
              <a:t>skipCallbacks</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jobject</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inputEventObj</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switch (</a:t>
            </a:r>
            <a:r>
              <a:rPr lang="en-US" altLang="zh-CN" sz="1400" b="0" dirty="0" err="1">
                <a:solidFill>
                  <a:srgbClr val="0070C0"/>
                </a:solidFill>
                <a:latin typeface="微软雅黑" panose="020B0503020204020204" pitchFamily="34" charset="-122"/>
                <a:ea typeface="微软雅黑" panose="020B0503020204020204" pitchFamily="34" charset="-122"/>
              </a:rPr>
              <a:t>inputEvent</a:t>
            </a:r>
            <a:r>
              <a:rPr lang="en-US" altLang="zh-CN" sz="1400" b="0" dirty="0">
                <a:solidFill>
                  <a:srgbClr val="0070C0"/>
                </a:solidFill>
                <a:latin typeface="微软雅黑" panose="020B0503020204020204" pitchFamily="34" charset="-122"/>
                <a:ea typeface="微软雅黑" panose="020B0503020204020204" pitchFamily="34" charset="-122"/>
              </a:rPr>
              <a:t>-&gt;</a:t>
            </a:r>
            <a:r>
              <a:rPr lang="en-US" altLang="zh-CN" sz="1400" b="0" dirty="0" err="1">
                <a:solidFill>
                  <a:srgbClr val="0070C0"/>
                </a:solidFill>
                <a:latin typeface="微软雅黑" panose="020B0503020204020204" pitchFamily="34" charset="-122"/>
                <a:ea typeface="微软雅黑" panose="020B0503020204020204" pitchFamily="34" charset="-122"/>
              </a:rPr>
              <a:t>getType</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case </a:t>
            </a:r>
            <a:r>
              <a:rPr lang="en-US" altLang="zh-CN" sz="1400" b="0" dirty="0" smtClean="0">
                <a:solidFill>
                  <a:srgbClr val="0070C0"/>
                </a:solidFill>
                <a:latin typeface="微软雅黑" panose="020B0503020204020204" pitchFamily="34" charset="-122"/>
                <a:ea typeface="微软雅黑" panose="020B0503020204020204" pitchFamily="34" charset="-122"/>
              </a:rPr>
              <a:t>AINPUT_EVENT_TYPE_KEY:</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inputEventObj</a:t>
            </a:r>
            <a:r>
              <a:rPr lang="en-US" altLang="zh-CN" sz="1400" b="0" dirty="0" smtClean="0">
                <a:solidFill>
                  <a:srgbClr val="0070C0"/>
                </a:solidFill>
                <a:latin typeface="微软雅黑" panose="020B0503020204020204" pitchFamily="34" charset="-122"/>
                <a:ea typeface="微软雅黑" panose="020B0503020204020204" pitchFamily="34" charset="-122"/>
              </a:rPr>
              <a:t> = </a:t>
            </a:r>
            <a:r>
              <a:rPr lang="en-US" altLang="zh-CN" sz="1400" b="0" dirty="0" err="1" smtClean="0">
                <a:solidFill>
                  <a:srgbClr val="FF0000"/>
                </a:solidFill>
                <a:latin typeface="微软雅黑" panose="020B0503020204020204" pitchFamily="34" charset="-122"/>
                <a:ea typeface="微软雅黑" panose="020B0503020204020204" pitchFamily="34" charset="-122"/>
              </a:rPr>
              <a:t>android_view_KeyEvent_fromNative</a:t>
            </a:r>
            <a:r>
              <a:rPr lang="en-US" altLang="zh-CN" sz="1400" b="0" dirty="0" smtClean="0">
                <a:solidFill>
                  <a:srgbClr val="0070C0"/>
                </a:solidFill>
                <a:latin typeface="微软雅黑" panose="020B0503020204020204" pitchFamily="34" charset="-122"/>
                <a:ea typeface="微软雅黑" panose="020B0503020204020204" pitchFamily="34" charset="-122"/>
              </a:rPr>
              <a:t>(</a:t>
            </a:r>
            <a:r>
              <a:rPr lang="en-US" altLang="zh-CN" sz="1400" b="0" dirty="0" err="1" smtClean="0">
                <a:solidFill>
                  <a:srgbClr val="0070C0"/>
                </a:solidFill>
                <a:latin typeface="微软雅黑" panose="020B0503020204020204" pitchFamily="34" charset="-122"/>
                <a:ea typeface="微软雅黑" panose="020B0503020204020204" pitchFamily="34" charset="-122"/>
              </a:rPr>
              <a:t>env</a:t>
            </a:r>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static_cast</a:t>
            </a:r>
            <a:r>
              <a:rPr lang="en-US" altLang="zh-CN" sz="1400" b="0" dirty="0" smtClean="0">
                <a:solidFill>
                  <a:srgbClr val="0070C0"/>
                </a:solidFill>
                <a:latin typeface="微软雅黑" panose="020B0503020204020204" pitchFamily="34" charset="-122"/>
                <a:ea typeface="微软雅黑" panose="020B0503020204020204" pitchFamily="34" charset="-122"/>
              </a:rPr>
              <a:t>&lt;</a:t>
            </a:r>
            <a:r>
              <a:rPr lang="en-US" altLang="zh-CN" sz="1400" b="0" dirty="0" err="1" smtClean="0">
                <a:solidFill>
                  <a:srgbClr val="0070C0"/>
                </a:solidFill>
                <a:latin typeface="微软雅黑" panose="020B0503020204020204" pitchFamily="34" charset="-122"/>
                <a:ea typeface="微软雅黑" panose="020B0503020204020204" pitchFamily="34" charset="-122"/>
              </a:rPr>
              <a:t>KeyEvent</a:t>
            </a:r>
            <a:r>
              <a:rPr lang="en-US" altLang="zh-CN" sz="1400" b="0" dirty="0" smtClean="0">
                <a:solidFill>
                  <a:srgbClr val="0070C0"/>
                </a:solidFill>
                <a:latin typeface="微软雅黑" panose="020B0503020204020204" pitchFamily="34" charset="-122"/>
                <a:ea typeface="微软雅黑" panose="020B0503020204020204" pitchFamily="34" charset="-122"/>
              </a:rPr>
              <a:t>*&gt;(</a:t>
            </a:r>
            <a:r>
              <a:rPr lang="en-US" altLang="zh-CN" sz="1400" b="0" dirty="0" err="1" smtClean="0">
                <a:solidFill>
                  <a:srgbClr val="0070C0"/>
                </a:solidFill>
                <a:latin typeface="微软雅黑" panose="020B0503020204020204" pitchFamily="34" charset="-122"/>
                <a:ea typeface="微软雅黑" panose="020B0503020204020204" pitchFamily="34" charset="-122"/>
              </a:rPr>
              <a:t>inputEvent</a:t>
            </a:r>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0070C0"/>
                </a:solidFill>
                <a:latin typeface="微软雅黑" panose="020B0503020204020204" pitchFamily="34" charset="-122"/>
                <a:ea typeface="微软雅黑" panose="020B0503020204020204" pitchFamily="34" charset="-122"/>
              </a:rPr>
              <a:t>break;</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if (</a:t>
            </a:r>
            <a:r>
              <a:rPr lang="en-US" altLang="zh-CN" sz="1400" b="0" dirty="0" err="1">
                <a:solidFill>
                  <a:srgbClr val="0070C0"/>
                </a:solidFill>
                <a:latin typeface="微软雅黑" panose="020B0503020204020204" pitchFamily="34" charset="-122"/>
                <a:ea typeface="微软雅黑" panose="020B0503020204020204" pitchFamily="34" charset="-122"/>
              </a:rPr>
              <a:t>inputEventObj</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env</a:t>
            </a:r>
            <a:r>
              <a:rPr lang="en-US" altLang="zh-CN" sz="1400" b="0" dirty="0">
                <a:solidFill>
                  <a:srgbClr val="0070C0"/>
                </a:solidFill>
                <a:latin typeface="微软雅黑" panose="020B0503020204020204" pitchFamily="34" charset="-122"/>
                <a:ea typeface="微软雅黑" panose="020B0503020204020204" pitchFamily="34" charset="-122"/>
              </a:rPr>
              <a:t>-&gt;</a:t>
            </a:r>
            <a:r>
              <a:rPr lang="en-US" altLang="zh-CN" sz="1400" b="0" dirty="0" err="1">
                <a:solidFill>
                  <a:srgbClr val="0070C0"/>
                </a:solidFill>
                <a:latin typeface="微软雅黑" panose="020B0503020204020204" pitchFamily="34" charset="-122"/>
                <a:ea typeface="微软雅黑" panose="020B0503020204020204" pitchFamily="34" charset="-122"/>
              </a:rPr>
              <a:t>CallVoidMethod</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receiverObj.get</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gInputEventReceiverClassInfo.</a:t>
            </a:r>
            <a:r>
              <a:rPr lang="en-US" altLang="zh-CN" sz="1400" b="0" dirty="0" err="1">
                <a:solidFill>
                  <a:srgbClr val="FF0000"/>
                </a:solidFill>
                <a:latin typeface="微软雅黑" panose="020B0503020204020204" pitchFamily="34" charset="-122"/>
                <a:ea typeface="微软雅黑" panose="020B0503020204020204" pitchFamily="34" charset="-122"/>
              </a:rPr>
              <a:t>dispatchInputEvent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seq</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inputEventObj</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a:t>
            </a:r>
            <a:endParaRPr lang="zh-CN" altLang="en-US" sz="1600" b="0"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0928492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a:latin typeface="微软雅黑" panose="020B0503020204020204" pitchFamily="34" charset="-122"/>
                <a:ea typeface="微软雅黑" panose="020B0503020204020204" pitchFamily="34" charset="-122"/>
              </a:rPr>
              <a:t>UI</a:t>
            </a:r>
            <a:r>
              <a:rPr lang="zh-CN" altLang="en-US" sz="2400" b="0" dirty="0">
                <a:latin typeface="微软雅黑" panose="020B0503020204020204" pitchFamily="34" charset="-122"/>
                <a:ea typeface="微软雅黑" panose="020B0503020204020204" pitchFamily="34" charset="-122"/>
              </a:rPr>
              <a:t>线程对</a:t>
            </a:r>
            <a:r>
              <a:rPr lang="en-US" altLang="zh-CN" sz="2400" b="0" dirty="0">
                <a:latin typeface="微软雅黑" panose="020B0503020204020204" pitchFamily="34" charset="-122"/>
                <a:ea typeface="微软雅黑" panose="020B0503020204020204" pitchFamily="34" charset="-122"/>
              </a:rPr>
              <a:t>Input</a:t>
            </a:r>
            <a:r>
              <a:rPr lang="zh-CN" altLang="en-US" sz="2400" b="0" dirty="0">
                <a:latin typeface="微软雅黑" panose="020B0503020204020204" pitchFamily="34" charset="-122"/>
                <a:ea typeface="微软雅黑" panose="020B0503020204020204" pitchFamily="34" charset="-122"/>
              </a:rPr>
              <a:t>事件的分发</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5816977"/>
          </a:xfrm>
          <a:prstGeom prst="rect">
            <a:avLst/>
          </a:prstGeom>
          <a:noFill/>
        </p:spPr>
        <p:txBody>
          <a:bodyPr wrap="square" rtlCol="0">
            <a:spAutoFit/>
          </a:bodyPr>
          <a:lstStyle/>
          <a:p>
            <a:pPr algn="l"/>
            <a:r>
              <a:rPr lang="en-US" altLang="zh-CN" sz="1600" b="0" dirty="0" smtClean="0">
                <a:latin typeface="微软雅黑" panose="020B0503020204020204" pitchFamily="34" charset="-122"/>
                <a:ea typeface="微软雅黑" panose="020B0503020204020204" pitchFamily="34" charset="-122"/>
              </a:rPr>
              <a:t>Java</a:t>
            </a:r>
            <a:r>
              <a:rPr lang="zh-CN" altLang="en-US" sz="1600" b="0" dirty="0" smtClean="0">
                <a:latin typeface="微软雅黑" panose="020B0503020204020204" pitchFamily="34" charset="-122"/>
                <a:ea typeface="微软雅黑" panose="020B0503020204020204" pitchFamily="34" charset="-122"/>
              </a:rPr>
              <a:t>层对</a:t>
            </a:r>
            <a:r>
              <a:rPr lang="en-US" altLang="zh-CN" sz="1600" b="0" dirty="0" smtClean="0">
                <a:latin typeface="微软雅黑" panose="020B0503020204020204" pitchFamily="34" charset="-122"/>
                <a:ea typeface="微软雅黑" panose="020B0503020204020204" pitchFamily="34" charset="-122"/>
              </a:rPr>
              <a:t>Input</a:t>
            </a:r>
            <a:r>
              <a:rPr lang="zh-CN" altLang="en-US" sz="1600" b="0" dirty="0" smtClean="0">
                <a:latin typeface="微软雅黑" panose="020B0503020204020204" pitchFamily="34" charset="-122"/>
                <a:ea typeface="微软雅黑" panose="020B0503020204020204" pitchFamily="34" charset="-122"/>
              </a:rPr>
              <a:t>事件采用</a:t>
            </a:r>
            <a:r>
              <a:rPr lang="zh-CN" altLang="en-US" sz="1600" b="0" dirty="0">
                <a:latin typeface="微软雅黑" panose="020B0503020204020204" pitchFamily="34" charset="-122"/>
                <a:ea typeface="微软雅黑" panose="020B0503020204020204" pitchFamily="34" charset="-122"/>
              </a:rPr>
              <a:t>责任</a:t>
            </a:r>
            <a:r>
              <a:rPr lang="zh-CN" altLang="en-US" sz="1600" b="0">
                <a:latin typeface="微软雅黑" panose="020B0503020204020204" pitchFamily="34" charset="-122"/>
                <a:ea typeface="微软雅黑" panose="020B0503020204020204" pitchFamily="34" charset="-122"/>
              </a:rPr>
              <a:t>链</a:t>
            </a:r>
            <a:r>
              <a:rPr lang="zh-CN" altLang="en-US" sz="1600" b="0" smtClean="0">
                <a:latin typeface="微软雅黑" panose="020B0503020204020204" pitchFamily="34" charset="-122"/>
                <a:ea typeface="微软雅黑" panose="020B0503020204020204" pitchFamily="34" charset="-122"/>
              </a:rPr>
              <a:t>模式继续分发</a:t>
            </a:r>
            <a:r>
              <a:rPr lang="zh-CN" altLang="en-US" sz="1600" b="0" dirty="0">
                <a:latin typeface="微软雅黑" panose="020B0503020204020204" pitchFamily="34" charset="-122"/>
                <a:ea typeface="微软雅黑" panose="020B0503020204020204" pitchFamily="34" charset="-122"/>
              </a:rPr>
              <a:t>事件</a:t>
            </a:r>
            <a:r>
              <a:rPr lang="zh-CN" altLang="en-US" sz="1600" b="0" dirty="0" smtClean="0">
                <a:latin typeface="微软雅黑" panose="020B0503020204020204" pitchFamily="34" charset="-122"/>
                <a:ea typeface="微软雅黑" panose="020B0503020204020204" pitchFamily="34" charset="-122"/>
              </a:rPr>
              <a:t>，</a:t>
            </a:r>
            <a:r>
              <a:rPr lang="en-US" altLang="zh-CN" sz="1600" b="0" dirty="0" err="1" smtClean="0">
                <a:latin typeface="微软雅黑" panose="020B0503020204020204" pitchFamily="34" charset="-122"/>
                <a:ea typeface="微软雅黑" panose="020B0503020204020204" pitchFamily="34" charset="-122"/>
              </a:rPr>
              <a:t>InputStage</a:t>
            </a:r>
            <a:r>
              <a:rPr lang="zh-CN" altLang="en-US" sz="1600" b="0" dirty="0">
                <a:latin typeface="微软雅黑" panose="020B0503020204020204" pitchFamily="34" charset="-122"/>
                <a:ea typeface="微软雅黑" panose="020B0503020204020204" pitchFamily="34" charset="-122"/>
              </a:rPr>
              <a:t>是一个顶级父类，每一个</a:t>
            </a:r>
            <a:r>
              <a:rPr lang="en-US" altLang="zh-CN" sz="1600" b="0" dirty="0" err="1">
                <a:latin typeface="微软雅黑" panose="020B0503020204020204" pitchFamily="34" charset="-122"/>
                <a:ea typeface="微软雅黑" panose="020B0503020204020204" pitchFamily="34" charset="-122"/>
              </a:rPr>
              <a:t>InputStage</a:t>
            </a:r>
            <a:r>
              <a:rPr lang="zh-CN" altLang="en-US" sz="1600" b="0" dirty="0">
                <a:latin typeface="微软雅黑" panose="020B0503020204020204" pitchFamily="34" charset="-122"/>
                <a:ea typeface="微软雅黑" panose="020B0503020204020204" pitchFamily="34" charset="-122"/>
              </a:rPr>
              <a:t>的实现类中都含有一个</a:t>
            </a:r>
            <a:r>
              <a:rPr lang="en-US" altLang="zh-CN" sz="1600" b="0" dirty="0" err="1">
                <a:latin typeface="微软雅黑" panose="020B0503020204020204" pitchFamily="34" charset="-122"/>
                <a:ea typeface="微软雅黑" panose="020B0503020204020204" pitchFamily="34" charset="-122"/>
              </a:rPr>
              <a:t>mNext</a:t>
            </a:r>
            <a:r>
              <a:rPr lang="zh-CN" altLang="en-US" sz="1600" b="0" dirty="0">
                <a:latin typeface="微软雅黑" panose="020B0503020204020204" pitchFamily="34" charset="-122"/>
                <a:ea typeface="微软雅黑" panose="020B0503020204020204" pitchFamily="34" charset="-122"/>
              </a:rPr>
              <a:t>变量，指向下一个</a:t>
            </a:r>
            <a:r>
              <a:rPr lang="en-US" altLang="zh-CN" sz="1600" b="0" dirty="0" err="1">
                <a:latin typeface="微软雅黑" panose="020B0503020204020204" pitchFamily="34" charset="-122"/>
                <a:ea typeface="微软雅黑" panose="020B0503020204020204" pitchFamily="34" charset="-122"/>
              </a:rPr>
              <a:t>InputStage</a:t>
            </a:r>
            <a:r>
              <a:rPr lang="zh-CN" altLang="en-US" sz="1600" b="0" dirty="0">
                <a:latin typeface="微软雅黑" panose="020B0503020204020204" pitchFamily="34" charset="-122"/>
                <a:ea typeface="微软雅黑" panose="020B0503020204020204" pitchFamily="34" charset="-122"/>
              </a:rPr>
              <a:t>的实现类，类似链表，当某个</a:t>
            </a:r>
            <a:r>
              <a:rPr lang="en-US" altLang="zh-CN" sz="1600" b="0" dirty="0" err="1">
                <a:latin typeface="微软雅黑" panose="020B0503020204020204" pitchFamily="34" charset="-122"/>
                <a:ea typeface="微软雅黑" panose="020B0503020204020204" pitchFamily="34" charset="-122"/>
              </a:rPr>
              <a:t>InputStage</a:t>
            </a:r>
            <a:r>
              <a:rPr lang="zh-CN" altLang="en-US" sz="1600" b="0" dirty="0">
                <a:latin typeface="微软雅黑" panose="020B0503020204020204" pitchFamily="34" charset="-122"/>
                <a:ea typeface="微软雅黑" panose="020B0503020204020204" pitchFamily="34" charset="-122"/>
              </a:rPr>
              <a:t>的实现类得到事件并分发完成之后，可以选择结束，或者继续分发给</a:t>
            </a:r>
            <a:r>
              <a:rPr lang="en-US" altLang="zh-CN" sz="1600" b="0" dirty="0" err="1">
                <a:latin typeface="微软雅黑" panose="020B0503020204020204" pitchFamily="34" charset="-122"/>
                <a:ea typeface="微软雅黑" panose="020B0503020204020204" pitchFamily="34" charset="-122"/>
              </a:rPr>
              <a:t>mNext</a:t>
            </a:r>
            <a:r>
              <a:rPr lang="zh-CN" altLang="en-US" sz="1600" b="0" dirty="0">
                <a:latin typeface="微软雅黑" panose="020B0503020204020204" pitchFamily="34" charset="-122"/>
                <a:ea typeface="微软雅黑" panose="020B0503020204020204" pitchFamily="34" charset="-122"/>
              </a:rPr>
              <a:t>，通过</a:t>
            </a:r>
            <a:r>
              <a:rPr lang="en-US" altLang="zh-CN" sz="1600" b="0" dirty="0">
                <a:latin typeface="微软雅黑" panose="020B0503020204020204" pitchFamily="34" charset="-122"/>
                <a:ea typeface="微软雅黑" panose="020B0503020204020204" pitchFamily="34" charset="-122"/>
              </a:rPr>
              <a:t>deliver</a:t>
            </a:r>
            <a:r>
              <a:rPr lang="zh-CN" altLang="en-US" sz="1600" b="0" dirty="0">
                <a:latin typeface="微软雅黑" panose="020B0503020204020204" pitchFamily="34" charset="-122"/>
                <a:ea typeface="微软雅黑" panose="020B0503020204020204" pitchFamily="34" charset="-122"/>
              </a:rPr>
              <a:t>方法分发</a:t>
            </a:r>
            <a:r>
              <a:rPr lang="zh-CN" altLang="en-US" sz="1600" b="0" dirty="0" smtClean="0">
                <a:latin typeface="微软雅黑" panose="020B0503020204020204" pitchFamily="34" charset="-122"/>
                <a:ea typeface="微软雅黑" panose="020B0503020204020204" pitchFamily="34" charset="-122"/>
              </a:rPr>
              <a:t>。</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private </a:t>
            </a:r>
            <a:r>
              <a:rPr lang="en-US" altLang="zh-CN" sz="1400" b="0" dirty="0">
                <a:solidFill>
                  <a:srgbClr val="0070C0"/>
                </a:solidFill>
                <a:latin typeface="微软雅黑" panose="020B0503020204020204" pitchFamily="34" charset="-122"/>
                <a:ea typeface="微软雅黑" panose="020B0503020204020204" pitchFamily="34" charset="-122"/>
              </a:rPr>
              <a:t>void </a:t>
            </a:r>
            <a:r>
              <a:rPr lang="en-US" altLang="zh-CN" sz="1400" b="0" dirty="0" err="1">
                <a:solidFill>
                  <a:srgbClr val="0070C0"/>
                </a:solidFill>
                <a:latin typeface="微软雅黑" panose="020B0503020204020204" pitchFamily="34" charset="-122"/>
                <a:ea typeface="微软雅黑" panose="020B0503020204020204" pitchFamily="34" charset="-122"/>
              </a:rPr>
              <a:t>deliverInputEvent</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QueuedInputEvent</a:t>
            </a:r>
            <a:r>
              <a:rPr lang="en-US" altLang="zh-CN" sz="1400" b="0" dirty="0">
                <a:solidFill>
                  <a:srgbClr val="0070C0"/>
                </a:solidFill>
                <a:latin typeface="微软雅黑" panose="020B0503020204020204" pitchFamily="34" charset="-122"/>
                <a:ea typeface="微软雅黑" panose="020B0503020204020204" pitchFamily="34" charset="-122"/>
              </a:rPr>
              <a:t> q)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try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InputStage</a:t>
            </a:r>
            <a:r>
              <a:rPr lang="en-US" altLang="zh-CN" sz="1400" b="0" dirty="0">
                <a:solidFill>
                  <a:srgbClr val="0070C0"/>
                </a:solidFill>
                <a:latin typeface="微软雅黑" panose="020B0503020204020204" pitchFamily="34" charset="-122"/>
                <a:ea typeface="微软雅黑" panose="020B0503020204020204" pitchFamily="34" charset="-122"/>
              </a:rPr>
              <a:t> stage;</a:t>
            </a:r>
          </a:p>
          <a:p>
            <a:pPr algn="l"/>
            <a:r>
              <a:rPr lang="en-US" altLang="zh-CN" sz="1400" b="0" dirty="0">
                <a:solidFill>
                  <a:srgbClr val="0070C0"/>
                </a:solidFill>
                <a:latin typeface="微软雅黑" panose="020B0503020204020204" pitchFamily="34" charset="-122"/>
                <a:ea typeface="微软雅黑" panose="020B0503020204020204" pitchFamily="34" charset="-122"/>
              </a:rPr>
              <a:t>        if (</a:t>
            </a:r>
            <a:r>
              <a:rPr lang="en-US" altLang="zh-CN" sz="1400" b="0" dirty="0" err="1">
                <a:solidFill>
                  <a:srgbClr val="0070C0"/>
                </a:solidFill>
                <a:latin typeface="微软雅黑" panose="020B0503020204020204" pitchFamily="34" charset="-122"/>
                <a:ea typeface="微软雅黑" panose="020B0503020204020204" pitchFamily="34" charset="-122"/>
              </a:rPr>
              <a:t>q.shouldSendToSynthesizer</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stage = </a:t>
            </a:r>
            <a:r>
              <a:rPr lang="en-US" altLang="zh-CN" sz="1400" b="0" dirty="0" err="1">
                <a:solidFill>
                  <a:srgbClr val="0070C0"/>
                </a:solidFill>
                <a:latin typeface="微软雅黑" panose="020B0503020204020204" pitchFamily="34" charset="-122"/>
                <a:ea typeface="微软雅黑" panose="020B0503020204020204" pitchFamily="34" charset="-122"/>
              </a:rPr>
              <a:t>mSyntheticInputStage</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 else {</a:t>
            </a:r>
          </a:p>
          <a:p>
            <a:pPr algn="l"/>
            <a:r>
              <a:rPr lang="en-US" altLang="zh-CN" sz="1400" b="0" dirty="0">
                <a:solidFill>
                  <a:srgbClr val="0070C0"/>
                </a:solidFill>
                <a:latin typeface="微软雅黑" panose="020B0503020204020204" pitchFamily="34" charset="-122"/>
                <a:ea typeface="微软雅黑" panose="020B0503020204020204" pitchFamily="34" charset="-122"/>
              </a:rPr>
              <a:t>            stage = </a:t>
            </a:r>
            <a:r>
              <a:rPr lang="en-US" altLang="zh-CN" sz="1400" b="0" dirty="0" err="1">
                <a:solidFill>
                  <a:srgbClr val="0070C0"/>
                </a:solidFill>
                <a:latin typeface="微软雅黑" panose="020B0503020204020204" pitchFamily="34" charset="-122"/>
                <a:ea typeface="微软雅黑" panose="020B0503020204020204" pitchFamily="34" charset="-122"/>
              </a:rPr>
              <a:t>q.shouldSkipIme</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mFirstPostImeInputStage</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mFirstInputStage</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if (stage != null)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handleWindowFocusChanged</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stage.deliver</a:t>
            </a:r>
            <a:r>
              <a:rPr lang="en-US" altLang="zh-CN" sz="1400" b="0" dirty="0">
                <a:solidFill>
                  <a:srgbClr val="0070C0"/>
                </a:solidFill>
                <a:latin typeface="微软雅黑" panose="020B0503020204020204" pitchFamily="34" charset="-122"/>
                <a:ea typeface="微软雅黑" panose="020B0503020204020204" pitchFamily="34" charset="-122"/>
              </a:rPr>
              <a:t>(q);</a:t>
            </a:r>
          </a:p>
          <a:p>
            <a:pPr algn="l"/>
            <a:r>
              <a:rPr lang="en-US" altLang="zh-CN" sz="1400" b="0" dirty="0">
                <a:solidFill>
                  <a:srgbClr val="0070C0"/>
                </a:solidFill>
                <a:latin typeface="微软雅黑" panose="020B0503020204020204" pitchFamily="34" charset="-122"/>
                <a:ea typeface="微软雅黑" panose="020B0503020204020204" pitchFamily="34" charset="-122"/>
              </a:rPr>
              <a:t>        } else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finishInputEvent</a:t>
            </a:r>
            <a:r>
              <a:rPr lang="en-US" altLang="zh-CN" sz="1400" b="0" dirty="0">
                <a:solidFill>
                  <a:srgbClr val="0070C0"/>
                </a:solidFill>
                <a:latin typeface="微软雅黑" panose="020B0503020204020204" pitchFamily="34" charset="-122"/>
                <a:ea typeface="微软雅黑" panose="020B0503020204020204" pitchFamily="34" charset="-122"/>
              </a:rPr>
              <a:t>(q);</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a:t>
            </a:r>
            <a:endParaRPr lang="zh-CN" altLang="en-US" sz="1600" b="0"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9281891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a:latin typeface="微软雅黑" panose="020B0503020204020204" pitchFamily="34" charset="-122"/>
                <a:ea typeface="微软雅黑" panose="020B0503020204020204" pitchFamily="34" charset="-122"/>
              </a:rPr>
              <a:t>UI</a:t>
            </a:r>
            <a:r>
              <a:rPr lang="zh-CN" altLang="en-US" sz="2400" b="0" dirty="0">
                <a:latin typeface="微软雅黑" panose="020B0503020204020204" pitchFamily="34" charset="-122"/>
                <a:ea typeface="微软雅黑" panose="020B0503020204020204" pitchFamily="34" charset="-122"/>
              </a:rPr>
              <a:t>线程对</a:t>
            </a:r>
            <a:r>
              <a:rPr lang="en-US" altLang="zh-CN" sz="2400" b="0" dirty="0">
                <a:latin typeface="微软雅黑" panose="020B0503020204020204" pitchFamily="34" charset="-122"/>
                <a:ea typeface="微软雅黑" panose="020B0503020204020204" pitchFamily="34" charset="-122"/>
              </a:rPr>
              <a:t>Input</a:t>
            </a:r>
            <a:r>
              <a:rPr lang="zh-CN" altLang="en-US" sz="2400" b="0" dirty="0">
                <a:latin typeface="微软雅黑" panose="020B0503020204020204" pitchFamily="34" charset="-122"/>
                <a:ea typeface="微软雅黑" panose="020B0503020204020204" pitchFamily="34" charset="-122"/>
              </a:rPr>
              <a:t>事件的分发</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5847755"/>
          </a:xfrm>
          <a:prstGeom prst="rect">
            <a:avLst/>
          </a:prstGeom>
          <a:noFill/>
        </p:spPr>
        <p:txBody>
          <a:bodyPr wrap="square" rtlCol="0">
            <a:spAutoFit/>
          </a:bodyPr>
          <a:lstStyle/>
          <a:p>
            <a:pPr algn="l"/>
            <a:r>
              <a:rPr lang="en-US" altLang="zh-CN" sz="1600" b="0" dirty="0" err="1" smtClean="0">
                <a:latin typeface="微软雅黑" panose="020B0503020204020204" pitchFamily="34" charset="-122"/>
                <a:ea typeface="微软雅黑" panose="020B0503020204020204" pitchFamily="34" charset="-122"/>
              </a:rPr>
              <a:t>InputStage</a:t>
            </a:r>
            <a:r>
              <a:rPr lang="zh-CN" altLang="en-US" sz="1600" b="0" dirty="0" smtClean="0">
                <a:latin typeface="微软雅黑" panose="020B0503020204020204" pitchFamily="34" charset="-122"/>
                <a:ea typeface="微软雅黑" panose="020B0503020204020204" pitchFamily="34" charset="-122"/>
              </a:rPr>
              <a:t>链是在</a:t>
            </a:r>
            <a:r>
              <a:rPr lang="en-US" altLang="zh-CN" sz="1600" b="0" dirty="0" err="1" smtClean="0">
                <a:latin typeface="微软雅黑" panose="020B0503020204020204" pitchFamily="34" charset="-122"/>
                <a:ea typeface="微软雅黑" panose="020B0503020204020204" pitchFamily="34" charset="-122"/>
              </a:rPr>
              <a:t>setView</a:t>
            </a:r>
            <a:r>
              <a:rPr lang="zh-CN" altLang="en-US" sz="1600" b="0" dirty="0" smtClean="0">
                <a:latin typeface="微软雅黑" panose="020B0503020204020204" pitchFamily="34" charset="-122"/>
                <a:ea typeface="微软雅黑" panose="020B0503020204020204" pitchFamily="34" charset="-122"/>
              </a:rPr>
              <a:t>时创建的，链接结构是固定的：</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600" b="0" dirty="0" err="1">
                <a:latin typeface="微软雅黑" panose="020B0503020204020204" pitchFamily="34" charset="-122"/>
                <a:ea typeface="微软雅黑" panose="020B0503020204020204" pitchFamily="34" charset="-122"/>
              </a:rPr>
              <a:t>SyntheticInputStage</a:t>
            </a:r>
            <a:r>
              <a:rPr lang="en-US" altLang="zh-CN" sz="1600" b="0" dirty="0">
                <a:latin typeface="微软雅黑" panose="020B0503020204020204" pitchFamily="34" charset="-122"/>
                <a:ea typeface="微软雅黑" panose="020B0503020204020204" pitchFamily="34" charset="-122"/>
              </a:rPr>
              <a:t> &lt;- </a:t>
            </a:r>
            <a:r>
              <a:rPr lang="en-US" altLang="zh-CN" sz="1600" b="0" dirty="0" err="1" smtClean="0">
                <a:latin typeface="微软雅黑" panose="020B0503020204020204" pitchFamily="34" charset="-122"/>
                <a:ea typeface="微软雅黑" panose="020B0503020204020204" pitchFamily="34" charset="-122"/>
              </a:rPr>
              <a:t>ViewPostImeInputStage</a:t>
            </a:r>
            <a:r>
              <a:rPr lang="en-US" altLang="zh-CN" sz="1600" b="0" dirty="0" smtClean="0">
                <a:latin typeface="微软雅黑" panose="020B0503020204020204" pitchFamily="34" charset="-122"/>
                <a:ea typeface="微软雅黑" panose="020B0503020204020204" pitchFamily="34" charset="-122"/>
              </a:rPr>
              <a:t> </a:t>
            </a:r>
            <a:r>
              <a:rPr lang="en-US" altLang="zh-CN" sz="1600" b="0" dirty="0">
                <a:latin typeface="微软雅黑" panose="020B0503020204020204" pitchFamily="34" charset="-122"/>
                <a:ea typeface="微软雅黑" panose="020B0503020204020204" pitchFamily="34" charset="-122"/>
              </a:rPr>
              <a:t>&lt;- </a:t>
            </a:r>
            <a:r>
              <a:rPr lang="en-US" altLang="zh-CN" sz="1600" b="0" dirty="0" err="1" smtClean="0">
                <a:latin typeface="微软雅黑" panose="020B0503020204020204" pitchFamily="34" charset="-122"/>
                <a:ea typeface="微软雅黑" panose="020B0503020204020204" pitchFamily="34" charset="-122"/>
              </a:rPr>
              <a:t>NativePostImeInputStage</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600" b="0" dirty="0">
                <a:latin typeface="微软雅黑" panose="020B0503020204020204" pitchFamily="34" charset="-122"/>
                <a:ea typeface="微软雅黑" panose="020B0503020204020204" pitchFamily="34" charset="-122"/>
              </a:rPr>
              <a:t>&lt;-</a:t>
            </a:r>
            <a:r>
              <a:rPr lang="en-US" altLang="zh-CN" sz="1600" b="0" dirty="0" smtClean="0">
                <a:latin typeface="微软雅黑" panose="020B0503020204020204" pitchFamily="34" charset="-122"/>
                <a:ea typeface="微软雅黑" panose="020B0503020204020204" pitchFamily="34" charset="-122"/>
              </a:rPr>
              <a:t> </a:t>
            </a:r>
            <a:r>
              <a:rPr lang="en-US" altLang="zh-CN" sz="1600" b="0" dirty="0" err="1" smtClean="0">
                <a:latin typeface="微软雅黑" panose="020B0503020204020204" pitchFamily="34" charset="-122"/>
                <a:ea typeface="微软雅黑" panose="020B0503020204020204" pitchFamily="34" charset="-122"/>
              </a:rPr>
              <a:t>EarlyPostImeInputStage</a:t>
            </a:r>
            <a:r>
              <a:rPr lang="en-US" altLang="zh-CN" sz="1600" b="0" dirty="0">
                <a:latin typeface="微软雅黑" panose="020B0503020204020204" pitchFamily="34" charset="-122"/>
                <a:ea typeface="微软雅黑" panose="020B0503020204020204" pitchFamily="34" charset="-122"/>
              </a:rPr>
              <a:t> &lt;- </a:t>
            </a:r>
            <a:r>
              <a:rPr lang="en-US" altLang="zh-CN" sz="1600" b="0" dirty="0" err="1" smtClean="0">
                <a:latin typeface="微软雅黑" panose="020B0503020204020204" pitchFamily="34" charset="-122"/>
                <a:ea typeface="微软雅黑" panose="020B0503020204020204" pitchFamily="34" charset="-122"/>
              </a:rPr>
              <a:t>ImeInputStage</a:t>
            </a:r>
            <a:r>
              <a:rPr lang="en-US" altLang="zh-CN" sz="1600" b="0" dirty="0" smtClean="0">
                <a:latin typeface="微软雅黑" panose="020B0503020204020204" pitchFamily="34" charset="-122"/>
                <a:ea typeface="微软雅黑" panose="020B0503020204020204" pitchFamily="34" charset="-122"/>
              </a:rPr>
              <a:t> </a:t>
            </a:r>
            <a:r>
              <a:rPr lang="en-US" altLang="zh-CN" sz="1600" b="0" dirty="0">
                <a:latin typeface="微软雅黑" panose="020B0503020204020204" pitchFamily="34" charset="-122"/>
                <a:ea typeface="微软雅黑" panose="020B0503020204020204" pitchFamily="34" charset="-122"/>
              </a:rPr>
              <a:t>&lt;-</a:t>
            </a:r>
            <a:r>
              <a:rPr lang="en-US" altLang="zh-CN" sz="1600" b="0" dirty="0" smtClean="0">
                <a:latin typeface="微软雅黑" panose="020B0503020204020204" pitchFamily="34" charset="-122"/>
                <a:ea typeface="微软雅黑" panose="020B0503020204020204" pitchFamily="34" charset="-122"/>
              </a:rPr>
              <a:t> </a:t>
            </a:r>
            <a:r>
              <a:rPr lang="en-US" altLang="zh-CN" sz="1600" b="0" dirty="0" err="1" smtClean="0">
                <a:latin typeface="微软雅黑" panose="020B0503020204020204" pitchFamily="34" charset="-122"/>
                <a:ea typeface="微软雅黑" panose="020B0503020204020204" pitchFamily="34" charset="-122"/>
              </a:rPr>
              <a:t>ViewPreImeInputStage</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600" b="0" dirty="0" smtClean="0">
                <a:latin typeface="微软雅黑" panose="020B0503020204020204" pitchFamily="34" charset="-122"/>
                <a:ea typeface="微软雅黑" panose="020B0503020204020204" pitchFamily="34" charset="-122"/>
              </a:rPr>
              <a:t>&lt;- </a:t>
            </a:r>
            <a:r>
              <a:rPr lang="en-US" altLang="zh-CN" sz="1600" b="0" dirty="0" err="1" smtClean="0">
                <a:latin typeface="微软雅黑" panose="020B0503020204020204" pitchFamily="34" charset="-122"/>
                <a:ea typeface="微软雅黑" panose="020B0503020204020204" pitchFamily="34" charset="-122"/>
              </a:rPr>
              <a:t>NativePreImeInputStage</a:t>
            </a:r>
            <a:endParaRPr lang="en-US" altLang="zh-CN" sz="1600" b="0" dirty="0" smtClean="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这里每一个</a:t>
            </a:r>
            <a:r>
              <a:rPr lang="en-US" altLang="zh-CN" sz="1600" b="0" dirty="0" smtClean="0">
                <a:latin typeface="微软雅黑" panose="020B0503020204020204" pitchFamily="34" charset="-122"/>
                <a:ea typeface="微软雅黑" panose="020B0503020204020204" pitchFamily="34" charset="-122"/>
              </a:rPr>
              <a:t>Stage</a:t>
            </a:r>
            <a:r>
              <a:rPr lang="zh-CN" altLang="en-US" sz="1600" b="0" dirty="0" smtClean="0">
                <a:latin typeface="微软雅黑" panose="020B0503020204020204" pitchFamily="34" charset="-122"/>
                <a:ea typeface="微软雅黑" panose="020B0503020204020204" pitchFamily="34" charset="-122"/>
              </a:rPr>
              <a:t>都会有自己对</a:t>
            </a:r>
            <a:r>
              <a:rPr lang="en-US" altLang="zh-CN" sz="1600" b="0" dirty="0" err="1" smtClean="0">
                <a:latin typeface="微软雅黑" panose="020B0503020204020204" pitchFamily="34" charset="-122"/>
                <a:ea typeface="微软雅黑" panose="020B0503020204020204" pitchFamily="34" charset="-122"/>
              </a:rPr>
              <a:t>InputEvent</a:t>
            </a:r>
            <a:r>
              <a:rPr lang="zh-CN" altLang="en-US" sz="1600" b="0" dirty="0" smtClean="0">
                <a:latin typeface="微软雅黑" panose="020B0503020204020204" pitchFamily="34" charset="-122"/>
                <a:ea typeface="微软雅黑" panose="020B0503020204020204" pitchFamily="34" charset="-122"/>
              </a:rPr>
              <a:t>的处理，都可以在某些条件下终止事件的发送。</a:t>
            </a:r>
            <a:endParaRPr lang="en-US" altLang="zh-CN" sz="1600" b="0" dirty="0">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public void </a:t>
            </a:r>
            <a:r>
              <a:rPr lang="en-US" altLang="zh-CN" sz="1400" b="0" dirty="0" err="1">
                <a:solidFill>
                  <a:srgbClr val="0070C0"/>
                </a:solidFill>
                <a:latin typeface="微软雅黑" panose="020B0503020204020204" pitchFamily="34" charset="-122"/>
                <a:ea typeface="微软雅黑" panose="020B0503020204020204" pitchFamily="34" charset="-122"/>
              </a:rPr>
              <a:t>setView</a:t>
            </a:r>
            <a:r>
              <a:rPr lang="en-US" altLang="zh-CN" sz="1400" b="0" dirty="0">
                <a:solidFill>
                  <a:srgbClr val="0070C0"/>
                </a:solidFill>
                <a:latin typeface="微软雅黑" panose="020B0503020204020204" pitchFamily="34" charset="-122"/>
                <a:ea typeface="微软雅黑" panose="020B0503020204020204" pitchFamily="34" charset="-122"/>
              </a:rPr>
              <a:t>(View </a:t>
            </a:r>
            <a:r>
              <a:rPr lang="en-US" altLang="zh-CN" sz="1400" b="0" dirty="0" err="1">
                <a:solidFill>
                  <a:srgbClr val="0070C0"/>
                </a:solidFill>
                <a:latin typeface="微软雅黑" panose="020B0503020204020204" pitchFamily="34" charset="-122"/>
                <a:ea typeface="微软雅黑" panose="020B0503020204020204" pitchFamily="34" charset="-122"/>
              </a:rPr>
              <a:t>view</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WindowManager.LayoutParams</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attrs</a:t>
            </a:r>
            <a:r>
              <a:rPr lang="en-US" altLang="zh-CN" sz="1400" b="0" dirty="0">
                <a:solidFill>
                  <a:srgbClr val="0070C0"/>
                </a:solidFill>
                <a:latin typeface="微软雅黑" panose="020B0503020204020204" pitchFamily="34" charset="-122"/>
                <a:ea typeface="微软雅黑" panose="020B0503020204020204" pitchFamily="34" charset="-122"/>
              </a:rPr>
              <a:t>, View </a:t>
            </a:r>
            <a:r>
              <a:rPr lang="en-US" altLang="zh-CN" sz="1400" b="0" dirty="0" err="1">
                <a:solidFill>
                  <a:srgbClr val="0070C0"/>
                </a:solidFill>
                <a:latin typeface="微软雅黑" panose="020B0503020204020204" pitchFamily="34" charset="-122"/>
                <a:ea typeface="微软雅黑" panose="020B0503020204020204" pitchFamily="34" charset="-122"/>
              </a:rPr>
              <a:t>panelParentView</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int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userId</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synchronized (this) {</a:t>
            </a:r>
          </a:p>
          <a:p>
            <a:pPr algn="l"/>
            <a:r>
              <a:rPr lang="en-US" altLang="zh-CN" sz="1400" b="0" dirty="0">
                <a:solidFill>
                  <a:srgbClr val="0070C0"/>
                </a:solidFill>
                <a:latin typeface="微软雅黑" panose="020B0503020204020204" pitchFamily="34" charset="-122"/>
                <a:ea typeface="微软雅黑" panose="020B0503020204020204" pitchFamily="34" charset="-122"/>
              </a:rPr>
              <a:t>        if (</a:t>
            </a:r>
            <a:r>
              <a:rPr lang="en-US" altLang="zh-CN" sz="1400" b="0" dirty="0" err="1">
                <a:solidFill>
                  <a:srgbClr val="0070C0"/>
                </a:solidFill>
                <a:latin typeface="微软雅黑" panose="020B0503020204020204" pitchFamily="34" charset="-122"/>
                <a:ea typeface="微软雅黑" panose="020B0503020204020204" pitchFamily="34" charset="-122"/>
              </a:rPr>
              <a:t>mView</a:t>
            </a:r>
            <a:r>
              <a:rPr lang="en-US" altLang="zh-CN" sz="1400" b="0" dirty="0">
                <a:solidFill>
                  <a:srgbClr val="0070C0"/>
                </a:solidFill>
                <a:latin typeface="微软雅黑" panose="020B0503020204020204" pitchFamily="34" charset="-122"/>
                <a:ea typeface="微软雅黑" panose="020B0503020204020204" pitchFamily="34" charset="-122"/>
              </a:rPr>
              <a:t> == null)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mSyntheticInputStage</a:t>
            </a:r>
            <a:r>
              <a:rPr lang="en-US" altLang="zh-CN" sz="1400" b="0" dirty="0">
                <a:solidFill>
                  <a:srgbClr val="0070C0"/>
                </a:solidFill>
                <a:latin typeface="微软雅黑" panose="020B0503020204020204" pitchFamily="34" charset="-122"/>
                <a:ea typeface="微软雅黑" panose="020B0503020204020204" pitchFamily="34" charset="-122"/>
              </a:rPr>
              <a:t> = new </a:t>
            </a:r>
            <a:r>
              <a:rPr lang="en-US" altLang="zh-CN" sz="1400" b="0" dirty="0" err="1">
                <a:solidFill>
                  <a:srgbClr val="0070C0"/>
                </a:solidFill>
                <a:latin typeface="微软雅黑" panose="020B0503020204020204" pitchFamily="34" charset="-122"/>
                <a:ea typeface="微软雅黑" panose="020B0503020204020204" pitchFamily="34" charset="-122"/>
              </a:rPr>
              <a:t>SyntheticInputStage</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InputStage</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viewPostImeStage</a:t>
            </a:r>
            <a:r>
              <a:rPr lang="en-US" altLang="zh-CN" sz="1400" b="0" dirty="0">
                <a:solidFill>
                  <a:srgbClr val="0070C0"/>
                </a:solidFill>
                <a:latin typeface="微软雅黑" panose="020B0503020204020204" pitchFamily="34" charset="-122"/>
                <a:ea typeface="微软雅黑" panose="020B0503020204020204" pitchFamily="34" charset="-122"/>
              </a:rPr>
              <a:t> = new </a:t>
            </a:r>
            <a:r>
              <a:rPr lang="en-US" altLang="zh-CN" sz="1400" b="0" dirty="0" err="1">
                <a:solidFill>
                  <a:srgbClr val="0070C0"/>
                </a:solidFill>
                <a:latin typeface="微软雅黑" panose="020B0503020204020204" pitchFamily="34" charset="-122"/>
                <a:ea typeface="微软雅黑" panose="020B0503020204020204" pitchFamily="34" charset="-122"/>
              </a:rPr>
              <a:t>ViewPostImeInputStage</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mSyntheticInputStage</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InputStage</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nativePostImeStage</a:t>
            </a:r>
            <a:r>
              <a:rPr lang="en-US" altLang="zh-CN" sz="1400" b="0" dirty="0">
                <a:solidFill>
                  <a:srgbClr val="0070C0"/>
                </a:solidFill>
                <a:latin typeface="微软雅黑" panose="020B0503020204020204" pitchFamily="34" charset="-122"/>
                <a:ea typeface="微软雅黑" panose="020B0503020204020204" pitchFamily="34" charset="-122"/>
              </a:rPr>
              <a:t> = new </a:t>
            </a:r>
            <a:r>
              <a:rPr lang="en-US" altLang="zh-CN" sz="1400" b="0" dirty="0" err="1">
                <a:solidFill>
                  <a:srgbClr val="0070C0"/>
                </a:solidFill>
                <a:latin typeface="微软雅黑" panose="020B0503020204020204" pitchFamily="34" charset="-122"/>
                <a:ea typeface="微软雅黑" panose="020B0503020204020204" pitchFamily="34" charset="-122"/>
              </a:rPr>
              <a:t>NativePostImeInputStage</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viewPostImeStage</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aq:native-post-ime</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counterSuffix</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InputStage</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earlyPostImeStage</a:t>
            </a:r>
            <a:r>
              <a:rPr lang="en-US" altLang="zh-CN" sz="1400" b="0" dirty="0">
                <a:solidFill>
                  <a:srgbClr val="0070C0"/>
                </a:solidFill>
                <a:latin typeface="微软雅黑" panose="020B0503020204020204" pitchFamily="34" charset="-122"/>
                <a:ea typeface="微软雅黑" panose="020B0503020204020204" pitchFamily="34" charset="-122"/>
              </a:rPr>
              <a:t> = new </a:t>
            </a:r>
            <a:r>
              <a:rPr lang="en-US" altLang="zh-CN" sz="1400" b="0" dirty="0" err="1">
                <a:solidFill>
                  <a:srgbClr val="0070C0"/>
                </a:solidFill>
                <a:latin typeface="微软雅黑" panose="020B0503020204020204" pitchFamily="34" charset="-122"/>
                <a:ea typeface="微软雅黑" panose="020B0503020204020204" pitchFamily="34" charset="-122"/>
              </a:rPr>
              <a:t>EarlyPostImeInputStage</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nativePostImeStage</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InputStage</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imeStage</a:t>
            </a:r>
            <a:r>
              <a:rPr lang="en-US" altLang="zh-CN" sz="1400" b="0" dirty="0">
                <a:solidFill>
                  <a:srgbClr val="0070C0"/>
                </a:solidFill>
                <a:latin typeface="微软雅黑" panose="020B0503020204020204" pitchFamily="34" charset="-122"/>
                <a:ea typeface="微软雅黑" panose="020B0503020204020204" pitchFamily="34" charset="-122"/>
              </a:rPr>
              <a:t> = new </a:t>
            </a:r>
            <a:r>
              <a:rPr lang="en-US" altLang="zh-CN" sz="1400" b="0" dirty="0" err="1">
                <a:solidFill>
                  <a:srgbClr val="0070C0"/>
                </a:solidFill>
                <a:latin typeface="微软雅黑" panose="020B0503020204020204" pitchFamily="34" charset="-122"/>
                <a:ea typeface="微软雅黑" panose="020B0503020204020204" pitchFamily="34" charset="-122"/>
              </a:rPr>
              <a:t>ImeInputStage</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earlyPostImeStage</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aq:ime</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counterSuffix</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InputStage</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viewPreImeStage</a:t>
            </a:r>
            <a:r>
              <a:rPr lang="en-US" altLang="zh-CN" sz="1400" b="0" dirty="0">
                <a:solidFill>
                  <a:srgbClr val="0070C0"/>
                </a:solidFill>
                <a:latin typeface="微软雅黑" panose="020B0503020204020204" pitchFamily="34" charset="-122"/>
                <a:ea typeface="微软雅黑" panose="020B0503020204020204" pitchFamily="34" charset="-122"/>
              </a:rPr>
              <a:t> = new </a:t>
            </a:r>
            <a:r>
              <a:rPr lang="en-US" altLang="zh-CN" sz="1400" b="0" dirty="0" err="1">
                <a:solidFill>
                  <a:srgbClr val="0070C0"/>
                </a:solidFill>
                <a:latin typeface="微软雅黑" panose="020B0503020204020204" pitchFamily="34" charset="-122"/>
                <a:ea typeface="微软雅黑" panose="020B0503020204020204" pitchFamily="34" charset="-122"/>
              </a:rPr>
              <a:t>ViewPreImeInputStage</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imeStage</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InputStage</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nativePreImeStage</a:t>
            </a:r>
            <a:r>
              <a:rPr lang="en-US" altLang="zh-CN" sz="1400" b="0" dirty="0">
                <a:solidFill>
                  <a:srgbClr val="0070C0"/>
                </a:solidFill>
                <a:latin typeface="微软雅黑" panose="020B0503020204020204" pitchFamily="34" charset="-122"/>
                <a:ea typeface="微软雅黑" panose="020B0503020204020204" pitchFamily="34" charset="-122"/>
              </a:rPr>
              <a:t> = new </a:t>
            </a:r>
            <a:r>
              <a:rPr lang="en-US" altLang="zh-CN" sz="1400" b="0" dirty="0" err="1">
                <a:solidFill>
                  <a:srgbClr val="0070C0"/>
                </a:solidFill>
                <a:latin typeface="微软雅黑" panose="020B0503020204020204" pitchFamily="34" charset="-122"/>
                <a:ea typeface="微软雅黑" panose="020B0503020204020204" pitchFamily="34" charset="-122"/>
              </a:rPr>
              <a:t>NativePreImeInputStage</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viewPreImeStage</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aq:native-pre-ime</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counterSuffix</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mFirstInputStage</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nativePreImeStage</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mFirstPostImeInputStage</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earlyPostImeStage</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a:t>
            </a:r>
            <a:endParaRPr lang="zh-CN" altLang="en-US" sz="1600" b="0"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2392424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a:latin typeface="微软雅黑" panose="020B0503020204020204" pitchFamily="34" charset="-122"/>
                <a:ea typeface="微软雅黑" panose="020B0503020204020204" pitchFamily="34" charset="-122"/>
              </a:rPr>
              <a:t>UI</a:t>
            </a:r>
            <a:r>
              <a:rPr lang="zh-CN" altLang="en-US" sz="2400" b="0" dirty="0">
                <a:latin typeface="微软雅黑" panose="020B0503020204020204" pitchFamily="34" charset="-122"/>
                <a:ea typeface="微软雅黑" panose="020B0503020204020204" pitchFamily="34" charset="-122"/>
              </a:rPr>
              <a:t>线程对</a:t>
            </a:r>
            <a:r>
              <a:rPr lang="en-US" altLang="zh-CN" sz="2400" b="0" dirty="0">
                <a:latin typeface="微软雅黑" panose="020B0503020204020204" pitchFamily="34" charset="-122"/>
                <a:ea typeface="微软雅黑" panose="020B0503020204020204" pitchFamily="34" charset="-122"/>
              </a:rPr>
              <a:t>Input</a:t>
            </a:r>
            <a:r>
              <a:rPr lang="zh-CN" altLang="en-US" sz="2400" b="0" dirty="0">
                <a:latin typeface="微软雅黑" panose="020B0503020204020204" pitchFamily="34" charset="-122"/>
                <a:ea typeface="微软雅黑" panose="020B0503020204020204" pitchFamily="34" charset="-122"/>
              </a:rPr>
              <a:t>事件的分发</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4555093"/>
          </a:xfrm>
          <a:prstGeom prst="rect">
            <a:avLst/>
          </a:prstGeom>
          <a:noFill/>
        </p:spPr>
        <p:txBody>
          <a:bodyPr wrap="square" rtlCol="0">
            <a:spAutoFit/>
          </a:bodyPr>
          <a:lstStyle/>
          <a:p>
            <a:pPr algn="l"/>
            <a:r>
              <a:rPr lang="en-US" altLang="zh-CN" sz="1600" b="0" dirty="0" err="1">
                <a:latin typeface="微软雅黑" panose="020B0503020204020204" pitchFamily="34" charset="-122"/>
                <a:ea typeface="微软雅黑" panose="020B0503020204020204" pitchFamily="34" charset="-122"/>
              </a:rPr>
              <a:t>InputEvent</a:t>
            </a:r>
            <a:r>
              <a:rPr lang="zh-CN" altLang="en-US" sz="1600" b="0" dirty="0">
                <a:latin typeface="微软雅黑" panose="020B0503020204020204" pitchFamily="34" charset="-122"/>
                <a:ea typeface="微软雅黑" panose="020B0503020204020204" pitchFamily="34" charset="-122"/>
              </a:rPr>
              <a:t>处理完后，都会调用</a:t>
            </a:r>
            <a:r>
              <a:rPr lang="en-US" altLang="zh-CN" sz="1600" b="0" dirty="0" err="1">
                <a:latin typeface="微软雅黑" panose="020B0503020204020204" pitchFamily="34" charset="-122"/>
                <a:ea typeface="微软雅黑" panose="020B0503020204020204" pitchFamily="34" charset="-122"/>
              </a:rPr>
              <a:t>ViewRootImpl.finishInputEvent</a:t>
            </a:r>
            <a:r>
              <a:rPr lang="zh-CN" altLang="en-US" sz="1600" b="0" dirty="0">
                <a:latin typeface="微软雅黑" panose="020B0503020204020204" pitchFamily="34" charset="-122"/>
                <a:ea typeface="微软雅黑" panose="020B0503020204020204" pitchFamily="34" charset="-122"/>
              </a:rPr>
              <a:t>方法，然后</a:t>
            </a:r>
            <a:r>
              <a:rPr lang="zh-CN" altLang="en-US" sz="1600" b="0" dirty="0" smtClean="0">
                <a:latin typeface="微软雅黑" panose="020B0503020204020204" pitchFamily="34" charset="-122"/>
                <a:ea typeface="微软雅黑" panose="020B0503020204020204" pitchFamily="34" charset="-122"/>
              </a:rPr>
              <a:t>调用到</a:t>
            </a:r>
            <a:r>
              <a:rPr lang="en-US" altLang="zh-CN" sz="1600" b="0" dirty="0" err="1">
                <a:latin typeface="微软雅黑" panose="020B0503020204020204" pitchFamily="34" charset="-122"/>
                <a:ea typeface="微软雅黑" panose="020B0503020204020204" pitchFamily="34" charset="-122"/>
              </a:rPr>
              <a:t>InputConsumer</a:t>
            </a:r>
            <a:r>
              <a:rPr lang="zh-CN" altLang="en-US" sz="1600" b="0" dirty="0">
                <a:latin typeface="微软雅黑" panose="020B0503020204020204" pitchFamily="34" charset="-122"/>
                <a:ea typeface="微软雅黑" panose="020B0503020204020204" pitchFamily="34" charset="-122"/>
              </a:rPr>
              <a:t>的</a:t>
            </a:r>
            <a:r>
              <a:rPr lang="en-US" altLang="zh-CN" sz="1600" b="0" dirty="0" err="1">
                <a:latin typeface="微软雅黑" panose="020B0503020204020204" pitchFamily="34" charset="-122"/>
                <a:ea typeface="微软雅黑" panose="020B0503020204020204" pitchFamily="34" charset="-122"/>
              </a:rPr>
              <a:t>sendUnchainedFinishedSignal</a:t>
            </a:r>
            <a:r>
              <a:rPr lang="zh-CN" altLang="en-US" sz="1600" b="0" dirty="0" smtClean="0">
                <a:latin typeface="微软雅黑" panose="020B0503020204020204" pitchFamily="34" charset="-122"/>
                <a:ea typeface="微软雅黑" panose="020B0503020204020204" pitchFamily="34" charset="-122"/>
              </a:rPr>
              <a:t>函数，把事件通过</a:t>
            </a:r>
            <a:r>
              <a:rPr lang="en-US" altLang="zh-CN" sz="1600" b="0" dirty="0" smtClean="0">
                <a:latin typeface="微软雅黑" panose="020B0503020204020204" pitchFamily="34" charset="-122"/>
                <a:ea typeface="微软雅黑" panose="020B0503020204020204" pitchFamily="34" charset="-122"/>
              </a:rPr>
              <a:t>Channel</a:t>
            </a:r>
            <a:r>
              <a:rPr lang="zh-CN" altLang="en-US" sz="1600" b="0" dirty="0" smtClean="0">
                <a:latin typeface="微软雅黑" panose="020B0503020204020204" pitchFamily="34" charset="-122"/>
                <a:ea typeface="微软雅黑" panose="020B0503020204020204" pitchFamily="34" charset="-122"/>
              </a:rPr>
              <a:t>发送给</a:t>
            </a:r>
            <a:r>
              <a:rPr lang="en-US" altLang="zh-CN" sz="1600" b="0" dirty="0" err="1" smtClean="0">
                <a:latin typeface="微软雅黑" panose="020B0503020204020204" pitchFamily="34" charset="-122"/>
                <a:ea typeface="微软雅黑" panose="020B0503020204020204" pitchFamily="34" charset="-122"/>
              </a:rPr>
              <a:t>InputDispatcher</a:t>
            </a:r>
            <a:r>
              <a:rPr lang="zh-CN" altLang="en-US" sz="1600" b="0" dirty="0" smtClean="0">
                <a:latin typeface="微软雅黑" panose="020B0503020204020204" pitchFamily="34" charset="-122"/>
                <a:ea typeface="微软雅黑" panose="020B0503020204020204" pitchFamily="34" charset="-122"/>
              </a:rPr>
              <a:t>。</a:t>
            </a:r>
            <a:endParaRPr lang="en-US" altLang="zh-CN" sz="1600" b="0" dirty="0">
              <a:latin typeface="微软雅黑" panose="020B0503020204020204" pitchFamily="34" charset="-122"/>
              <a:ea typeface="微软雅黑" panose="020B0503020204020204" pitchFamily="34" charset="-122"/>
            </a:endParaRPr>
          </a:p>
          <a:p>
            <a:pPr algn="l"/>
            <a:r>
              <a:rPr lang="en-US" altLang="zh-CN" sz="1400" b="0" dirty="0" err="1">
                <a:solidFill>
                  <a:srgbClr val="0070C0"/>
                </a:solidFill>
                <a:latin typeface="微软雅黑" panose="020B0503020204020204" pitchFamily="34" charset="-122"/>
                <a:ea typeface="微软雅黑" panose="020B0503020204020204" pitchFamily="34" charset="-122"/>
              </a:rPr>
              <a:t>status_t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InputConsumer</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sendUnchainedFinishedSignal</a:t>
            </a:r>
            <a:r>
              <a:rPr lang="en-US" altLang="zh-CN" sz="1400" b="0" dirty="0">
                <a:solidFill>
                  <a:srgbClr val="0070C0"/>
                </a:solidFill>
                <a:latin typeface="微软雅黑" panose="020B0503020204020204" pitchFamily="34" charset="-122"/>
                <a:ea typeface="微软雅黑" panose="020B0503020204020204" pitchFamily="34" charset="-122"/>
              </a:rPr>
              <a:t>(uint32_t </a:t>
            </a:r>
            <a:r>
              <a:rPr lang="en-US" altLang="zh-CN" sz="1400" b="0" dirty="0" err="1">
                <a:solidFill>
                  <a:srgbClr val="0070C0"/>
                </a:solidFill>
                <a:latin typeface="微软雅黑" panose="020B0503020204020204" pitchFamily="34" charset="-122"/>
                <a:ea typeface="微软雅黑" panose="020B0503020204020204" pitchFamily="34" charset="-122"/>
              </a:rPr>
              <a:t>seq</a:t>
            </a:r>
            <a:r>
              <a:rPr lang="en-US" altLang="zh-CN" sz="1400" b="0" dirty="0">
                <a:solidFill>
                  <a:srgbClr val="0070C0"/>
                </a:solidFill>
                <a:latin typeface="微软雅黑" panose="020B0503020204020204" pitchFamily="34" charset="-122"/>
                <a:ea typeface="微软雅黑" panose="020B0503020204020204" pitchFamily="34" charset="-122"/>
              </a:rPr>
              <a:t>, bool handled)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InputMessage</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msg</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msg.header.type</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InputMessage</a:t>
            </a:r>
            <a:r>
              <a:rPr lang="en-US" altLang="zh-CN" sz="1400" b="0" dirty="0">
                <a:solidFill>
                  <a:srgbClr val="0070C0"/>
                </a:solidFill>
                <a:latin typeface="微软雅黑" panose="020B0503020204020204" pitchFamily="34" charset="-122"/>
                <a:ea typeface="微软雅黑" panose="020B0503020204020204" pitchFamily="34" charset="-122"/>
              </a:rPr>
              <a:t>::Type::FINISHED;</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msg.body.finished.seq</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seq</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msg.body.finished.handled</a:t>
            </a:r>
            <a:r>
              <a:rPr lang="en-US" altLang="zh-CN" sz="1400" b="0" dirty="0">
                <a:solidFill>
                  <a:srgbClr val="0070C0"/>
                </a:solidFill>
                <a:latin typeface="微软雅黑" panose="020B0503020204020204" pitchFamily="34" charset="-122"/>
                <a:ea typeface="微软雅黑" panose="020B0503020204020204" pitchFamily="34" charset="-122"/>
              </a:rPr>
              <a:t> = handled ? 1 : 0;</a:t>
            </a:r>
          </a:p>
          <a:p>
            <a:pPr algn="l"/>
            <a:r>
              <a:rPr lang="en-US" altLang="zh-CN" sz="1400" b="0" dirty="0">
                <a:solidFill>
                  <a:srgbClr val="0070C0"/>
                </a:solidFill>
                <a:latin typeface="微软雅黑" panose="020B0503020204020204" pitchFamily="34" charset="-122"/>
                <a:ea typeface="微软雅黑" panose="020B0503020204020204" pitchFamily="34" charset="-122"/>
              </a:rPr>
              <a:t>    return </a:t>
            </a:r>
            <a:r>
              <a:rPr lang="en-US" altLang="zh-CN" sz="1400" b="0" dirty="0" err="1">
                <a:solidFill>
                  <a:srgbClr val="0070C0"/>
                </a:solidFill>
                <a:latin typeface="微软雅黑" panose="020B0503020204020204" pitchFamily="34" charset="-122"/>
                <a:ea typeface="微软雅黑" panose="020B0503020204020204" pitchFamily="34" charset="-122"/>
              </a:rPr>
              <a:t>mChannel</a:t>
            </a:r>
            <a:r>
              <a:rPr lang="en-US" altLang="zh-CN" sz="1400" b="0" dirty="0">
                <a:solidFill>
                  <a:srgbClr val="0070C0"/>
                </a:solidFill>
                <a:latin typeface="微软雅黑" panose="020B0503020204020204" pitchFamily="34" charset="-122"/>
                <a:ea typeface="微软雅黑" panose="020B0503020204020204" pitchFamily="34" charset="-122"/>
              </a:rPr>
              <a:t>-&gt;</a:t>
            </a:r>
            <a:r>
              <a:rPr lang="en-US" altLang="zh-CN" sz="1400" b="0" dirty="0" err="1">
                <a:solidFill>
                  <a:srgbClr val="0070C0"/>
                </a:solidFill>
                <a:latin typeface="微软雅黑" panose="020B0503020204020204" pitchFamily="34" charset="-122"/>
                <a:ea typeface="微软雅黑" panose="020B0503020204020204" pitchFamily="34" charset="-122"/>
              </a:rPr>
              <a:t>sendMessage</a:t>
            </a:r>
            <a:r>
              <a:rPr lang="en-US" altLang="zh-CN" sz="1400" b="0" dirty="0">
                <a:solidFill>
                  <a:srgbClr val="0070C0"/>
                </a:solidFill>
                <a:latin typeface="微软雅黑" panose="020B0503020204020204" pitchFamily="34" charset="-122"/>
                <a:ea typeface="微软雅黑" panose="020B0503020204020204" pitchFamily="34" charset="-122"/>
              </a:rPr>
              <a:t>(&amp;</a:t>
            </a:r>
            <a:r>
              <a:rPr lang="en-US" altLang="zh-CN" sz="1400" b="0" dirty="0" err="1">
                <a:solidFill>
                  <a:srgbClr val="0070C0"/>
                </a:solidFill>
                <a:latin typeface="微软雅黑" panose="020B0503020204020204" pitchFamily="34" charset="-122"/>
                <a:ea typeface="微软雅黑" panose="020B0503020204020204" pitchFamily="34" charset="-122"/>
              </a:rPr>
              <a:t>msg</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en-US" altLang="zh-CN" sz="1600" b="0" dirty="0" err="1">
                <a:latin typeface="微软雅黑" panose="020B0503020204020204" pitchFamily="34" charset="-122"/>
                <a:ea typeface="微软雅黑" panose="020B0503020204020204" pitchFamily="34" charset="-122"/>
              </a:rPr>
              <a:t>InputDispatcher</a:t>
            </a:r>
            <a:r>
              <a:rPr lang="zh-CN" altLang="en-US" sz="1600" b="0" dirty="0">
                <a:latin typeface="微软雅黑" panose="020B0503020204020204" pitchFamily="34" charset="-122"/>
                <a:ea typeface="微软雅黑" panose="020B0503020204020204" pitchFamily="34" charset="-122"/>
              </a:rPr>
              <a:t>接收到事件以后</a:t>
            </a:r>
            <a:r>
              <a:rPr lang="zh-CN" altLang="en-US" sz="1600" b="0" dirty="0" smtClean="0">
                <a:latin typeface="微软雅黑" panose="020B0503020204020204" pitchFamily="34" charset="-122"/>
                <a:ea typeface="微软雅黑" panose="020B0503020204020204" pitchFamily="34" charset="-122"/>
              </a:rPr>
              <a:t>，最后调用</a:t>
            </a:r>
            <a:r>
              <a:rPr lang="en-US" altLang="zh-CN" sz="1600" b="0" dirty="0" err="1" smtClean="0">
                <a:latin typeface="微软雅黑" panose="020B0503020204020204" pitchFamily="34" charset="-122"/>
                <a:ea typeface="微软雅黑" panose="020B0503020204020204" pitchFamily="34" charset="-122"/>
              </a:rPr>
              <a:t>doDispatchCycleFinishedLockedInterruptible</a:t>
            </a:r>
            <a:r>
              <a:rPr lang="zh-CN" altLang="en-US" sz="1600" b="0" dirty="0" smtClean="0">
                <a:latin typeface="微软雅黑" panose="020B0503020204020204" pitchFamily="34" charset="-122"/>
                <a:ea typeface="微软雅黑" panose="020B0503020204020204" pitchFamily="34" charset="-122"/>
              </a:rPr>
              <a:t>函数，该函数主要的功能如下：</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600" b="0" dirty="0" smtClean="0">
                <a:latin typeface="微软雅黑" panose="020B0503020204020204" pitchFamily="34" charset="-122"/>
                <a:ea typeface="微软雅黑" panose="020B0503020204020204" pitchFamily="34" charset="-122"/>
              </a:rPr>
              <a:t>1.</a:t>
            </a:r>
            <a:r>
              <a:rPr lang="zh-CN" altLang="en-US" sz="1600" b="0" dirty="0" smtClean="0">
                <a:latin typeface="微软雅黑" panose="020B0503020204020204" pitchFamily="34" charset="-122"/>
                <a:ea typeface="微软雅黑" panose="020B0503020204020204" pitchFamily="34" charset="-122"/>
              </a:rPr>
              <a:t>对于</a:t>
            </a:r>
            <a:r>
              <a:rPr lang="zh-CN" altLang="en-US" sz="1600" b="0" dirty="0">
                <a:latin typeface="微软雅黑" panose="020B0503020204020204" pitchFamily="34" charset="-122"/>
                <a:ea typeface="微软雅黑" panose="020B0503020204020204" pitchFamily="34" charset="-122"/>
              </a:rPr>
              <a:t>处理超过</a:t>
            </a:r>
            <a:r>
              <a:rPr lang="en-US" altLang="zh-CN" sz="1600" b="0" dirty="0">
                <a:latin typeface="微软雅黑" panose="020B0503020204020204" pitchFamily="34" charset="-122"/>
                <a:ea typeface="微软雅黑" panose="020B0503020204020204" pitchFamily="34" charset="-122"/>
              </a:rPr>
              <a:t>2s</a:t>
            </a:r>
            <a:r>
              <a:rPr lang="zh-CN" altLang="en-US" sz="1600" b="0" dirty="0">
                <a:latin typeface="微软雅黑" panose="020B0503020204020204" pitchFamily="34" charset="-122"/>
                <a:ea typeface="微软雅黑" panose="020B0503020204020204" pitchFamily="34" charset="-122"/>
              </a:rPr>
              <a:t>的事件，打印</a:t>
            </a:r>
            <a:r>
              <a:rPr lang="en-US" altLang="zh-CN" sz="1600" b="0" dirty="0">
                <a:latin typeface="微软雅黑" panose="020B0503020204020204" pitchFamily="34" charset="-122"/>
                <a:ea typeface="微软雅黑" panose="020B0503020204020204" pitchFamily="34" charset="-122"/>
              </a:rPr>
              <a:t>log</a:t>
            </a:r>
            <a:r>
              <a:rPr lang="zh-CN" altLang="en-US" sz="1600" b="0" dirty="0">
                <a:latin typeface="微软雅黑" panose="020B0503020204020204" pitchFamily="34" charset="-122"/>
                <a:ea typeface="微软雅黑" panose="020B0503020204020204" pitchFamily="34" charset="-122"/>
              </a:rPr>
              <a:t>信息。</a:t>
            </a:r>
          </a:p>
          <a:p>
            <a:pPr algn="l"/>
            <a:r>
              <a:rPr lang="en-US" altLang="zh-CN" sz="1600" b="0" dirty="0" smtClean="0">
                <a:latin typeface="微软雅黑" panose="020B0503020204020204" pitchFamily="34" charset="-122"/>
                <a:ea typeface="微软雅黑" panose="020B0503020204020204" pitchFamily="34" charset="-122"/>
              </a:rPr>
              <a:t>2.</a:t>
            </a:r>
            <a:r>
              <a:rPr lang="zh-CN" altLang="en-US" sz="1600" b="0" dirty="0" smtClean="0">
                <a:latin typeface="微软雅黑" panose="020B0503020204020204" pitchFamily="34" charset="-122"/>
                <a:ea typeface="微软雅黑" panose="020B0503020204020204" pitchFamily="34" charset="-122"/>
              </a:rPr>
              <a:t>对于</a:t>
            </a:r>
            <a:r>
              <a:rPr lang="en-US" altLang="zh-CN" sz="1600" b="0" dirty="0">
                <a:latin typeface="微软雅黑" panose="020B0503020204020204" pitchFamily="34" charset="-122"/>
                <a:ea typeface="微软雅黑" panose="020B0503020204020204" pitchFamily="34" charset="-122"/>
              </a:rPr>
              <a:t>KEY</a:t>
            </a:r>
            <a:r>
              <a:rPr lang="zh-CN" altLang="en-US" sz="1600" b="0" dirty="0">
                <a:latin typeface="微软雅黑" panose="020B0503020204020204" pitchFamily="34" charset="-122"/>
                <a:ea typeface="微软雅黑" panose="020B0503020204020204" pitchFamily="34" charset="-122"/>
              </a:rPr>
              <a:t>或者</a:t>
            </a:r>
            <a:r>
              <a:rPr lang="en-US" altLang="zh-CN" sz="1600" b="0" dirty="0">
                <a:latin typeface="微软雅黑" panose="020B0503020204020204" pitchFamily="34" charset="-122"/>
                <a:ea typeface="微软雅黑" panose="020B0503020204020204" pitchFamily="34" charset="-122"/>
              </a:rPr>
              <a:t>MOTION</a:t>
            </a:r>
            <a:r>
              <a:rPr lang="zh-CN" altLang="en-US" sz="1600" b="0" dirty="0">
                <a:latin typeface="微软雅黑" panose="020B0503020204020204" pitchFamily="34" charset="-122"/>
                <a:ea typeface="微软雅黑" panose="020B0503020204020204" pitchFamily="34" charset="-122"/>
              </a:rPr>
              <a:t>需要判断是否再次分发给应用程序。</a:t>
            </a:r>
          </a:p>
          <a:p>
            <a:pPr algn="l"/>
            <a:r>
              <a:rPr lang="en-US" altLang="zh-CN" sz="1600" b="0" dirty="0" smtClean="0">
                <a:latin typeface="微软雅黑" panose="020B0503020204020204" pitchFamily="34" charset="-122"/>
                <a:ea typeface="微软雅黑" panose="020B0503020204020204" pitchFamily="34" charset="-122"/>
              </a:rPr>
              <a:t>3.</a:t>
            </a:r>
            <a:r>
              <a:rPr lang="zh-CN" altLang="en-US" sz="1600" b="0" dirty="0" smtClean="0">
                <a:latin typeface="微软雅黑" panose="020B0503020204020204" pitchFamily="34" charset="-122"/>
                <a:ea typeface="微软雅黑" panose="020B0503020204020204" pitchFamily="34" charset="-122"/>
              </a:rPr>
              <a:t>将</a:t>
            </a:r>
            <a:r>
              <a:rPr lang="zh-CN" altLang="en-US" sz="1600" b="0" dirty="0">
                <a:latin typeface="微软雅黑" panose="020B0503020204020204" pitchFamily="34" charset="-122"/>
                <a:ea typeface="微软雅黑" panose="020B0503020204020204" pitchFamily="34" charset="-122"/>
              </a:rPr>
              <a:t>输入事件从</a:t>
            </a:r>
            <a:r>
              <a:rPr lang="en-US" altLang="zh-CN" sz="1600" b="0" dirty="0" err="1">
                <a:latin typeface="微软雅黑" panose="020B0503020204020204" pitchFamily="34" charset="-122"/>
                <a:ea typeface="微软雅黑" panose="020B0503020204020204" pitchFamily="34" charset="-122"/>
              </a:rPr>
              <a:t>waitQueue</a:t>
            </a:r>
            <a:r>
              <a:rPr lang="zh-CN" altLang="en-US" sz="1600" b="0" dirty="0">
                <a:latin typeface="微软雅黑" panose="020B0503020204020204" pitchFamily="34" charset="-122"/>
                <a:ea typeface="微软雅黑" panose="020B0503020204020204" pitchFamily="34" charset="-122"/>
              </a:rPr>
              <a:t>移除并重置</a:t>
            </a:r>
            <a:r>
              <a:rPr lang="en-US" altLang="zh-CN" sz="1600" b="0" dirty="0">
                <a:latin typeface="微软雅黑" panose="020B0503020204020204" pitchFamily="34" charset="-122"/>
                <a:ea typeface="微软雅黑" panose="020B0503020204020204" pitchFamily="34" charset="-122"/>
              </a:rPr>
              <a:t>ANR</a:t>
            </a:r>
            <a:r>
              <a:rPr lang="zh-CN" altLang="en-US" sz="1600" b="0" dirty="0">
                <a:latin typeface="微软雅黑" panose="020B0503020204020204" pitchFamily="34" charset="-122"/>
                <a:ea typeface="微软雅黑" panose="020B0503020204020204" pitchFamily="34" charset="-122"/>
              </a:rPr>
              <a:t>时间。</a:t>
            </a:r>
          </a:p>
          <a:p>
            <a:pPr algn="l"/>
            <a:r>
              <a:rPr lang="en-US" altLang="zh-CN" sz="1600" b="0" dirty="0" smtClean="0">
                <a:latin typeface="微软雅黑" panose="020B0503020204020204" pitchFamily="34" charset="-122"/>
                <a:ea typeface="微软雅黑" panose="020B0503020204020204" pitchFamily="34" charset="-122"/>
              </a:rPr>
              <a:t>4.</a:t>
            </a:r>
            <a:r>
              <a:rPr lang="zh-CN" altLang="en-US" sz="1600" b="0" dirty="0" smtClean="0">
                <a:latin typeface="微软雅黑" panose="020B0503020204020204" pitchFamily="34" charset="-122"/>
                <a:ea typeface="微软雅黑" panose="020B0503020204020204" pitchFamily="34" charset="-122"/>
              </a:rPr>
              <a:t>对于</a:t>
            </a:r>
            <a:r>
              <a:rPr lang="zh-CN" altLang="en-US" sz="1600" b="0" dirty="0">
                <a:latin typeface="微软雅黑" panose="020B0503020204020204" pitchFamily="34" charset="-122"/>
                <a:ea typeface="微软雅黑" panose="020B0503020204020204" pitchFamily="34" charset="-122"/>
              </a:rPr>
              <a:t>步骤</a:t>
            </a:r>
            <a:r>
              <a:rPr lang="en-US" altLang="zh-CN" sz="1600" b="0" dirty="0">
                <a:latin typeface="微软雅黑" panose="020B0503020204020204" pitchFamily="34" charset="-122"/>
                <a:ea typeface="微软雅黑" panose="020B0503020204020204" pitchFamily="34" charset="-122"/>
              </a:rPr>
              <a:t>2</a:t>
            </a:r>
            <a:r>
              <a:rPr lang="zh-CN" altLang="en-US" sz="1600" b="0" dirty="0">
                <a:latin typeface="微软雅黑" panose="020B0503020204020204" pitchFamily="34" charset="-122"/>
                <a:ea typeface="微软雅黑" panose="020B0503020204020204" pitchFamily="34" charset="-122"/>
              </a:rPr>
              <a:t>结果，如果需要再次分发，则重新将此事件加入</a:t>
            </a:r>
            <a:r>
              <a:rPr lang="en-US" altLang="zh-CN" sz="1600" b="0" dirty="0" err="1">
                <a:latin typeface="微软雅黑" panose="020B0503020204020204" pitchFamily="34" charset="-122"/>
                <a:ea typeface="微软雅黑" panose="020B0503020204020204" pitchFamily="34" charset="-122"/>
              </a:rPr>
              <a:t>outboundQueue</a:t>
            </a:r>
            <a:r>
              <a:rPr lang="zh-CN" altLang="en-US" sz="1600" b="0" dirty="0">
                <a:latin typeface="微软雅黑" panose="020B0503020204020204" pitchFamily="34" charset="-122"/>
                <a:ea typeface="微软雅黑" panose="020B0503020204020204" pitchFamily="34" charset="-122"/>
              </a:rPr>
              <a:t>。</a:t>
            </a:r>
          </a:p>
          <a:p>
            <a:pPr algn="l"/>
            <a:r>
              <a:rPr lang="en-US" altLang="zh-CN" sz="1600" b="0" dirty="0" smtClean="0">
                <a:latin typeface="微软雅黑" panose="020B0503020204020204" pitchFamily="34" charset="-122"/>
                <a:ea typeface="微软雅黑" panose="020B0503020204020204" pitchFamily="34" charset="-122"/>
              </a:rPr>
              <a:t>5.</a:t>
            </a:r>
            <a:r>
              <a:rPr lang="zh-CN" altLang="en-US" sz="1600" b="0" dirty="0" smtClean="0">
                <a:latin typeface="微软雅黑" panose="020B0503020204020204" pitchFamily="34" charset="-122"/>
                <a:ea typeface="微软雅黑" panose="020B0503020204020204" pitchFamily="34" charset="-122"/>
              </a:rPr>
              <a:t>调用</a:t>
            </a:r>
            <a:r>
              <a:rPr lang="en-US" altLang="zh-CN" sz="1600" b="0" dirty="0" err="1">
                <a:latin typeface="微软雅黑" panose="020B0503020204020204" pitchFamily="34" charset="-122"/>
                <a:ea typeface="微软雅黑" panose="020B0503020204020204" pitchFamily="34" charset="-122"/>
              </a:rPr>
              <a:t>startDispatchCycleLocked</a:t>
            </a:r>
            <a:r>
              <a:rPr lang="zh-CN" altLang="en-US" sz="1600" b="0" dirty="0">
                <a:latin typeface="微软雅黑" panose="020B0503020204020204" pitchFamily="34" charset="-122"/>
                <a:ea typeface="微软雅黑" panose="020B0503020204020204" pitchFamily="34" charset="-122"/>
              </a:rPr>
              <a:t>开始下一轮事件</a:t>
            </a:r>
            <a:r>
              <a:rPr lang="zh-CN" altLang="en-US" sz="1600" b="0" dirty="0" smtClean="0">
                <a:latin typeface="微软雅黑" panose="020B0503020204020204" pitchFamily="34" charset="-122"/>
                <a:ea typeface="微软雅黑" panose="020B0503020204020204" pitchFamily="34" charset="-122"/>
              </a:rPr>
              <a:t>分发。</a:t>
            </a:r>
            <a:endParaRPr lang="en-US" altLang="zh-CN" sz="1600" b="0" dirty="0" smtClean="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若</a:t>
            </a:r>
            <a:r>
              <a:rPr lang="en-US" altLang="zh-CN" sz="1600" b="0" dirty="0" err="1" smtClean="0">
                <a:latin typeface="微软雅黑" panose="020B0503020204020204" pitchFamily="34" charset="-122"/>
                <a:ea typeface="微软雅黑" panose="020B0503020204020204" pitchFamily="34" charset="-122"/>
              </a:rPr>
              <a:t>InputEvent</a:t>
            </a:r>
            <a:r>
              <a:rPr lang="zh-CN" altLang="en-US" sz="1600" b="0" dirty="0" smtClean="0">
                <a:latin typeface="微软雅黑" panose="020B0503020204020204" pitchFamily="34" charset="-122"/>
                <a:ea typeface="微软雅黑" panose="020B0503020204020204" pitchFamily="34" charset="-122"/>
              </a:rPr>
              <a:t>在</a:t>
            </a:r>
            <a:r>
              <a:rPr lang="en-US" altLang="zh-CN" sz="1600" b="0" dirty="0" smtClean="0">
                <a:latin typeface="微软雅黑" panose="020B0503020204020204" pitchFamily="34" charset="-122"/>
                <a:ea typeface="微软雅黑" panose="020B0503020204020204" pitchFamily="34" charset="-122"/>
              </a:rPr>
              <a:t>ANR</a:t>
            </a:r>
            <a:r>
              <a:rPr lang="zh-CN" altLang="en-US" sz="1600" b="0" dirty="0" smtClean="0">
                <a:latin typeface="微软雅黑" panose="020B0503020204020204" pitchFamily="34" charset="-122"/>
                <a:ea typeface="微软雅黑" panose="020B0503020204020204" pitchFamily="34" charset="-122"/>
              </a:rPr>
              <a:t>时间内没有</a:t>
            </a:r>
            <a:r>
              <a:rPr lang="zh-CN" altLang="en-US" sz="1600" b="0" dirty="0">
                <a:latin typeface="微软雅黑" panose="020B0503020204020204" pitchFamily="34" charset="-122"/>
                <a:ea typeface="微软雅黑" panose="020B0503020204020204" pitchFamily="34" charset="-122"/>
              </a:rPr>
              <a:t>调用到</a:t>
            </a:r>
            <a:r>
              <a:rPr lang="en-US" altLang="zh-CN" sz="1600" b="0" dirty="0" err="1" smtClean="0">
                <a:latin typeface="微软雅黑" panose="020B0503020204020204" pitchFamily="34" charset="-122"/>
                <a:ea typeface="微软雅黑" panose="020B0503020204020204" pitchFamily="34" charset="-122"/>
              </a:rPr>
              <a:t>doDispatchCycleFinishedLockedInterruptible</a:t>
            </a:r>
            <a:r>
              <a:rPr lang="zh-CN" altLang="en-US" sz="1600" b="0" dirty="0" smtClean="0">
                <a:latin typeface="微软雅黑" panose="020B0503020204020204" pitchFamily="34" charset="-122"/>
                <a:ea typeface="微软雅黑" panose="020B0503020204020204" pitchFamily="34" charset="-122"/>
              </a:rPr>
              <a:t>方法，则会产生</a:t>
            </a:r>
            <a:r>
              <a:rPr lang="en-US" altLang="zh-CN" sz="1600" b="0" dirty="0" smtClean="0">
                <a:latin typeface="微软雅黑" panose="020B0503020204020204" pitchFamily="34" charset="-122"/>
                <a:ea typeface="微软雅黑" panose="020B0503020204020204" pitchFamily="34" charset="-122"/>
              </a:rPr>
              <a:t>ANR</a:t>
            </a:r>
            <a:r>
              <a:rPr lang="zh-CN" altLang="en-US" sz="1600" b="0" dirty="0">
                <a:latin typeface="微软雅黑" panose="020B0503020204020204" pitchFamily="34" charset="-122"/>
                <a:ea typeface="微软雅黑" panose="020B0503020204020204" pitchFamily="34" charset="-122"/>
              </a:rPr>
              <a:t>。</a:t>
            </a:r>
            <a:endParaRPr lang="en-US" altLang="zh-CN" sz="160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1466110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a:latin typeface="微软雅黑" panose="020B0503020204020204" pitchFamily="34" charset="-122"/>
                <a:ea typeface="微软雅黑" panose="020B0503020204020204" pitchFamily="34" charset="-122"/>
              </a:rPr>
              <a:t>View</a:t>
            </a:r>
            <a:r>
              <a:rPr lang="zh-CN" altLang="en-US" sz="2400" b="0" dirty="0">
                <a:latin typeface="微软雅黑" panose="020B0503020204020204" pitchFamily="34" charset="-122"/>
                <a:ea typeface="微软雅黑" panose="020B0503020204020204" pitchFamily="34" charset="-122"/>
              </a:rPr>
              <a:t>的事件分发机制</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646331"/>
          </a:xfrm>
          <a:prstGeom prst="rect">
            <a:avLst/>
          </a:prstGeom>
          <a:noFill/>
        </p:spPr>
        <p:txBody>
          <a:bodyPr wrap="square" rtlCol="0">
            <a:spAutoFit/>
          </a:bodyPr>
          <a:lstStyle/>
          <a:p>
            <a:pPr algn="l"/>
            <a:r>
              <a:rPr lang="zh-CN" altLang="en-US" sz="1800" b="0" dirty="0">
                <a:latin typeface="微软雅黑" panose="020B0503020204020204" pitchFamily="34" charset="-122"/>
                <a:ea typeface="微软雅黑" panose="020B0503020204020204" pitchFamily="34" charset="-122"/>
              </a:rPr>
              <a:t>对于</a:t>
            </a:r>
            <a:r>
              <a:rPr lang="en-US" altLang="zh-CN" sz="1800" b="0" dirty="0">
                <a:latin typeface="微软雅黑" panose="020B0503020204020204" pitchFamily="34" charset="-122"/>
                <a:ea typeface="微软雅黑" panose="020B0503020204020204" pitchFamily="34" charset="-122"/>
              </a:rPr>
              <a:t>View</a:t>
            </a:r>
            <a:r>
              <a:rPr lang="zh-CN" altLang="en-US" sz="1800" b="0" dirty="0">
                <a:latin typeface="微软雅黑" panose="020B0503020204020204" pitchFamily="34" charset="-122"/>
                <a:ea typeface="微软雅黑" panose="020B0503020204020204" pitchFamily="34" charset="-122"/>
              </a:rPr>
              <a:t>来说主要使用</a:t>
            </a:r>
            <a:r>
              <a:rPr lang="en-US" altLang="zh-CN" sz="1800" b="0" dirty="0" err="1">
                <a:latin typeface="微软雅黑" panose="020B0503020204020204" pitchFamily="34" charset="-122"/>
                <a:ea typeface="微软雅黑" panose="020B0503020204020204" pitchFamily="34" charset="-122"/>
              </a:rPr>
              <a:t>ViewPostImeInputStage</a:t>
            </a:r>
            <a:r>
              <a:rPr lang="zh-CN" altLang="en-US" sz="1800" b="0" dirty="0">
                <a:latin typeface="微软雅黑" panose="020B0503020204020204" pitchFamily="34" charset="-122"/>
                <a:ea typeface="微软雅黑" panose="020B0503020204020204" pitchFamily="34" charset="-122"/>
              </a:rPr>
              <a:t>这种类型的</a:t>
            </a:r>
            <a:r>
              <a:rPr lang="en-US" altLang="zh-CN" sz="1800" b="0" dirty="0" err="1">
                <a:latin typeface="微软雅黑" panose="020B0503020204020204" pitchFamily="34" charset="-122"/>
                <a:ea typeface="微软雅黑" panose="020B0503020204020204" pitchFamily="34" charset="-122"/>
              </a:rPr>
              <a:t>InputStage</a:t>
            </a:r>
            <a:r>
              <a:rPr lang="zh-CN" altLang="en-US" sz="1800" b="0" dirty="0">
                <a:latin typeface="微软雅黑" panose="020B0503020204020204" pitchFamily="34" charset="-122"/>
                <a:ea typeface="微软雅黑" panose="020B0503020204020204" pitchFamily="34" charset="-122"/>
              </a:rPr>
              <a:t>来</a:t>
            </a:r>
            <a:r>
              <a:rPr lang="zh-CN" altLang="en-US" sz="1800" b="0" dirty="0" smtClean="0">
                <a:latin typeface="微软雅黑" panose="020B0503020204020204" pitchFamily="34" charset="-122"/>
                <a:ea typeface="微软雅黑" panose="020B0503020204020204" pitchFamily="34" charset="-122"/>
              </a:rPr>
              <a:t>处理事件，由于触摸事件比较常用，这里分析触摸事件在控件层的大致分发流程：</a:t>
            </a:r>
            <a:endParaRPr lang="en-US" altLang="zh-CN" sz="1800" b="0" dirty="0" smtClean="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0" y="1628800"/>
            <a:ext cx="9144000" cy="3962231"/>
          </a:xfrm>
          <a:prstGeom prst="rect">
            <a:avLst/>
          </a:prstGeom>
        </p:spPr>
      </p:pic>
    </p:spTree>
    <p:extLst>
      <p:ext uri="{BB962C8B-B14F-4D97-AF65-F5344CB8AC3E}">
        <p14:creationId xmlns:p14="http://schemas.microsoft.com/office/powerpoint/2010/main" val="141481718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en-US" altLang="zh-CN" sz="2400" b="0" dirty="0">
                <a:latin typeface="微软雅黑" panose="020B0503020204020204" pitchFamily="34" charset="-122"/>
                <a:ea typeface="微软雅黑" panose="020B0503020204020204" pitchFamily="34" charset="-122"/>
              </a:rPr>
              <a:t>View</a:t>
            </a:r>
            <a:r>
              <a:rPr lang="zh-CN" altLang="en-US" sz="2400" b="0" dirty="0">
                <a:latin typeface="微软雅黑" panose="020B0503020204020204" pitchFamily="34" charset="-122"/>
                <a:ea typeface="微软雅黑" panose="020B0503020204020204" pitchFamily="34" charset="-122"/>
              </a:rPr>
              <a:t>的事件分发机制</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338554"/>
          </a:xfrm>
          <a:prstGeom prst="rect">
            <a:avLst/>
          </a:prstGeom>
          <a:noFill/>
        </p:spPr>
        <p:txBody>
          <a:bodyPr wrap="square" rtlCol="0">
            <a:spAutoFit/>
          </a:bodyPr>
          <a:lstStyle/>
          <a:p>
            <a:pPr algn="l"/>
            <a:r>
              <a:rPr lang="zh-CN" altLang="en-US" sz="1600" b="0" dirty="0" smtClean="0">
                <a:latin typeface="微软雅黑" panose="020B0503020204020204" pitchFamily="34" charset="-122"/>
                <a:ea typeface="微软雅黑" panose="020B0503020204020204" pitchFamily="34" charset="-122"/>
              </a:rPr>
              <a:t>一个更直观的</a:t>
            </a:r>
            <a:r>
              <a:rPr lang="en-US" altLang="zh-CN" sz="1600" b="0" dirty="0" smtClean="0">
                <a:latin typeface="微软雅黑" panose="020B0503020204020204" pitchFamily="34" charset="-122"/>
                <a:ea typeface="微软雅黑" panose="020B0503020204020204" pitchFamily="34" charset="-122"/>
              </a:rPr>
              <a:t>View</a:t>
            </a:r>
            <a:r>
              <a:rPr lang="zh-CN" altLang="en-US" sz="1600" b="0" dirty="0" smtClean="0">
                <a:latin typeface="微软雅黑" panose="020B0503020204020204" pitchFamily="34" charset="-122"/>
                <a:ea typeface="微软雅黑" panose="020B0503020204020204" pitchFamily="34" charset="-122"/>
              </a:rPr>
              <a:t>事件流程处理图：</a:t>
            </a:r>
            <a:endParaRPr lang="en-US" altLang="zh-CN" sz="1600" b="0" dirty="0" smtClean="0">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2"/>
          <a:stretch>
            <a:fillRect/>
          </a:stretch>
        </p:blipFill>
        <p:spPr>
          <a:xfrm>
            <a:off x="1907704" y="1340768"/>
            <a:ext cx="4756451" cy="5047084"/>
          </a:xfrm>
          <a:prstGeom prst="rect">
            <a:avLst/>
          </a:prstGeom>
        </p:spPr>
      </p:pic>
    </p:spTree>
    <p:extLst>
      <p:ext uri="{BB962C8B-B14F-4D97-AF65-F5344CB8AC3E}">
        <p14:creationId xmlns:p14="http://schemas.microsoft.com/office/powerpoint/2010/main" val="12406669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zh-CN" altLang="en-US" sz="2400" b="0" dirty="0">
                <a:latin typeface="微软雅黑" panose="020B0503020204020204" pitchFamily="34" charset="-122"/>
                <a:ea typeface="微软雅黑" panose="020B0503020204020204" pitchFamily="34" charset="-122"/>
              </a:rPr>
              <a:t>车机应用</a:t>
            </a:r>
            <a:r>
              <a:rPr lang="en-US" altLang="zh-CN" sz="2400" b="0" dirty="0">
                <a:latin typeface="微软雅黑" panose="020B0503020204020204" pitchFamily="34" charset="-122"/>
                <a:ea typeface="微软雅黑" panose="020B0503020204020204" pitchFamily="34" charset="-122"/>
              </a:rPr>
              <a:t>—</a:t>
            </a:r>
            <a:r>
              <a:rPr lang="zh-CN" altLang="en-US" sz="2400" b="0" dirty="0">
                <a:latin typeface="微软雅黑" panose="020B0503020204020204" pitchFamily="34" charset="-122"/>
                <a:ea typeface="微软雅黑" panose="020B0503020204020204" pitchFamily="34" charset="-122"/>
              </a:rPr>
              <a:t>方控事件注入到</a:t>
            </a:r>
            <a:r>
              <a:rPr lang="en-US" altLang="zh-CN" sz="2400" b="0" dirty="0">
                <a:latin typeface="微软雅黑" panose="020B0503020204020204" pitchFamily="34" charset="-122"/>
                <a:ea typeface="微软雅黑" panose="020B0503020204020204" pitchFamily="34" charset="-122"/>
              </a:rPr>
              <a:t>IMS</a:t>
            </a:r>
            <a:endParaRPr lang="en-US" altLang="zh-CN"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07504" y="836712"/>
            <a:ext cx="8784976" cy="4801314"/>
          </a:xfrm>
          <a:prstGeom prst="rect">
            <a:avLst/>
          </a:prstGeom>
          <a:noFill/>
        </p:spPr>
        <p:txBody>
          <a:bodyPr wrap="square" rtlCol="0">
            <a:spAutoFit/>
          </a:bodyPr>
          <a:lstStyle/>
          <a:p>
            <a:pPr algn="l"/>
            <a:r>
              <a:rPr lang="en-US" altLang="zh-CN" sz="1800" b="0" dirty="0" smtClean="0">
                <a:latin typeface="微软雅黑" panose="020B0503020204020204" pitchFamily="34" charset="-122"/>
                <a:ea typeface="微软雅黑" panose="020B0503020204020204" pitchFamily="34" charset="-122"/>
              </a:rPr>
              <a:t>Android R</a:t>
            </a:r>
            <a:r>
              <a:rPr lang="zh-CN" altLang="en-US" sz="1800" b="0" dirty="0" smtClean="0">
                <a:latin typeface="微软雅黑" panose="020B0503020204020204" pitchFamily="34" charset="-122"/>
                <a:ea typeface="微软雅黑" panose="020B0503020204020204" pitchFamily="34" charset="-122"/>
              </a:rPr>
              <a:t>使用</a:t>
            </a:r>
            <a:r>
              <a:rPr lang="en-US" altLang="zh-CN" sz="1800" b="0" dirty="0" err="1" smtClean="0">
                <a:latin typeface="微软雅黑" panose="020B0503020204020204" pitchFamily="34" charset="-122"/>
                <a:ea typeface="微软雅黑" panose="020B0503020204020204" pitchFamily="34" charset="-122"/>
              </a:rPr>
              <a:t>CarService</a:t>
            </a:r>
            <a:r>
              <a:rPr lang="zh-CN" altLang="en-US" sz="1800" b="0" dirty="0" smtClean="0">
                <a:latin typeface="微软雅黑" panose="020B0503020204020204" pitchFamily="34" charset="-122"/>
                <a:ea typeface="微软雅黑" panose="020B0503020204020204" pitchFamily="34" charset="-122"/>
              </a:rPr>
              <a:t>的</a:t>
            </a:r>
            <a:r>
              <a:rPr lang="en-US" altLang="zh-CN" sz="1800" b="0" dirty="0" smtClean="0">
                <a:latin typeface="微软雅黑" panose="020B0503020204020204" pitchFamily="34" charset="-122"/>
                <a:ea typeface="微软雅黑" panose="020B0503020204020204" pitchFamily="34" charset="-122"/>
              </a:rPr>
              <a:t>Vehicle</a:t>
            </a:r>
            <a:r>
              <a:rPr lang="zh-CN" altLang="en-US" sz="1800" b="0" dirty="0" smtClean="0">
                <a:latin typeface="微软雅黑" panose="020B0503020204020204" pitchFamily="34" charset="-122"/>
                <a:ea typeface="微软雅黑" panose="020B0503020204020204" pitchFamily="34" charset="-122"/>
              </a:rPr>
              <a:t>接收</a:t>
            </a:r>
            <a:r>
              <a:rPr lang="en-US" altLang="zh-CN" sz="1800" b="0" dirty="0" smtClean="0">
                <a:latin typeface="微软雅黑" panose="020B0503020204020204" pitchFamily="34" charset="-122"/>
                <a:ea typeface="微软雅黑" panose="020B0503020204020204" pitchFamily="34" charset="-122"/>
              </a:rPr>
              <a:t>MCU</a:t>
            </a:r>
            <a:r>
              <a:rPr lang="zh-CN" altLang="en-US" sz="1800" b="0" dirty="0" smtClean="0">
                <a:latin typeface="微软雅黑" panose="020B0503020204020204" pitchFamily="34" charset="-122"/>
                <a:ea typeface="微软雅黑" panose="020B0503020204020204" pitchFamily="34" charset="-122"/>
              </a:rPr>
              <a:t>数据，然后到</a:t>
            </a:r>
            <a:r>
              <a:rPr lang="en-US" altLang="zh-CN" sz="1800" b="0" dirty="0" err="1" smtClean="0">
                <a:latin typeface="微软雅黑" panose="020B0503020204020204" pitchFamily="34" charset="-122"/>
                <a:ea typeface="微软雅黑" panose="020B0503020204020204" pitchFamily="34" charset="-122"/>
              </a:rPr>
              <a:t>CarInputService</a:t>
            </a:r>
            <a:r>
              <a:rPr lang="zh-CN" altLang="en-US" sz="1800" b="0" dirty="0" smtClean="0">
                <a:latin typeface="微软雅黑" panose="020B0503020204020204" pitchFamily="34" charset="-122"/>
                <a:ea typeface="微软雅黑" panose="020B0503020204020204" pitchFamily="34" charset="-122"/>
              </a:rPr>
              <a:t>进行处理，优先由</a:t>
            </a:r>
            <a:r>
              <a:rPr lang="en-US" altLang="zh-CN" sz="1800" b="0" dirty="0" err="1" smtClean="0">
                <a:latin typeface="微软雅黑" panose="020B0503020204020204" pitchFamily="34" charset="-122"/>
                <a:ea typeface="微软雅黑" panose="020B0503020204020204" pitchFamily="34" charset="-122"/>
              </a:rPr>
              <a:t>CarService</a:t>
            </a:r>
            <a:r>
              <a:rPr lang="zh-CN" altLang="en-US" sz="1800" b="0" dirty="0" smtClean="0">
                <a:latin typeface="微软雅黑" panose="020B0503020204020204" pitchFamily="34" charset="-122"/>
                <a:ea typeface="微软雅黑" panose="020B0503020204020204" pitchFamily="34" charset="-122"/>
              </a:rPr>
              <a:t>注册的</a:t>
            </a:r>
            <a:r>
              <a:rPr lang="en-US" altLang="zh-CN" sz="1800" b="0" dirty="0" smtClean="0">
                <a:latin typeface="微软雅黑" panose="020B0503020204020204" pitchFamily="34" charset="-122"/>
                <a:ea typeface="微软雅黑" panose="020B0503020204020204" pitchFamily="34" charset="-122"/>
              </a:rPr>
              <a:t>Listener</a:t>
            </a:r>
            <a:r>
              <a:rPr lang="zh-CN" altLang="en-US" sz="1800" b="0" dirty="0" smtClean="0">
                <a:latin typeface="微软雅黑" panose="020B0503020204020204" pitchFamily="34" charset="-122"/>
                <a:ea typeface="微软雅黑" panose="020B0503020204020204" pitchFamily="34" charset="-122"/>
              </a:rPr>
              <a:t>处理，若未消费此事件，会通过</a:t>
            </a:r>
            <a:r>
              <a:rPr lang="en-US" altLang="zh-CN" sz="1800" b="0" dirty="0" err="1" smtClean="0">
                <a:latin typeface="微软雅黑" panose="020B0503020204020204" pitchFamily="34" charset="-122"/>
                <a:ea typeface="微软雅黑" panose="020B0503020204020204" pitchFamily="34" charset="-122"/>
              </a:rPr>
              <a:t>InputManager</a:t>
            </a:r>
            <a:r>
              <a:rPr lang="zh-CN" altLang="en-US" sz="1800" b="0" dirty="0" smtClean="0">
                <a:latin typeface="微软雅黑" panose="020B0503020204020204" pitchFamily="34" charset="-122"/>
                <a:ea typeface="微软雅黑" panose="020B0503020204020204" pitchFamily="34" charset="-122"/>
              </a:rPr>
              <a:t>的</a:t>
            </a:r>
            <a:r>
              <a:rPr lang="en-US" altLang="zh-CN" sz="1800" b="0" dirty="0" err="1">
                <a:latin typeface="微软雅黑" panose="020B0503020204020204" pitchFamily="34" charset="-122"/>
                <a:ea typeface="微软雅黑" panose="020B0503020204020204" pitchFamily="34" charset="-122"/>
              </a:rPr>
              <a:t>injectInputEvent</a:t>
            </a:r>
            <a:r>
              <a:rPr lang="zh-CN" altLang="en-US" sz="1800" b="0" dirty="0" smtClean="0">
                <a:latin typeface="微软雅黑" panose="020B0503020204020204" pitchFamily="34" charset="-122"/>
                <a:ea typeface="微软雅黑" panose="020B0503020204020204" pitchFamily="34" charset="-122"/>
              </a:rPr>
              <a:t>方法注入此事件，流程大致如下：</a:t>
            </a:r>
            <a:endParaRPr lang="en-US" altLang="zh-CN" sz="1800" b="0" dirty="0" smtClean="0">
              <a:latin typeface="微软雅黑" panose="020B0503020204020204" pitchFamily="34" charset="-122"/>
              <a:ea typeface="微软雅黑" panose="020B0503020204020204" pitchFamily="34" charset="-122"/>
            </a:endParaRPr>
          </a:p>
          <a:p>
            <a:pPr algn="l"/>
            <a:endParaRPr lang="en-US" altLang="zh-CN" sz="1800" b="0" dirty="0">
              <a:latin typeface="微软雅黑" panose="020B0503020204020204" pitchFamily="34" charset="-122"/>
              <a:ea typeface="微软雅黑" panose="020B0503020204020204" pitchFamily="34" charset="-122"/>
            </a:endParaRPr>
          </a:p>
          <a:p>
            <a:pPr algn="l"/>
            <a:endParaRPr lang="en-US" altLang="zh-CN" sz="1800" b="0" dirty="0" smtClean="0">
              <a:latin typeface="微软雅黑" panose="020B0503020204020204" pitchFamily="34" charset="-122"/>
              <a:ea typeface="微软雅黑" panose="020B0503020204020204" pitchFamily="34" charset="-122"/>
            </a:endParaRPr>
          </a:p>
          <a:p>
            <a:pPr algn="l"/>
            <a:endParaRPr lang="en-US" altLang="zh-CN" sz="1800" b="0" dirty="0">
              <a:latin typeface="微软雅黑" panose="020B0503020204020204" pitchFamily="34" charset="-122"/>
              <a:ea typeface="微软雅黑" panose="020B0503020204020204" pitchFamily="34" charset="-122"/>
            </a:endParaRPr>
          </a:p>
          <a:p>
            <a:pPr algn="l"/>
            <a:endParaRPr lang="en-US" altLang="zh-CN" sz="1800" b="0" dirty="0" smtClean="0">
              <a:latin typeface="微软雅黑" panose="020B0503020204020204" pitchFamily="34" charset="-122"/>
              <a:ea typeface="微软雅黑" panose="020B0503020204020204" pitchFamily="34" charset="-122"/>
            </a:endParaRPr>
          </a:p>
          <a:p>
            <a:pPr algn="l"/>
            <a:endParaRPr lang="en-US" altLang="zh-CN" sz="1800" b="0" dirty="0">
              <a:latin typeface="微软雅黑" panose="020B0503020204020204" pitchFamily="34" charset="-122"/>
              <a:ea typeface="微软雅黑" panose="020B0503020204020204" pitchFamily="34" charset="-122"/>
            </a:endParaRPr>
          </a:p>
          <a:p>
            <a:pPr algn="l"/>
            <a:endParaRPr lang="en-US" altLang="zh-CN" sz="1800" b="0" dirty="0" smtClean="0">
              <a:latin typeface="微软雅黑" panose="020B0503020204020204" pitchFamily="34" charset="-122"/>
              <a:ea typeface="微软雅黑" panose="020B0503020204020204" pitchFamily="34" charset="-122"/>
            </a:endParaRPr>
          </a:p>
          <a:p>
            <a:pPr algn="l"/>
            <a:endParaRPr lang="en-US" altLang="zh-CN" sz="1800" b="0" dirty="0">
              <a:latin typeface="微软雅黑" panose="020B0503020204020204" pitchFamily="34" charset="-122"/>
              <a:ea typeface="微软雅黑" panose="020B0503020204020204" pitchFamily="34" charset="-122"/>
            </a:endParaRPr>
          </a:p>
          <a:p>
            <a:pPr algn="l"/>
            <a:endParaRPr lang="en-US" altLang="zh-CN" sz="1800" b="0" dirty="0" smtClean="0">
              <a:latin typeface="微软雅黑" panose="020B0503020204020204" pitchFamily="34" charset="-122"/>
              <a:ea typeface="微软雅黑" panose="020B0503020204020204" pitchFamily="34" charset="-122"/>
            </a:endParaRPr>
          </a:p>
          <a:p>
            <a:pPr algn="l"/>
            <a:endParaRPr lang="en-US" altLang="zh-CN" sz="1800" b="0" dirty="0">
              <a:latin typeface="微软雅黑" panose="020B0503020204020204" pitchFamily="34" charset="-122"/>
              <a:ea typeface="微软雅黑" panose="020B0503020204020204" pitchFamily="34" charset="-122"/>
            </a:endParaRPr>
          </a:p>
          <a:p>
            <a:pPr algn="l"/>
            <a:endParaRPr lang="en-US" altLang="zh-CN" sz="1800" b="0" dirty="0" smtClean="0">
              <a:latin typeface="微软雅黑" panose="020B0503020204020204" pitchFamily="34" charset="-122"/>
              <a:ea typeface="微软雅黑" panose="020B0503020204020204" pitchFamily="34" charset="-122"/>
            </a:endParaRPr>
          </a:p>
          <a:p>
            <a:pPr algn="l"/>
            <a:endParaRPr lang="en-US" altLang="zh-CN" sz="1800" b="0" dirty="0">
              <a:latin typeface="微软雅黑" panose="020B0503020204020204" pitchFamily="34" charset="-122"/>
              <a:ea typeface="微软雅黑" panose="020B0503020204020204" pitchFamily="34" charset="-122"/>
            </a:endParaRPr>
          </a:p>
          <a:p>
            <a:pPr algn="l"/>
            <a:r>
              <a:rPr lang="zh-CN" altLang="en-US" sz="1800" b="0" dirty="0" smtClean="0">
                <a:latin typeface="微软雅黑" panose="020B0503020204020204" pitchFamily="34" charset="-122"/>
                <a:ea typeface="微软雅黑" panose="020B0503020204020204" pitchFamily="34" charset="-122"/>
              </a:rPr>
              <a:t>从流程看到</a:t>
            </a:r>
            <a:r>
              <a:rPr lang="zh-CN" altLang="en-US" sz="1800" b="0" dirty="0">
                <a:latin typeface="微软雅黑" panose="020B0503020204020204" pitchFamily="34" charset="-122"/>
                <a:ea typeface="微软雅黑" panose="020B0503020204020204" pitchFamily="34" charset="-122"/>
              </a:rPr>
              <a:t>，和正常</a:t>
            </a:r>
            <a:r>
              <a:rPr lang="en-US" altLang="zh-CN" sz="1800" b="0" dirty="0" err="1">
                <a:latin typeface="微软雅黑" panose="020B0503020204020204" pitchFamily="34" charset="-122"/>
                <a:ea typeface="微软雅黑" panose="020B0503020204020204" pitchFamily="34" charset="-122"/>
              </a:rPr>
              <a:t>InputEvent</a:t>
            </a:r>
            <a:r>
              <a:rPr lang="zh-CN" altLang="en-US" sz="1800" b="0" dirty="0">
                <a:latin typeface="微软雅黑" panose="020B0503020204020204" pitchFamily="34" charset="-122"/>
                <a:ea typeface="微软雅黑" panose="020B0503020204020204" pitchFamily="34" charset="-122"/>
              </a:rPr>
              <a:t>传输流程类似，</a:t>
            </a:r>
            <a:r>
              <a:rPr lang="zh-CN" altLang="en-US" sz="1800" b="0" dirty="0" smtClean="0">
                <a:latin typeface="微软雅黑" panose="020B0503020204020204" pitchFamily="34" charset="-122"/>
                <a:ea typeface="微软雅黑" panose="020B0503020204020204" pitchFamily="34" charset="-122"/>
              </a:rPr>
              <a:t>也先</a:t>
            </a:r>
            <a:r>
              <a:rPr lang="zh-CN" altLang="en-US" sz="1800" b="0" dirty="0">
                <a:latin typeface="微软雅黑" panose="020B0503020204020204" pitchFamily="34" charset="-122"/>
                <a:ea typeface="微软雅黑" panose="020B0503020204020204" pitchFamily="34" charset="-122"/>
              </a:rPr>
              <a:t>调用到</a:t>
            </a:r>
            <a:r>
              <a:rPr lang="en-US" altLang="zh-CN" sz="1800" b="0" dirty="0" err="1" smtClean="0">
                <a:latin typeface="微软雅黑" panose="020B0503020204020204" pitchFamily="34" charset="-122"/>
                <a:ea typeface="微软雅黑" panose="020B0503020204020204" pitchFamily="34" charset="-122"/>
              </a:rPr>
              <a:t>PhoneWindowManager</a:t>
            </a:r>
            <a:r>
              <a:rPr lang="zh-CN" altLang="en-US" sz="1800" b="0" dirty="0" smtClean="0">
                <a:latin typeface="微软雅黑" panose="020B0503020204020204" pitchFamily="34" charset="-122"/>
                <a:ea typeface="微软雅黑" panose="020B0503020204020204" pitchFamily="34" charset="-122"/>
              </a:rPr>
              <a:t>的</a:t>
            </a:r>
            <a:r>
              <a:rPr lang="en-US" altLang="zh-CN" sz="1800" b="0" dirty="0" err="1" smtClean="0">
                <a:latin typeface="微软雅黑" panose="020B0503020204020204" pitchFamily="34" charset="-122"/>
                <a:ea typeface="微软雅黑" panose="020B0503020204020204" pitchFamily="34" charset="-122"/>
              </a:rPr>
              <a:t>interceptKeyBeforeQueueing</a:t>
            </a:r>
            <a:r>
              <a:rPr lang="zh-CN" altLang="en-US" sz="1800" b="0" dirty="0" smtClean="0">
                <a:latin typeface="微软雅黑" panose="020B0503020204020204" pitchFamily="34" charset="-122"/>
                <a:ea typeface="微软雅黑" panose="020B0503020204020204" pitchFamily="34" charset="-122"/>
              </a:rPr>
              <a:t>处理后，再调用</a:t>
            </a:r>
            <a:r>
              <a:rPr lang="en-US" altLang="zh-CN" sz="1800" b="0" dirty="0" err="1" smtClean="0">
                <a:latin typeface="微软雅黑" panose="020B0503020204020204" pitchFamily="34" charset="-122"/>
                <a:ea typeface="微软雅黑" panose="020B0503020204020204" pitchFamily="34" charset="-122"/>
              </a:rPr>
              <a:t>enqueueInboundEventLocked</a:t>
            </a:r>
            <a:r>
              <a:rPr lang="zh-CN" altLang="en-US" sz="1800" b="0" dirty="0" smtClean="0">
                <a:latin typeface="微软雅黑" panose="020B0503020204020204" pitchFamily="34" charset="-122"/>
                <a:ea typeface="微软雅黑" panose="020B0503020204020204" pitchFamily="34" charset="-122"/>
              </a:rPr>
              <a:t>把事件插入都处理队列中，之后的流程就和正常</a:t>
            </a:r>
            <a:r>
              <a:rPr lang="en-US" altLang="zh-CN" sz="1800" b="0" dirty="0" err="1" smtClean="0">
                <a:latin typeface="微软雅黑" panose="020B0503020204020204" pitchFamily="34" charset="-122"/>
                <a:ea typeface="微软雅黑" panose="020B0503020204020204" pitchFamily="34" charset="-122"/>
              </a:rPr>
              <a:t>InputEvent</a:t>
            </a:r>
            <a:r>
              <a:rPr lang="zh-CN" altLang="en-US" sz="1800" b="0" dirty="0" smtClean="0">
                <a:latin typeface="微软雅黑" panose="020B0503020204020204" pitchFamily="34" charset="-122"/>
                <a:ea typeface="微软雅黑" panose="020B0503020204020204" pitchFamily="34" charset="-122"/>
              </a:rPr>
              <a:t>传输流程一样了。</a:t>
            </a:r>
            <a:endParaRPr lang="en-US" altLang="zh-CN" sz="1800" b="0"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0" y="1772816"/>
            <a:ext cx="9144000" cy="2856836"/>
          </a:xfrm>
          <a:prstGeom prst="rect">
            <a:avLst/>
          </a:prstGeom>
        </p:spPr>
      </p:pic>
    </p:spTree>
    <p:extLst>
      <p:ext uri="{BB962C8B-B14F-4D97-AF65-F5344CB8AC3E}">
        <p14:creationId xmlns:p14="http://schemas.microsoft.com/office/powerpoint/2010/main" val="207372759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algn="l"/>
            <a:r>
              <a:rPr lang="zh-CN" altLang="en-US" sz="2400" b="0" dirty="0">
                <a:latin typeface="微软雅黑" panose="020B0503020204020204" pitchFamily="34" charset="-122"/>
                <a:ea typeface="微软雅黑" panose="020B0503020204020204" pitchFamily="34" charset="-122"/>
              </a:rPr>
              <a:t>车机应用</a:t>
            </a:r>
            <a:r>
              <a:rPr lang="en-US" altLang="zh-CN" sz="2400" b="0" dirty="0">
                <a:latin typeface="微软雅黑" panose="020B0503020204020204" pitchFamily="34" charset="-122"/>
                <a:ea typeface="微软雅黑" panose="020B0503020204020204" pitchFamily="34" charset="-122"/>
              </a:rPr>
              <a:t>—</a:t>
            </a:r>
            <a:r>
              <a:rPr lang="zh-CN" altLang="en-US" sz="2400" b="0" dirty="0">
                <a:latin typeface="微软雅黑" panose="020B0503020204020204" pitchFamily="34" charset="-122"/>
                <a:ea typeface="微软雅黑" panose="020B0503020204020204" pitchFamily="34" charset="-122"/>
              </a:rPr>
              <a:t>车机两侧的面板按键音</a:t>
            </a:r>
          </a:p>
        </p:txBody>
      </p:sp>
      <p:sp>
        <p:nvSpPr>
          <p:cNvPr id="4" name="文本框 3"/>
          <p:cNvSpPr txBox="1"/>
          <p:nvPr/>
        </p:nvSpPr>
        <p:spPr>
          <a:xfrm>
            <a:off x="107504" y="836712"/>
            <a:ext cx="8784976" cy="1477328"/>
          </a:xfrm>
          <a:prstGeom prst="rect">
            <a:avLst/>
          </a:prstGeom>
          <a:noFill/>
        </p:spPr>
        <p:txBody>
          <a:bodyPr wrap="square" rtlCol="0">
            <a:spAutoFit/>
          </a:bodyPr>
          <a:lstStyle/>
          <a:p>
            <a:pPr algn="l"/>
            <a:r>
              <a:rPr lang="en-US" altLang="zh-CN" sz="1800" b="0" dirty="0" smtClean="0">
                <a:latin typeface="微软雅黑" panose="020B0503020204020204" pitchFamily="34" charset="-122"/>
                <a:ea typeface="微软雅黑" panose="020B0503020204020204" pitchFamily="34" charset="-122"/>
              </a:rPr>
              <a:t>Android R</a:t>
            </a:r>
            <a:r>
              <a:rPr lang="zh-CN" altLang="en-US" sz="1800" b="0" dirty="0" smtClean="0">
                <a:latin typeface="微软雅黑" panose="020B0503020204020204" pitchFamily="34" charset="-122"/>
                <a:ea typeface="微软雅黑" panose="020B0503020204020204" pitchFamily="34" charset="-122"/>
              </a:rPr>
              <a:t>按键音一般通过</a:t>
            </a:r>
            <a:r>
              <a:rPr lang="en-US" altLang="zh-CN" sz="1800" b="0" dirty="0" err="1" smtClean="0">
                <a:latin typeface="微软雅黑" panose="020B0503020204020204" pitchFamily="34" charset="-122"/>
                <a:ea typeface="微软雅黑" panose="020B0503020204020204" pitchFamily="34" charset="-122"/>
              </a:rPr>
              <a:t>AudioManager</a:t>
            </a:r>
            <a:r>
              <a:rPr lang="zh-CN" altLang="en-US" sz="1800" b="0" dirty="0" smtClean="0">
                <a:latin typeface="微软雅黑" panose="020B0503020204020204" pitchFamily="34" charset="-122"/>
                <a:ea typeface="微软雅黑" panose="020B0503020204020204" pitchFamily="34" charset="-122"/>
              </a:rPr>
              <a:t>的</a:t>
            </a:r>
            <a:r>
              <a:rPr lang="en-US" altLang="zh-CN" sz="1800" b="0" dirty="0" err="1" smtClean="0">
                <a:latin typeface="微软雅黑" panose="020B0503020204020204" pitchFamily="34" charset="-122"/>
                <a:ea typeface="微软雅黑" panose="020B0503020204020204" pitchFamily="34" charset="-122"/>
              </a:rPr>
              <a:t>playSoundEffect</a:t>
            </a:r>
            <a:r>
              <a:rPr lang="zh-CN" altLang="en-US" sz="1800" b="0" dirty="0" smtClean="0">
                <a:latin typeface="微软雅黑" panose="020B0503020204020204" pitchFamily="34" charset="-122"/>
                <a:ea typeface="微软雅黑" panose="020B0503020204020204" pitchFamily="34" charset="-122"/>
              </a:rPr>
              <a:t>实现，普通</a:t>
            </a:r>
            <a:r>
              <a:rPr lang="en-US" altLang="zh-CN" sz="1800" b="0" dirty="0" smtClean="0">
                <a:latin typeface="微软雅黑" panose="020B0503020204020204" pitchFamily="34" charset="-122"/>
                <a:ea typeface="微软雅黑" panose="020B0503020204020204" pitchFamily="34" charset="-122"/>
              </a:rPr>
              <a:t>Button</a:t>
            </a:r>
            <a:r>
              <a:rPr lang="zh-CN" altLang="en-US" sz="1800" b="0" dirty="0" smtClean="0">
                <a:latin typeface="微软雅黑" panose="020B0503020204020204" pitchFamily="34" charset="-122"/>
                <a:ea typeface="微软雅黑" panose="020B0503020204020204" pitchFamily="34" charset="-122"/>
              </a:rPr>
              <a:t>的按键音，是在</a:t>
            </a:r>
            <a:r>
              <a:rPr lang="en-US" altLang="zh-CN" sz="1800" b="0" dirty="0" smtClean="0">
                <a:latin typeface="微软雅黑" panose="020B0503020204020204" pitchFamily="34" charset="-122"/>
                <a:ea typeface="微软雅黑" panose="020B0503020204020204" pitchFamily="34" charset="-122"/>
              </a:rPr>
              <a:t>View</a:t>
            </a:r>
            <a:r>
              <a:rPr lang="zh-CN" altLang="en-US" sz="1800" b="0" dirty="0" smtClean="0">
                <a:latin typeface="微软雅黑" panose="020B0503020204020204" pitchFamily="34" charset="-122"/>
                <a:ea typeface="微软雅黑" panose="020B0503020204020204" pitchFamily="34" charset="-122"/>
              </a:rPr>
              <a:t>中的</a:t>
            </a:r>
            <a:r>
              <a:rPr lang="en-US" altLang="zh-CN" sz="1800" b="0" dirty="0" err="1" smtClean="0">
                <a:latin typeface="微软雅黑" panose="020B0503020204020204" pitchFamily="34" charset="-122"/>
                <a:ea typeface="微软雅黑" panose="020B0503020204020204" pitchFamily="34" charset="-122"/>
              </a:rPr>
              <a:t>onClick</a:t>
            </a:r>
            <a:r>
              <a:rPr lang="zh-CN" altLang="en-US" sz="1800" b="0" dirty="0" smtClean="0">
                <a:latin typeface="微软雅黑" panose="020B0503020204020204" pitchFamily="34" charset="-122"/>
                <a:ea typeface="微软雅黑" panose="020B0503020204020204" pitchFamily="34" charset="-122"/>
              </a:rPr>
              <a:t>之前调用。</a:t>
            </a:r>
            <a:endParaRPr lang="en-US" altLang="zh-CN" sz="1800" b="0" dirty="0" smtClean="0">
              <a:latin typeface="微软雅黑" panose="020B0503020204020204" pitchFamily="34" charset="-122"/>
              <a:ea typeface="微软雅黑" panose="020B0503020204020204" pitchFamily="34" charset="-122"/>
            </a:endParaRPr>
          </a:p>
          <a:p>
            <a:pPr algn="l"/>
            <a:r>
              <a:rPr lang="zh-CN" altLang="en-US" sz="1800" b="0" dirty="0" smtClean="0">
                <a:latin typeface="微软雅黑" panose="020B0503020204020204" pitchFamily="34" charset="-122"/>
                <a:ea typeface="微软雅黑" panose="020B0503020204020204" pitchFamily="34" charset="-122"/>
              </a:rPr>
              <a:t>实际车机项目可能会有</a:t>
            </a:r>
            <a:r>
              <a:rPr lang="en-US" altLang="zh-CN" sz="1800" b="0" dirty="0" smtClean="0">
                <a:latin typeface="微软雅黑" panose="020B0503020204020204" pitchFamily="34" charset="-122"/>
                <a:ea typeface="微软雅黑" panose="020B0503020204020204" pitchFamily="34" charset="-122"/>
              </a:rPr>
              <a:t>2</a:t>
            </a:r>
            <a:r>
              <a:rPr lang="zh-CN" altLang="en-US" sz="1800" b="0" dirty="0" smtClean="0">
                <a:latin typeface="微软雅黑" panose="020B0503020204020204" pitchFamily="34" charset="-122"/>
                <a:ea typeface="微软雅黑" panose="020B0503020204020204" pitchFamily="34" charset="-122"/>
              </a:rPr>
              <a:t>侧的面板，一般会自定义</a:t>
            </a:r>
            <a:r>
              <a:rPr lang="en-US" altLang="zh-CN" sz="1800" b="0" dirty="0" err="1" smtClean="0">
                <a:latin typeface="微软雅黑" panose="020B0503020204020204" pitchFamily="34" charset="-122"/>
                <a:ea typeface="微软雅黑" panose="020B0503020204020204" pitchFamily="34" charset="-122"/>
              </a:rPr>
              <a:t>KeyEvent</a:t>
            </a:r>
            <a:r>
              <a:rPr lang="zh-CN" altLang="en-US" sz="1800" b="0" dirty="0" smtClean="0">
                <a:latin typeface="微软雅黑" panose="020B0503020204020204" pitchFamily="34" charset="-122"/>
                <a:ea typeface="微软雅黑" panose="020B0503020204020204" pitchFamily="34" charset="-122"/>
              </a:rPr>
              <a:t>，从</a:t>
            </a:r>
            <a:r>
              <a:rPr lang="en-US" altLang="zh-CN" sz="1800" b="0" dirty="0" err="1" smtClean="0">
                <a:latin typeface="微软雅黑" panose="020B0503020204020204" pitchFamily="34" charset="-122"/>
                <a:ea typeface="微软雅黑" panose="020B0503020204020204" pitchFamily="34" charset="-122"/>
              </a:rPr>
              <a:t>KeyEvent</a:t>
            </a:r>
            <a:r>
              <a:rPr lang="zh-CN" altLang="en-US" sz="1800" b="0" dirty="0" smtClean="0">
                <a:latin typeface="微软雅黑" panose="020B0503020204020204" pitchFamily="34" charset="-122"/>
                <a:ea typeface="微软雅黑" panose="020B0503020204020204" pitchFamily="34" charset="-122"/>
              </a:rPr>
              <a:t>分发流程来看，</a:t>
            </a:r>
            <a:r>
              <a:rPr lang="zh-CN" altLang="en-US" sz="1800" b="0" dirty="0">
                <a:latin typeface="微软雅黑" panose="020B0503020204020204" pitchFamily="34" charset="-122"/>
                <a:ea typeface="微软雅黑" panose="020B0503020204020204" pitchFamily="34" charset="-122"/>
              </a:rPr>
              <a:t>可以在</a:t>
            </a:r>
            <a:r>
              <a:rPr lang="en-US" altLang="zh-CN" sz="1800" b="0" dirty="0" err="1">
                <a:latin typeface="微软雅黑" panose="020B0503020204020204" pitchFamily="34" charset="-122"/>
                <a:ea typeface="微软雅黑" panose="020B0503020204020204" pitchFamily="34" charset="-122"/>
              </a:rPr>
              <a:t>interceptKeyBeforeQueueing</a:t>
            </a:r>
            <a:r>
              <a:rPr lang="zh-CN" altLang="en-US" sz="1800" b="0" dirty="0">
                <a:latin typeface="微软雅黑" panose="020B0503020204020204" pitchFamily="34" charset="-122"/>
                <a:ea typeface="微软雅黑" panose="020B0503020204020204" pitchFamily="34" charset="-122"/>
              </a:rPr>
              <a:t>或</a:t>
            </a:r>
            <a:r>
              <a:rPr lang="en-US" altLang="zh-CN" sz="1800" b="0" dirty="0" err="1">
                <a:latin typeface="微软雅黑" panose="020B0503020204020204" pitchFamily="34" charset="-122"/>
                <a:ea typeface="微软雅黑" panose="020B0503020204020204" pitchFamily="34" charset="-122"/>
              </a:rPr>
              <a:t>interceptKeyBeforeDispatching</a:t>
            </a:r>
            <a:r>
              <a:rPr lang="zh-CN" altLang="en-US" sz="1800" b="0" dirty="0">
                <a:latin typeface="微软雅黑" panose="020B0503020204020204" pitchFamily="34" charset="-122"/>
                <a:ea typeface="微软雅黑" panose="020B0503020204020204" pitchFamily="34" charset="-122"/>
              </a:rPr>
              <a:t>去处理事件，并播放按键音</a:t>
            </a:r>
            <a:r>
              <a:rPr lang="zh-CN" altLang="en-US" sz="1800" b="0" dirty="0" smtClean="0">
                <a:latin typeface="微软雅黑" panose="020B0503020204020204" pitchFamily="34" charset="-122"/>
                <a:ea typeface="微软雅黑" panose="020B0503020204020204" pitchFamily="34" charset="-122"/>
              </a:rPr>
              <a:t>。</a:t>
            </a:r>
            <a:endParaRPr lang="en-US" altLang="zh-CN" sz="1800" b="0" dirty="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2114198" y="2348879"/>
            <a:ext cx="4906074" cy="4223735"/>
          </a:xfrm>
          <a:prstGeom prst="rect">
            <a:avLst/>
          </a:prstGeom>
        </p:spPr>
      </p:pic>
    </p:spTree>
    <p:extLst>
      <p:ext uri="{BB962C8B-B14F-4D97-AF65-F5344CB8AC3E}">
        <p14:creationId xmlns:p14="http://schemas.microsoft.com/office/powerpoint/2010/main" val="330661488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915816" y="2636912"/>
            <a:ext cx="3262432" cy="1015663"/>
          </a:xfrm>
          <a:prstGeom prst="rect">
            <a:avLst/>
          </a:prstGeom>
          <a:noFill/>
        </p:spPr>
        <p:txBody>
          <a:bodyPr wrap="none" rtlCol="0">
            <a:spAutoFit/>
          </a:bodyPr>
          <a:lstStyle/>
          <a:p>
            <a:r>
              <a:rPr lang="zh-CN" altLang="en-US" sz="6000" smtClean="0">
                <a:solidFill>
                  <a:schemeClr val="tx1"/>
                </a:solidFill>
                <a:latin typeface="微软雅黑" panose="020B0503020204020204" pitchFamily="34" charset="-122"/>
                <a:ea typeface="微软雅黑" panose="020B0503020204020204" pitchFamily="34" charset="-122"/>
              </a:rPr>
              <a:t>谢谢大家</a:t>
            </a:r>
            <a:endParaRPr lang="zh-CN" altLang="en-US" sz="600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03601287"/>
      </p:ext>
    </p:extLst>
  </p:cSld>
  <p:clrMapOvr>
    <a:masterClrMapping/>
  </p:clrMapOvr>
  <p:timing>
    <p:tnLst>
      <p:par>
        <p:cTn id="1" dur="indefinite" restart="never" nodeType="tmRoot"/>
      </p:par>
    </p:tn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仿宋_GB2312"/>
        <a:ea typeface="仿宋_GB2312"/>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2800" b="1" i="0" u="none" strike="noStrike" cap="none" normalizeH="0" baseline="0" smtClean="0">
            <a:ln>
              <a:noFill/>
            </a:ln>
            <a:solidFill>
              <a:schemeClr val="tx2"/>
            </a:solidFill>
            <a:effectLst/>
            <a:latin typeface="仿宋_GB2312" pitchFamily="49" charset="-122"/>
            <a:ea typeface="仿宋_GB2312" pitchFamily="49" charset="-122"/>
          </a:defRPr>
        </a:defPPr>
      </a:lstStyle>
    </a:spDef>
    <a:lnDef>
      <a:spPr bwMode="auto">
        <a:xfrm>
          <a:off x="0" y="0"/>
          <a:ext cx="1" cy="1"/>
        </a:xfrm>
        <a:custGeom>
          <a:avLst/>
          <a:gdLst/>
          <a:ahLst/>
          <a:cxnLst/>
          <a:rect l="0" t="0" r="0" b="0"/>
          <a:pathLst/>
        </a:custGeom>
        <a:noFill/>
        <a:ln w="9525"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2800" b="1" i="0" u="none" strike="noStrike" cap="none" normalizeH="0" baseline="0" smtClean="0">
            <a:ln>
              <a:noFill/>
            </a:ln>
            <a:solidFill>
              <a:schemeClr val="tx2"/>
            </a:solidFill>
            <a:effectLst/>
            <a:latin typeface="仿宋_GB2312" pitchFamily="49" charset="-122"/>
            <a:ea typeface="仿宋_GB2312" pitchFamily="49"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59553</TotalTime>
  <Words>6246</Words>
  <Application>Microsoft Office PowerPoint</Application>
  <PresentationFormat>全屏显示(4:3)</PresentationFormat>
  <Paragraphs>844</Paragraphs>
  <Slides>53</Slides>
  <Notes>1</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0</vt:i4>
      </vt:variant>
      <vt:variant>
        <vt:lpstr>幻灯片标题</vt:lpstr>
      </vt:variant>
      <vt:variant>
        <vt:i4>53</vt:i4>
      </vt:variant>
    </vt:vector>
  </HeadingPairs>
  <TitlesOfParts>
    <vt:vector size="59" baseType="lpstr">
      <vt:lpstr>仿宋</vt:lpstr>
      <vt:lpstr>仿宋_GB2312</vt:lpstr>
      <vt:lpstr>宋体</vt:lpstr>
      <vt:lpstr>微软雅黑</vt:lpstr>
      <vt:lpstr>Arial</vt:lpstr>
      <vt:lpstr>默认设计模板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软件编写规范</dc:title>
  <dc:creator>刘少平</dc:creator>
  <dc:description>c/C++</dc:description>
  <cp:lastModifiedBy>Microsoft 帐户</cp:lastModifiedBy>
  <cp:revision>4017</cp:revision>
  <dcterms:created xsi:type="dcterms:W3CDTF">2011-06-07T03:21:09Z</dcterms:created>
  <dcterms:modified xsi:type="dcterms:W3CDTF">2023-08-04T02:26:17Z</dcterms:modified>
  <cp:category>编程</cp:category>
</cp:coreProperties>
</file>