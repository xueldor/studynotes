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73" r:id="rId4"/>
    <p:sldId id="302" r:id="rId5"/>
    <p:sldId id="264" r:id="rId6"/>
    <p:sldId id="261" r:id="rId7"/>
    <p:sldId id="262" r:id="rId8"/>
    <p:sldId id="266" r:id="rId9"/>
    <p:sldId id="265" r:id="rId10"/>
    <p:sldId id="303" r:id="rId11"/>
    <p:sldId id="272" r:id="rId12"/>
    <p:sldId id="270" r:id="rId13"/>
    <p:sldId id="271" r:id="rId14"/>
    <p:sldId id="304" r:id="rId15"/>
    <p:sldId id="274" r:id="rId16"/>
    <p:sldId id="275" r:id="rId17"/>
    <p:sldId id="276" r:id="rId18"/>
    <p:sldId id="277" r:id="rId19"/>
    <p:sldId id="278" r:id="rId20"/>
    <p:sldId id="279" r:id="rId21"/>
    <p:sldId id="291" r:id="rId22"/>
    <p:sldId id="292" r:id="rId23"/>
    <p:sldId id="280" r:id="rId24"/>
    <p:sldId id="294" r:id="rId25"/>
    <p:sldId id="293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5" r:id="rId36"/>
    <p:sldId id="296" r:id="rId37"/>
    <p:sldId id="297" r:id="rId38"/>
    <p:sldId id="298" r:id="rId39"/>
    <p:sldId id="299" r:id="rId40"/>
    <p:sldId id="300" r:id="rId41"/>
    <p:sldId id="301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638" autoAdjust="0"/>
  </p:normalViewPr>
  <p:slideViewPr>
    <p:cSldViewPr snapToGrid="0">
      <p:cViewPr varScale="1">
        <p:scale>
          <a:sx n="68" d="100"/>
          <a:sy n="68" d="100"/>
        </p:scale>
        <p:origin x="13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13A58-3B21-43D5-9E3A-C52AD6E2EE23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89A3B-8AA0-4428-AE4E-7155D73787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424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在之前科室，有大佬分享过相关的主题内容，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今天我是基于</a:t>
            </a:r>
            <a:r>
              <a:rPr lang="en-US" altLang="zh-CN" dirty="0" smtClean="0"/>
              <a:t>Android11</a:t>
            </a:r>
            <a:r>
              <a:rPr lang="zh-CN" altLang="en-US" dirty="0" smtClean="0"/>
              <a:t>，对</a:t>
            </a:r>
            <a:r>
              <a:rPr lang="zh-CN" altLang="en-US" dirty="0" smtClean="0"/>
              <a:t>运行时权限申请的源码进行分析，与他的角度不同。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605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764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下面：了解什么是运行时权限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08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当应用请求运行时权限时，系统会显示运行时权限提示，用户可以选择授予或不授予。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运行时权限大致分为两类：此类权限授予应用</a:t>
            </a: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对受限数据的额外访问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r>
              <a:rPr lang="zh-CN" altLang="en-US" dirty="0" smtClean="0"/>
              <a:t>权限，并允许应用</a:t>
            </a:r>
            <a:r>
              <a:rPr lang="en-US" altLang="zh-CN" dirty="0" smtClean="0"/>
              <a:t>【</a:t>
            </a:r>
            <a:r>
              <a:rPr lang="zh-CN" altLang="en-US" dirty="0" smtClean="0"/>
              <a:t>执行对系统和其他应用具有</a:t>
            </a:r>
            <a:r>
              <a:rPr lang="zh-CN" altLang="en-US" dirty="0" smtClean="0">
                <a:solidFill>
                  <a:srgbClr val="FF0000"/>
                </a:solidFill>
              </a:rPr>
              <a:t>更严重影响</a:t>
            </a:r>
            <a:r>
              <a:rPr lang="zh-CN" altLang="en-US" dirty="0" smtClean="0"/>
              <a:t>的受限操作</a:t>
            </a:r>
            <a:r>
              <a:rPr lang="en-US" altLang="zh-CN" dirty="0" smtClean="0"/>
              <a:t>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下面：系统将运行时权限按功能进行了分类，并形成了权限组，我们来了解一下一些常用的，以及我们使用手机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时经常会遇到的权限组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248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系统为什么要分权限组？因为系统授予权限是按权限组授予的，这个我们后面具体再说。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其中，我们发现许多运行时权限会访问</a:t>
            </a:r>
            <a:r>
              <a:rPr lang="zh-CN" altLang="en-US" dirty="0" smtClean="0">
                <a:solidFill>
                  <a:srgbClr val="FF0000"/>
                </a:solidFill>
              </a:rPr>
              <a:t>用户私有</a:t>
            </a:r>
            <a:r>
              <a:rPr lang="zh-CN" altLang="en-US" dirty="0" smtClean="0"/>
              <a:t>数据，例如，位置信息和联系信息就属于用户私人数据，这是一种特殊的受限数据，都是比较敏感的信息。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平时在使用手机</a:t>
            </a:r>
            <a:r>
              <a:rPr lang="en-US" altLang="zh-CN" dirty="0" smtClean="0"/>
              <a:t>app</a:t>
            </a:r>
            <a:r>
              <a:rPr lang="zh-CN" altLang="en-US" dirty="0" smtClean="0"/>
              <a:t>时，要注意不要随意授予这些隐私数据。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下面：识别运行时权限有两种方式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106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23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方式一：查询开发者文档，运行时权限的</a:t>
            </a:r>
            <a:r>
              <a:rPr lang="en-US" altLang="zh-CN" dirty="0" err="1" smtClean="0"/>
              <a:t>protectionLevel</a:t>
            </a:r>
            <a:r>
              <a:rPr lang="zh-CN" altLang="en-US" dirty="0" smtClean="0"/>
              <a:t>为</a:t>
            </a:r>
            <a:r>
              <a:rPr lang="en-US" altLang="zh-CN" dirty="0" smtClean="0"/>
              <a:t>dangerous</a:t>
            </a:r>
            <a:endParaRPr lang="zh-CN" alt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141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方式二：查阅源码文件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下面：申请运行时权限使用到的</a:t>
            </a:r>
            <a:r>
              <a:rPr lang="en-US" altLang="zh-CN" dirty="0" smtClean="0"/>
              <a:t>API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753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190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封装一个</a:t>
            </a:r>
            <a:r>
              <a:rPr lang="en-US" altLang="zh-CN" dirty="0" err="1" smtClean="0"/>
              <a:t>requestPermission</a:t>
            </a:r>
            <a:r>
              <a:rPr lang="zh-CN" altLang="en-US" dirty="0" smtClean="0"/>
              <a:t>方法来动态检查和申请权限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r>
              <a:rPr lang="en-US" altLang="zh-CN" b="1" dirty="0" err="1" smtClean="0"/>
              <a:t>ContextCompat.checkSelfPermission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检查应用是否具有某个危险权限。如果应用具有此权限，方法将返回 </a:t>
            </a:r>
            <a:r>
              <a:rPr lang="en-US" altLang="zh-CN" dirty="0" err="1" smtClean="0"/>
              <a:t>PackageManager.PERMISSION_GRANTED</a:t>
            </a:r>
            <a:r>
              <a:rPr lang="zh-CN" altLang="en-US" dirty="0" smtClean="0"/>
              <a:t>，并且应用可以继续操作。如果应用不具有此权限，方法将返回 </a:t>
            </a:r>
            <a:r>
              <a:rPr lang="en-US" altLang="zh-CN" dirty="0" err="1" smtClean="0"/>
              <a:t>PackageManager.PERMISSION_DENIED</a:t>
            </a:r>
            <a:r>
              <a:rPr lang="zh-CN" altLang="en-US" dirty="0" smtClean="0"/>
              <a:t>，且应用必须明确向用户要求权限。</a:t>
            </a:r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altLang="zh-CN" b="1" dirty="0" err="1" smtClean="0"/>
              <a:t>ActivityCompat.requestPermissions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应用可以通过这个方法动态申请权限，调用后会弹出一个对话框提示用户授权所申请的权限。</a:t>
            </a:r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altLang="zh-CN" b="1" dirty="0" err="1" smtClean="0"/>
              <a:t>ActivityCompat.shouldShowRequestPermissionRationale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如果应用之前请求过此权限但用户拒绝了请求，此方法将返回 </a:t>
            </a:r>
            <a:r>
              <a:rPr lang="en-US" altLang="zh-CN" dirty="0" smtClean="0"/>
              <a:t>true</a:t>
            </a:r>
            <a:r>
              <a:rPr lang="zh-CN" altLang="en-US" dirty="0" smtClean="0"/>
              <a:t>。如果用户在过去拒绝了权限请求，并在权限请求系统对话框中选择了 </a:t>
            </a:r>
            <a:r>
              <a:rPr lang="en-US" altLang="zh-CN" dirty="0" smtClean="0"/>
              <a:t>Don't ask again </a:t>
            </a:r>
            <a:r>
              <a:rPr lang="zh-CN" altLang="en-US" dirty="0" smtClean="0"/>
              <a:t>选项，此方法将返回 </a:t>
            </a:r>
            <a:r>
              <a:rPr lang="en-US" altLang="zh-CN" dirty="0" smtClean="0"/>
              <a:t>false</a:t>
            </a:r>
            <a:r>
              <a:rPr lang="zh-CN" altLang="en-US" dirty="0" smtClean="0"/>
              <a:t>。如果设备规范禁止应用具有该权限，此方法也会返回 </a:t>
            </a:r>
            <a:r>
              <a:rPr lang="en-US" altLang="zh-CN" dirty="0" smtClean="0"/>
              <a:t>false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altLang="zh-CN" b="1" dirty="0" err="1" smtClean="0"/>
              <a:t>onRequestPermissionsResult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当应用请求权限时，系统将向用户显示一个对话框。当用户响应时，系统将调用应用的 </a:t>
            </a:r>
            <a:r>
              <a:rPr lang="en-US" altLang="zh-CN" dirty="0" err="1" smtClean="0"/>
              <a:t>onRequestPermissionsResult</a:t>
            </a:r>
            <a:r>
              <a:rPr lang="en-US" altLang="zh-CN" dirty="0" smtClean="0"/>
              <a:t>() </a:t>
            </a:r>
            <a:r>
              <a:rPr lang="zh-CN" altLang="en-US" dirty="0" smtClean="0"/>
              <a:t>方法，向其传递用户响应，处理对应的场景。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13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重写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onRequestPermissionsResult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方法根据用户的不同选择做出响应。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18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使用的是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中的</a:t>
            </a:r>
            <a:r>
              <a:rPr lang="en-US" altLang="zh-CN" dirty="0" err="1" smtClean="0"/>
              <a:t>requestPermissions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232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动态权限是通过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requestPermissions</a:t>
            </a:r>
            <a:r>
              <a:rPr lang="zh-CN" altLang="en-US" dirty="0" smtClean="0"/>
              <a:t>方法来申请的，此方法会调用</a:t>
            </a:r>
            <a:r>
              <a:rPr lang="en-US" altLang="zh-CN" dirty="0" err="1" smtClean="0"/>
              <a:t>PackageManager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buildRequestPermissionsIntent</a:t>
            </a:r>
            <a:r>
              <a:rPr lang="zh-CN" altLang="en-US" dirty="0" smtClean="0"/>
              <a:t>创建动态权限申请的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，然后通过</a:t>
            </a:r>
            <a:r>
              <a:rPr lang="en-US" altLang="zh-CN" dirty="0" err="1" smtClean="0"/>
              <a:t>startActivityForResult</a:t>
            </a:r>
            <a:r>
              <a:rPr lang="zh-CN" altLang="en-US" dirty="0" smtClean="0"/>
              <a:t>方法广播出去等待返回结果。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016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将权限数组和当前应用的包名装入</a:t>
            </a:r>
            <a:r>
              <a:rPr lang="en-US" altLang="zh-CN" dirty="0" smtClean="0"/>
              <a:t>intent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221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权限申请广播发送出去后会启动应用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PermissionController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GrantPermissionsActivity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界面用于处理权限的动态申请。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279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057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51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对运行时权限的请求，其实是对整个权限组权限的请求，比如第一个联系人权限组，其中就分读</a:t>
            </a:r>
            <a:r>
              <a:rPr lang="en-US" altLang="zh-CN" dirty="0" smtClean="0"/>
              <a:t>/</a:t>
            </a:r>
            <a:r>
              <a:rPr lang="zh-CN" altLang="en-US" dirty="0" smtClean="0"/>
              <a:t>写联系人两个权限，申请其中任何一个，或者同时申请两个，都能获得整组权限的授权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0423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把请求的权限处理好之后，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PermissionController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就初始化界面并显示对话框。原生的界面是逐个权限组进行请求，比如应用请求同意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个权限组，就会弹出五个对话框，让用户逐个进行同意。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用户每同意一个权限组，</a:t>
            </a:r>
            <a:r>
              <a:rPr lang="en-US" altLang="zh-CN" sz="1200" dirty="0" err="1" smtClean="0"/>
              <a:t>onPermissionGrantResult</a:t>
            </a:r>
            <a:r>
              <a:rPr lang="zh-CN" altLang="en-US" sz="1200" dirty="0" smtClean="0"/>
              <a:t>方法就会被回调一次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156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798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2416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先对权限数组进行遍历，对每一条权限进行一些属性的判断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064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在这里我们看到了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PackageMananger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，原来是通过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PackageManangerService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grantRuntimePermission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方法来进行权限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034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err="1" smtClean="0"/>
              <a:t>PermissionManagerService</a:t>
            </a:r>
            <a:r>
              <a:rPr lang="zh-CN" altLang="en-US" dirty="0" smtClean="0"/>
              <a:t>中的</a:t>
            </a:r>
            <a:r>
              <a:rPr lang="en-US" altLang="zh-CN" dirty="0" err="1" smtClean="0"/>
              <a:t>grantRuntimePermission</a:t>
            </a:r>
            <a:r>
              <a:rPr lang="zh-CN" altLang="en-US" dirty="0" smtClean="0"/>
              <a:t>方法中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7504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首先会检查申请权限的应用是否存在，然后检查申请动态权限的应用是否具有授权权限，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5061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之前，是进行一些属性的判断，然后，来到了这边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946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invalidateCache</a:t>
            </a:r>
            <a:r>
              <a:rPr lang="zh-CN" altLang="en-US" dirty="0" smtClean="0"/>
              <a:t>是调用的</a:t>
            </a:r>
            <a:r>
              <a:rPr lang="en-US" altLang="zh-CN" dirty="0" err="1" smtClean="0"/>
              <a:t>PackageManager</a:t>
            </a:r>
            <a:r>
              <a:rPr lang="zh-CN" altLang="en-US" dirty="0" smtClean="0"/>
              <a:t>中的一个方法，主要目的是使整个系统范围内的包和权限信息缓存失效。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9005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经过一系列处理后，回调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PermissionManagerService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</a:t>
            </a:r>
            <a:r>
              <a:rPr lang="en-US" altLang="zh-CN" dirty="0" err="1" smtClean="0"/>
              <a:t>PermissionCallback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onPermissionGranted</a:t>
            </a:r>
            <a:r>
              <a:rPr lang="zh-CN" altLang="en-US" dirty="0" smtClean="0"/>
              <a:t>方法通知授予权限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245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在其实现的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onPermissionGranted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方法中会去通知观察者，权限发生了变化，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调用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PackageManager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记录动态权限授权状态，就是创建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xml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文件把这些信息记录进去。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7282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2240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89A3B-8AA0-4428-AE4E-7155D737876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25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58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552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826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01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64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72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951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1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03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03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7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58BC9-09E7-40AF-A758-77406482FCFA}" type="datetimeFigureOut">
              <a:rPr lang="zh-CN" altLang="en-US" smtClean="0"/>
              <a:t>2022/6/14/Tue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00164-B500-4612-8C93-557AC75CD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71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Android11</a:t>
            </a:r>
            <a:r>
              <a:rPr lang="en-US" altLang="zh-CN" dirty="0" smtClean="0"/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pPr algn="r"/>
            <a:r>
              <a:rPr lang="en-US" altLang="zh-CN" dirty="0" smtClean="0"/>
              <a:t>		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36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分享目标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了解运行时权限的申请过程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增强手机安全意识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768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内容目录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一、认识运行时权限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二、如何申请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三、运行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时权限申请源码分析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273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一、认识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90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权限（危险权限）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597" y="1809237"/>
            <a:ext cx="6662079" cy="39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4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权限组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8727831" cy="4351338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身体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活动数据  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ACTIVITY_RECOGNITION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日历 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CALENDAR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手机通话记录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CALL_LOG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拍摄照片和录制视频 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CAMERA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通讯录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CONTACTS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位置信息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LOCATION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录音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MICROPHONE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098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拨打电话和管理通话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PHONE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生命体征相关传感器数据 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SENSORS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发送和查看短信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SMS</a:t>
            </a: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照片和媒体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STORAGE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88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识别运行时权限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295" y="1690688"/>
            <a:ext cx="11517670" cy="45131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51495" y="5359791"/>
            <a:ext cx="2363373" cy="337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35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识别运行时权限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frameworks/base/core/res/</a:t>
            </a:r>
            <a:r>
              <a:rPr lang="en-US" altLang="zh-CN" b="1" dirty="0" smtClean="0">
                <a:latin typeface="Arial" panose="020B0604020202020204" pitchFamily="34" charset="0"/>
                <a:cs typeface="Arial" panose="020B0604020202020204" pitchFamily="34" charset="0"/>
              </a:rPr>
              <a:t>AndroidManifest.xml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28" y="2282512"/>
            <a:ext cx="7539958" cy="427214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631852" y="4079631"/>
            <a:ext cx="4065563" cy="309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31852" y="6077243"/>
            <a:ext cx="4065563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76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二、申请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83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AndroidManifest.xml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中添加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所需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00" y="2482727"/>
            <a:ext cx="9774377" cy="79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4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22" y="1495424"/>
            <a:ext cx="9782180" cy="518481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348111" y="2335237"/>
            <a:ext cx="2166424" cy="3938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42006" y="3460652"/>
            <a:ext cx="3967089" cy="492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742006" y="4656406"/>
            <a:ext cx="2307102" cy="534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48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申请运行时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18" y="1409335"/>
            <a:ext cx="11766539" cy="46538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91175" y="1814732"/>
            <a:ext cx="3010487" cy="492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89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820615" y="1193410"/>
            <a:ext cx="10550769" cy="2387600"/>
          </a:xfrm>
        </p:spPr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三、运行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时权限申请源码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368061" y="3939663"/>
            <a:ext cx="9144000" cy="1655762"/>
          </a:xfrm>
        </p:spPr>
        <p:txBody>
          <a:bodyPr/>
          <a:lstStyle/>
          <a:p>
            <a:pPr algn="r"/>
            <a:endParaRPr lang="en-US" altLang="zh-CN" b="1" dirty="0" smtClean="0"/>
          </a:p>
          <a:p>
            <a:pPr algn="r"/>
            <a:r>
              <a:rPr lang="en-US" altLang="zh-C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ActivityCompat.requestPermissions</a:t>
            </a:r>
            <a:r>
              <a:rPr lang="en-US" altLang="zh-CN" b="1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910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280" y="0"/>
            <a:ext cx="11027945" cy="682378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13206" y="5655212"/>
            <a:ext cx="6105379" cy="351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16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8"/>
            <a:ext cx="12006198" cy="599027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699803" y="4290646"/>
            <a:ext cx="6921305" cy="506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198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3" y="1561515"/>
            <a:ext cx="12023495" cy="374200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010486" y="3699803"/>
            <a:ext cx="4600136" cy="46423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9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PermissionController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AndroidManifest.xml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12046136" cy="29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4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GrantPermissionsActivity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onCreate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845194" cy="76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2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49" y="0"/>
            <a:ext cx="11155101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84738" y="731520"/>
            <a:ext cx="5444197" cy="590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308295" y="1825625"/>
            <a:ext cx="6836899" cy="6502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308295" y="6020973"/>
            <a:ext cx="7090117" cy="478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41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9" y="0"/>
            <a:ext cx="11956141" cy="65977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28603" y="239151"/>
            <a:ext cx="5556739" cy="1730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8200" y="1969477"/>
            <a:ext cx="7363265" cy="4783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199" y="3204868"/>
            <a:ext cx="8038515" cy="4783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38199" y="4624829"/>
            <a:ext cx="8573087" cy="4783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3707" y="5860220"/>
            <a:ext cx="9170964" cy="4783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86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6265"/>
            <a:ext cx="12012852" cy="387557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825218" y="2433711"/>
            <a:ext cx="5050302" cy="14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949482" y="2932187"/>
            <a:ext cx="5050302" cy="14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130018" y="3502818"/>
            <a:ext cx="5050302" cy="14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30018" y="4001294"/>
            <a:ext cx="5050302" cy="14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40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GrantPermissionsActivity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onPermissionGrantResult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40" y="1975191"/>
            <a:ext cx="11429586" cy="299070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89649" y="2363372"/>
            <a:ext cx="6119446" cy="590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275385" y="3151163"/>
            <a:ext cx="3967089" cy="689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25415" y="2954215"/>
            <a:ext cx="1828800" cy="956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79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1" y="3259443"/>
            <a:ext cx="11390036" cy="148370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81" y="1348531"/>
            <a:ext cx="11640960" cy="163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6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37" y="67103"/>
            <a:ext cx="10787823" cy="648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8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3745" cy="1325563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GrantPermissionsActivity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onPermissionGrantResult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2" y="1328152"/>
            <a:ext cx="12114936" cy="54876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42868" y="5092505"/>
            <a:ext cx="5627077" cy="4923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26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21" y="168812"/>
            <a:ext cx="11995744" cy="6400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11348" y="4881489"/>
            <a:ext cx="8567224" cy="703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36431" y="0"/>
            <a:ext cx="5697415" cy="689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11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AppPermissionGroup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3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grantRuntimePermissions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44" y="1368424"/>
            <a:ext cx="11561079" cy="11998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44" y="2693987"/>
            <a:ext cx="5153025" cy="23526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84738" y="3038623"/>
            <a:ext cx="2447779" cy="351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43" y="5264387"/>
            <a:ext cx="8817879" cy="10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1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AppPermissionGroup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persistChanges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12162583" cy="50323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56935" y="4783015"/>
            <a:ext cx="8904850" cy="759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23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altLang="zh-CN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PackageManagerService</a:t>
            </a:r>
            <a:r>
              <a:rPr lang="zh-CN" alt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中</a:t>
            </a:r>
            <a:r>
              <a:rPr lang="en-US" altLang="zh-CN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grantRuntimePermission</a:t>
            </a:r>
            <a:r>
              <a:rPr lang="zh-CN" alt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方法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1977243"/>
            <a:ext cx="12055685" cy="327000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34905" y="3953022"/>
            <a:ext cx="3995224" cy="4360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48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597640" cy="1325563"/>
          </a:xfrm>
        </p:spPr>
        <p:txBody>
          <a:bodyPr>
            <a:normAutofit/>
          </a:bodyPr>
          <a:lstStyle/>
          <a:p>
            <a:r>
              <a:rPr lang="en-US" altLang="zh-CN" sz="3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PermissionManagerService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3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grantRuntimePermission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188673" cy="507019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18978" y="3263705"/>
            <a:ext cx="7596554" cy="759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68325" y="4487594"/>
            <a:ext cx="9666849" cy="612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357403" y="4768948"/>
            <a:ext cx="3277771" cy="520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70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895" y="365125"/>
            <a:ext cx="13800407" cy="1325563"/>
          </a:xfrm>
        </p:spPr>
        <p:txBody>
          <a:bodyPr>
            <a:norm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PermissionManagerService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grantRuntimePermissionInternal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1235292"/>
            <a:ext cx="10058400" cy="562270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93895" y="3348111"/>
            <a:ext cx="4937760" cy="1069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44768" y="4568483"/>
            <a:ext cx="6375009" cy="819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47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949332" cy="1325563"/>
          </a:xfrm>
        </p:spPr>
        <p:txBody>
          <a:bodyPr>
            <a:norm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PermissionManagerService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grantRuntimePermissionInternal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62" y="1690688"/>
            <a:ext cx="8723957" cy="499146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36763" y="1690688"/>
            <a:ext cx="5556739" cy="630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6296" y="5725550"/>
            <a:ext cx="6628227" cy="956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0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6798" cy="1325563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PermissionsState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3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grantRuntimePermission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3661"/>
            <a:ext cx="12192000" cy="24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6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PermissionsState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3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grantPermission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66" y="1825624"/>
            <a:ext cx="9041476" cy="50323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3385" y="3418449"/>
            <a:ext cx="8229600" cy="13786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70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PermissionData</a:t>
            </a:r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静态内部类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567"/>
            <a:ext cx="8890782" cy="5268173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838200" y="3123028"/>
            <a:ext cx="7644618" cy="281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37625" y="3151163"/>
            <a:ext cx="5275384" cy="858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96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PermissionData</a:t>
            </a:r>
            <a:r>
              <a:rPr lang="zh-CN" altLang="en-US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4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grant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57" y="1690688"/>
            <a:ext cx="7864427" cy="506090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84738" y="4994031"/>
            <a:ext cx="4600136" cy="1477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63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2033738" cy="1325563"/>
          </a:xfrm>
        </p:spPr>
        <p:txBody>
          <a:bodyPr>
            <a:normAutofit/>
          </a:bodyPr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PermissionManagerService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grantRuntimePermissionInternal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01493"/>
            <a:ext cx="8018479" cy="533693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39151" y="1401493"/>
            <a:ext cx="4234375" cy="778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67618" y="4220308"/>
            <a:ext cx="6119447" cy="1252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39151" y="2180492"/>
            <a:ext cx="5697415" cy="956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56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3" y="1412972"/>
            <a:ext cx="11835774" cy="428444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3046" y="2940148"/>
            <a:ext cx="7188591" cy="1617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18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运行时权限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申请流程图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26" y="1407303"/>
            <a:ext cx="9990279" cy="541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感谢大家聆听！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09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</TotalTime>
  <Words>899</Words>
  <Application>Microsoft Office PowerPoint</Application>
  <PresentationFormat>宽屏</PresentationFormat>
  <Paragraphs>147</Paragraphs>
  <Slides>41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Arial Unicode MS</vt:lpstr>
      <vt:lpstr>宋体</vt:lpstr>
      <vt:lpstr>微软雅黑</vt:lpstr>
      <vt:lpstr>Arial</vt:lpstr>
      <vt:lpstr>Calibri</vt:lpstr>
      <vt:lpstr>Calibri Light</vt:lpstr>
      <vt:lpstr>Office 主题</vt:lpstr>
      <vt:lpstr>Android11 运行时权限</vt:lpstr>
      <vt:lpstr>分享目标</vt:lpstr>
      <vt:lpstr>内容目录</vt:lpstr>
      <vt:lpstr>一、认识运行时权限</vt:lpstr>
      <vt:lpstr>运行时权限（危险权限）</vt:lpstr>
      <vt:lpstr>运行时权限组</vt:lpstr>
      <vt:lpstr>运行时权限组</vt:lpstr>
      <vt:lpstr>识别运行时权限</vt:lpstr>
      <vt:lpstr>识别运行时权限</vt:lpstr>
      <vt:lpstr>二、申请运行时权限</vt:lpstr>
      <vt:lpstr>申请运行时权限</vt:lpstr>
      <vt:lpstr>申请运行时权限</vt:lpstr>
      <vt:lpstr>申请运行时权限</vt:lpstr>
      <vt:lpstr>三、运行时权限申请源码分析</vt:lpstr>
      <vt:lpstr>PowerPoint 演示文稿</vt:lpstr>
      <vt:lpstr>PowerPoint 演示文稿</vt:lpstr>
      <vt:lpstr>PowerPoint 演示文稿</vt:lpstr>
      <vt:lpstr>PermissionController的AndroidManifest.xml</vt:lpstr>
      <vt:lpstr>GrantPermissionsActivity的onCreate方法</vt:lpstr>
      <vt:lpstr>PowerPoint 演示文稿</vt:lpstr>
      <vt:lpstr>PowerPoint 演示文稿</vt:lpstr>
      <vt:lpstr>PowerPoint 演示文稿</vt:lpstr>
      <vt:lpstr>GrantPermissionsActivity的onPermissionGrantResult方法</vt:lpstr>
      <vt:lpstr>PowerPoint 演示文稿</vt:lpstr>
      <vt:lpstr>PowerPoint 演示文稿</vt:lpstr>
      <vt:lpstr>GrantPermissionsActivity的onPermissionGrantResult方法</vt:lpstr>
      <vt:lpstr>PowerPoint 演示文稿</vt:lpstr>
      <vt:lpstr>AppPermissionGroup中grantRuntimePermissions方法</vt:lpstr>
      <vt:lpstr>AppPermissionGroup中persistChanges方法</vt:lpstr>
      <vt:lpstr>PackageManagerService中grantRuntimePermission方法</vt:lpstr>
      <vt:lpstr>PermissionManagerService中grantRuntimePermission方法</vt:lpstr>
      <vt:lpstr>PermissionManagerService中grantRuntimePermissionInternal方法</vt:lpstr>
      <vt:lpstr>PermissionManagerService中grantRuntimePermissionInternal方法</vt:lpstr>
      <vt:lpstr>PermissionsState中grantRuntimePermission方法</vt:lpstr>
      <vt:lpstr>PermissionsState中grantPermission方法</vt:lpstr>
      <vt:lpstr>PermissionData静态内部类</vt:lpstr>
      <vt:lpstr>PermissionData中grant方法</vt:lpstr>
      <vt:lpstr>PermissionManagerService中grantRuntimePermissionInternal方法</vt:lpstr>
      <vt:lpstr>PowerPoint 演示文稿</vt:lpstr>
      <vt:lpstr>运行时权限申请流程图</vt:lpstr>
      <vt:lpstr>感谢大家聆听！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梅玲玲</dc:creator>
  <cp:lastModifiedBy>梅玲玲</cp:lastModifiedBy>
  <cp:revision>64</cp:revision>
  <dcterms:created xsi:type="dcterms:W3CDTF">2022-05-31T02:07:48Z</dcterms:created>
  <dcterms:modified xsi:type="dcterms:W3CDTF">2022-06-15T05:07:17Z</dcterms:modified>
</cp:coreProperties>
</file>