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30"/>
  </p:handoutMasterIdLst>
  <p:sldIdLst>
    <p:sldId id="257" r:id="rId3"/>
    <p:sldId id="258" r:id="rId4"/>
    <p:sldId id="259" r:id="rId5"/>
    <p:sldId id="260" r:id="rId6"/>
    <p:sldId id="279" r:id="rId7"/>
    <p:sldId id="281" r:id="rId8"/>
    <p:sldId id="263" r:id="rId9"/>
    <p:sldId id="278" r:id="rId10"/>
    <p:sldId id="264" r:id="rId11"/>
    <p:sldId id="265" r:id="rId12"/>
    <p:sldId id="266" r:id="rId13"/>
    <p:sldId id="283" r:id="rId14"/>
    <p:sldId id="268" r:id="rId16"/>
    <p:sldId id="287" r:id="rId17"/>
    <p:sldId id="296" r:id="rId18"/>
    <p:sldId id="293" r:id="rId19"/>
    <p:sldId id="305" r:id="rId20"/>
    <p:sldId id="269" r:id="rId21"/>
    <p:sldId id="308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62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0" Type="http://schemas.openxmlformats.org/officeDocument/2006/relationships/tags" Target="../tags/tag157.xml"/><Relationship Id="rId2" Type="http://schemas.openxmlformats.org/officeDocument/2006/relationships/tags" Target="../tags/tag139.xml"/><Relationship Id="rId19" Type="http://schemas.openxmlformats.org/officeDocument/2006/relationships/tags" Target="../tags/tag156.xml"/><Relationship Id="rId18" Type="http://schemas.openxmlformats.org/officeDocument/2006/relationships/tags" Target="../tags/tag155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tags" Target="../tags/tag251.xml"/><Relationship Id="rId19" Type="http://schemas.openxmlformats.org/officeDocument/2006/relationships/tags" Target="../tags/tag268.xml"/><Relationship Id="rId18" Type="http://schemas.openxmlformats.org/officeDocument/2006/relationships/tags" Target="../tags/tag267.xml"/><Relationship Id="rId17" Type="http://schemas.openxmlformats.org/officeDocument/2006/relationships/tags" Target="../tags/tag266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9" Type="http://schemas.openxmlformats.org/officeDocument/2006/relationships/tags" Target="../tags/tag288.xml"/><Relationship Id="rId18" Type="http://schemas.openxmlformats.org/officeDocument/2006/relationships/tags" Target="../tags/tag287.xml"/><Relationship Id="rId17" Type="http://schemas.openxmlformats.org/officeDocument/2006/relationships/tags" Target="../tags/tag286.xml"/><Relationship Id="rId16" Type="http://schemas.openxmlformats.org/officeDocument/2006/relationships/tags" Target="../tags/tag285.xml"/><Relationship Id="rId15" Type="http://schemas.openxmlformats.org/officeDocument/2006/relationships/tags" Target="../tags/tag284.xml"/><Relationship Id="rId14" Type="http://schemas.openxmlformats.org/officeDocument/2006/relationships/tags" Target="../tags/tag283.xml"/><Relationship Id="rId13" Type="http://schemas.openxmlformats.org/officeDocument/2006/relationships/tags" Target="../tags/tag282.xml"/><Relationship Id="rId12" Type="http://schemas.openxmlformats.org/officeDocument/2006/relationships/tags" Target="../tags/tag28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1" Type="http://schemas.openxmlformats.org/officeDocument/2006/relationships/tags" Target="../tags/tag308.xml"/><Relationship Id="rId20" Type="http://schemas.openxmlformats.org/officeDocument/2006/relationships/tags" Target="../tags/tag307.xml"/><Relationship Id="rId2" Type="http://schemas.openxmlformats.org/officeDocument/2006/relationships/tags" Target="../tags/tag289.xml"/><Relationship Id="rId19" Type="http://schemas.openxmlformats.org/officeDocument/2006/relationships/tags" Target="../tags/tag306.xml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1" Type="http://schemas.openxmlformats.org/officeDocument/2006/relationships/tags" Target="../tags/tag328.xml"/><Relationship Id="rId20" Type="http://schemas.openxmlformats.org/officeDocument/2006/relationships/tags" Target="../tags/tag327.xml"/><Relationship Id="rId2" Type="http://schemas.openxmlformats.org/officeDocument/2006/relationships/tags" Target="../tags/tag309.xml"/><Relationship Id="rId19" Type="http://schemas.openxmlformats.org/officeDocument/2006/relationships/tags" Target="../tags/tag326.xml"/><Relationship Id="rId18" Type="http://schemas.openxmlformats.org/officeDocument/2006/relationships/tags" Target="../tags/tag325.xml"/><Relationship Id="rId17" Type="http://schemas.openxmlformats.org/officeDocument/2006/relationships/tags" Target="../tags/tag324.xml"/><Relationship Id="rId16" Type="http://schemas.openxmlformats.org/officeDocument/2006/relationships/tags" Target="../tags/tag323.xml"/><Relationship Id="rId15" Type="http://schemas.openxmlformats.org/officeDocument/2006/relationships/tags" Target="../tags/tag322.xml"/><Relationship Id="rId14" Type="http://schemas.openxmlformats.org/officeDocument/2006/relationships/tags" Target="../tags/tag32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5" Type="http://schemas.openxmlformats.org/officeDocument/2006/relationships/tags" Target="../tags/tag342.xml"/><Relationship Id="rId14" Type="http://schemas.openxmlformats.org/officeDocument/2006/relationships/tags" Target="../tags/tag341.xml"/><Relationship Id="rId13" Type="http://schemas.openxmlformats.org/officeDocument/2006/relationships/tags" Target="../tags/tag340.xml"/><Relationship Id="rId12" Type="http://schemas.openxmlformats.org/officeDocument/2006/relationships/tags" Target="../tags/tag339.xml"/><Relationship Id="rId11" Type="http://schemas.openxmlformats.org/officeDocument/2006/relationships/tags" Target="../tags/tag338.xml"/><Relationship Id="rId10" Type="http://schemas.openxmlformats.org/officeDocument/2006/relationships/tags" Target="../tags/tag337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tags" Target="../tags/tag348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358.xml"/><Relationship Id="rId8" Type="http://schemas.openxmlformats.org/officeDocument/2006/relationships/tags" Target="../tags/tag357.xml"/><Relationship Id="rId7" Type="http://schemas.openxmlformats.org/officeDocument/2006/relationships/tags" Target="../tags/tag356.xml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tags" Target="../tags/tag353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8" Type="http://schemas.openxmlformats.org/officeDocument/2006/relationships/tags" Target="../tags/tag367.xml"/><Relationship Id="rId17" Type="http://schemas.openxmlformats.org/officeDocument/2006/relationships/tags" Target="../tags/tag366.xml"/><Relationship Id="rId16" Type="http://schemas.openxmlformats.org/officeDocument/2006/relationships/tags" Target="../tags/tag365.xml"/><Relationship Id="rId15" Type="http://schemas.openxmlformats.org/officeDocument/2006/relationships/tags" Target="../tags/tag364.xml"/><Relationship Id="rId14" Type="http://schemas.openxmlformats.org/officeDocument/2006/relationships/tags" Target="../tags/tag363.xml"/><Relationship Id="rId13" Type="http://schemas.openxmlformats.org/officeDocument/2006/relationships/tags" Target="../tags/tag362.xml"/><Relationship Id="rId12" Type="http://schemas.openxmlformats.org/officeDocument/2006/relationships/tags" Target="../tags/tag361.xml"/><Relationship Id="rId11" Type="http://schemas.openxmlformats.org/officeDocument/2006/relationships/tags" Target="../tags/tag360.xml"/><Relationship Id="rId10" Type="http://schemas.openxmlformats.org/officeDocument/2006/relationships/tags" Target="../tags/tag35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7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4823354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6390" hasCustomPrompt="1"/>
            <p:custDataLst>
              <p:tags r:id="rId11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  <p:sp>
        <p:nvSpPr>
          <p:cNvPr id="22" name="椭圆 21"/>
          <p:cNvSpPr/>
          <p:nvPr>
            <p:custDataLst>
              <p:tags r:id="rId12"/>
            </p:custDataLst>
          </p:nvPr>
        </p:nvSpPr>
        <p:spPr>
          <a:xfrm>
            <a:off x="10636885" y="94996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10743565" y="105664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4"/>
            </p:custDataLst>
          </p:nvPr>
        </p:nvSpPr>
        <p:spPr>
          <a:xfrm>
            <a:off x="10847705" y="114935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473075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323975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-203200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6386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6387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"/>
          <p:cNvSpPr txBox="1">
            <a:spLocks noGrp="1"/>
          </p:cNvSpPr>
          <p:nvPr>
            <p:ph type="title" idx="16388" hasCustomPrompt="1"/>
            <p:custDataLst>
              <p:tags r:id="rId9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单击此处添加章节标题</a:t>
            </a:r>
            <a:endParaRPr>
              <a:sym typeface="+mn-ea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01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5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Subtitle 10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5724878" y="3175000"/>
            <a:ext cx="5451122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zh-CN" sz="64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谢谢观看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Text Placeholder 22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470400"/>
            <a:ext cx="5334000" cy="1778000"/>
          </a:xfrm>
          <a:custGeom>
            <a:avLst/>
            <a:gdLst>
              <a:gd name="connisteX0" fmla="*/ 0 w 5334000"/>
              <a:gd name="connsiteY0" fmla="*/ 0 h 1778000"/>
              <a:gd name="connisteX1" fmla="*/ 5334000 w 5334000"/>
              <a:gd name="connsiteY1" fmla="*/ 0 h 1778000"/>
              <a:gd name="connisteX2" fmla="*/ 5334000 w 5334000"/>
              <a:gd name="connsiteY2" fmla="*/ 1574800 h 1778000"/>
              <a:gd name="connisteX3" fmla="*/ 5130800 w 5334000"/>
              <a:gd name="connsiteY3" fmla="*/ 1778000 h 1778000"/>
              <a:gd name="connisteX4" fmla="*/ 203200 w 5334000"/>
              <a:gd name="connsiteY4" fmla="*/ 1778000 h 1778000"/>
              <a:gd name="connisteX5" fmla="*/ 0 w 5334000"/>
              <a:gd name="connsiteY5" fmla="*/ 1574800 h 1778000"/>
              <a:gd name="connisteX6" fmla="*/ 0 w 53340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0"/>
                </a:moveTo>
                <a:lnTo>
                  <a:pt x="5334000" y="0"/>
                </a:ln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775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33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4470400"/>
            <a:ext cx="5334000" cy="1778000"/>
          </a:xfrm>
          <a:custGeom>
            <a:avLst/>
            <a:gdLst>
              <a:gd name="connisteX0" fmla="*/ 0 w 5334000"/>
              <a:gd name="connsiteY0" fmla="*/ 0 h 1778000"/>
              <a:gd name="connisteX1" fmla="*/ 5334000 w 5334000"/>
              <a:gd name="connsiteY1" fmla="*/ 0 h 1778000"/>
              <a:gd name="connisteX2" fmla="*/ 5334000 w 5334000"/>
              <a:gd name="connsiteY2" fmla="*/ 1574800 h 1778000"/>
              <a:gd name="connisteX3" fmla="*/ 5130800 w 5334000"/>
              <a:gd name="connsiteY3" fmla="*/ 1778000 h 1778000"/>
              <a:gd name="connisteX4" fmla="*/ 203200 w 5334000"/>
              <a:gd name="connsiteY4" fmla="*/ 1778000 h 1778000"/>
              <a:gd name="connisteX5" fmla="*/ 0 w 5334000"/>
              <a:gd name="connsiteY5" fmla="*/ 1574800 h 1778000"/>
              <a:gd name="connisteX6" fmla="*/ 0 w 53340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0"/>
                </a:moveTo>
                <a:lnTo>
                  <a:pt x="5334000" y="0"/>
                </a:ln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775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33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2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6" hasCustomPrompt="1"/>
            <p:custDataLst>
              <p:tags r:id="rId6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5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638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6" hasCustomPrompt="1"/>
            <p:custDataLst>
              <p:tags r:id="rId6"/>
            </p:custDataLst>
          </p:nvPr>
        </p:nvSpPr>
        <p:spPr>
          <a:xfrm>
            <a:off x="609600" y="609600"/>
            <a:ext cx="10972800" cy="4495800"/>
          </a:xfrm>
          <a:custGeom>
            <a:avLst/>
            <a:gdLst>
              <a:gd name="connisteX0" fmla="*/ 0 w 10972800"/>
              <a:gd name="connsiteY0" fmla="*/ 203200 h 4495800"/>
              <a:gd name="connisteX1" fmla="*/ 203200 w 10972800"/>
              <a:gd name="connsiteY1" fmla="*/ 0 h 4495800"/>
              <a:gd name="connisteX2" fmla="*/ 10769600 w 10972800"/>
              <a:gd name="connsiteY2" fmla="*/ 0 h 4495800"/>
              <a:gd name="connisteX3" fmla="*/ 10972800 w 10972800"/>
              <a:gd name="connsiteY3" fmla="*/ 203200 h 4495800"/>
              <a:gd name="connisteX4" fmla="*/ 10972800 w 10972800"/>
              <a:gd name="connsiteY4" fmla="*/ 4292600 h 4495800"/>
              <a:gd name="connisteX5" fmla="*/ 10769600 w 10972800"/>
              <a:gd name="connsiteY5" fmla="*/ 4495800 h 4495800"/>
              <a:gd name="connisteX6" fmla="*/ 203200 w 10972800"/>
              <a:gd name="connsiteY6" fmla="*/ 4495800 h 4495800"/>
              <a:gd name="connisteX7" fmla="*/ 0 w 10972800"/>
              <a:gd name="connsiteY7" fmla="*/ 4292600 h 4495800"/>
              <a:gd name="connisteX8" fmla="*/ 0 w 10972800"/>
              <a:gd name="connsiteY8" fmla="*/ 203200 h 4495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4495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4292600"/>
                </a:lnTo>
                <a:cubicBezTo>
                  <a:pt x="10972800" y="4404824"/>
                  <a:pt x="10881824" y="4495800"/>
                  <a:pt x="10769600" y="4495800"/>
                </a:cubicBezTo>
                <a:lnTo>
                  <a:pt x="203200" y="4495800"/>
                </a:lnTo>
                <a:cubicBezTo>
                  <a:pt x="90976" y="4495800"/>
                  <a:pt x="0" y="4404824"/>
                  <a:pt x="0" y="4292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19177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425700"/>
            <a:ext cx="883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438400" y="44323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438400" y="4940300"/>
            <a:ext cx="883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17272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20116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54864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5" hasCustomPrompt="1"/>
            <p:custDataLst>
              <p:tags r:id="rId13"/>
            </p:custDataLst>
          </p:nvPr>
        </p:nvSpPr>
        <p:spPr>
          <a:xfrm>
            <a:off x="57708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7752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7752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2456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8" hasCustomPrompt="1"/>
            <p:custDataLst>
              <p:tags r:id="rId18"/>
            </p:custDataLst>
          </p:nvPr>
        </p:nvSpPr>
        <p:spPr>
          <a:xfrm>
            <a:off x="95300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5344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5344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5339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5339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0668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0668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5339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5339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279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15240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10820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4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835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692400"/>
          </a:xfrm>
          <a:custGeom>
            <a:avLst/>
            <a:gdLst>
              <a:gd name="connisteX0" fmla="*/ 0 w 10972800"/>
              <a:gd name="connsiteY0" fmla="*/ 203200 h 2692400"/>
              <a:gd name="connisteX1" fmla="*/ 203200 w 10972800"/>
              <a:gd name="connsiteY1" fmla="*/ 0 h 2692400"/>
              <a:gd name="connisteX2" fmla="*/ 10769600 w 10972800"/>
              <a:gd name="connsiteY2" fmla="*/ 0 h 2692400"/>
              <a:gd name="connisteX3" fmla="*/ 10972800 w 10972800"/>
              <a:gd name="connsiteY3" fmla="*/ 203200 h 2692400"/>
              <a:gd name="connisteX4" fmla="*/ 10972800 w 10972800"/>
              <a:gd name="connsiteY4" fmla="*/ 2489200 h 2692400"/>
              <a:gd name="connisteX5" fmla="*/ 10769600 w 10972800"/>
              <a:gd name="connsiteY5" fmla="*/ 2692400 h 2692400"/>
              <a:gd name="connisteX6" fmla="*/ 203200 w 10972800"/>
              <a:gd name="connsiteY6" fmla="*/ 2692400 h 2692400"/>
              <a:gd name="connisteX7" fmla="*/ 0 w 10972800"/>
              <a:gd name="connsiteY7" fmla="*/ 2489200 h 2692400"/>
              <a:gd name="connisteX8" fmla="*/ 0 w 10972800"/>
              <a:gd name="connsiteY8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89200"/>
                </a:lnTo>
                <a:cubicBezTo>
                  <a:pt x="10972800" y="2601424"/>
                  <a:pt x="10881824" y="2692400"/>
                  <a:pt x="107696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3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543800" y="533400"/>
            <a:ext cx="4038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6" hasCustomPrompt="1"/>
            <p:custDataLst>
              <p:tags r:id="rId6"/>
            </p:custDataLst>
          </p:nvPr>
        </p:nvSpPr>
        <p:spPr>
          <a:xfrm>
            <a:off x="0" y="0"/>
            <a:ext cx="6934200" cy="6858000"/>
          </a:xfrm>
          <a:custGeom>
            <a:avLst/>
            <a:gdLst>
              <a:gd name="connisteX0" fmla="*/ 0 w 6934200"/>
              <a:gd name="connsiteY0" fmla="*/ 0 h 6858000"/>
              <a:gd name="connisteX1" fmla="*/ 6934200 w 6934200"/>
              <a:gd name="connsiteY1" fmla="*/ 0 h 6858000"/>
              <a:gd name="connisteX2" fmla="*/ 6934200 w 6934200"/>
              <a:gd name="connsiteY2" fmla="*/ 6858000 h 6858000"/>
              <a:gd name="connisteX3" fmla="*/ 0 w 6934200"/>
              <a:gd name="connsiteY3" fmla="*/ 6858000 h 6858000"/>
              <a:gd name="connisteX4" fmla="*/ 0 w 69342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6858000">
                <a:moveTo>
                  <a:pt x="0" y="0"/>
                </a:moveTo>
                <a:lnTo>
                  <a:pt x="6934200" y="0"/>
                </a:lnTo>
                <a:lnTo>
                  <a:pt x="69342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6400800" cy="2209800"/>
          </a:xfrm>
          <a:custGeom>
            <a:avLst/>
            <a:gdLst>
              <a:gd name="connisteX0" fmla="*/ 0 w 6400800"/>
              <a:gd name="connsiteY0" fmla="*/ 203200 h 2209800"/>
              <a:gd name="connisteX1" fmla="*/ 203200 w 6400800"/>
              <a:gd name="connsiteY1" fmla="*/ 0 h 2209800"/>
              <a:gd name="connisteX2" fmla="*/ 6400800 w 6400800"/>
              <a:gd name="connsiteY2" fmla="*/ 0 h 2209800"/>
              <a:gd name="connisteX3" fmla="*/ 6400800 w 6400800"/>
              <a:gd name="connsiteY3" fmla="*/ 2209800 h 2209800"/>
              <a:gd name="connisteX4" fmla="*/ 203200 w 6400800"/>
              <a:gd name="connsiteY4" fmla="*/ 2209800 h 2209800"/>
              <a:gd name="connisteX5" fmla="*/ 0 w 6400800"/>
              <a:gd name="connsiteY5" fmla="*/ 2006600 h 2209800"/>
              <a:gd name="connisteX6" fmla="*/ 0 w 6400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400800" y="0"/>
                </a:lnTo>
                <a:lnTo>
                  <a:pt x="6400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7010400" y="1524000"/>
            <a:ext cx="4572000" cy="2209800"/>
          </a:xfrm>
          <a:custGeom>
            <a:avLst/>
            <a:gdLst>
              <a:gd name="connisteX0" fmla="*/ 0 w 4572000"/>
              <a:gd name="connsiteY0" fmla="*/ 0 h 2209800"/>
              <a:gd name="connisteX1" fmla="*/ 4368800 w 4572000"/>
              <a:gd name="connsiteY1" fmla="*/ 0 h 2209800"/>
              <a:gd name="connisteX2" fmla="*/ 4572000 w 4572000"/>
              <a:gd name="connsiteY2" fmla="*/ 203200 h 2209800"/>
              <a:gd name="connisteX3" fmla="*/ 4572000 w 4572000"/>
              <a:gd name="connsiteY3" fmla="*/ 2006600 h 2209800"/>
              <a:gd name="connisteX4" fmla="*/ 4368800 w 4572000"/>
              <a:gd name="connsiteY4" fmla="*/ 2209800 h 2209800"/>
              <a:gd name="connisteX5" fmla="*/ 0 w 4572000"/>
              <a:gd name="connsiteY5" fmla="*/ 2209800 h 2209800"/>
              <a:gd name="connisteX6" fmla="*/ 0 w 4572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0"/>
                </a:moveTo>
                <a:lnTo>
                  <a:pt x="4368800" y="0"/>
                </a:lnTo>
                <a:cubicBezTo>
                  <a:pt x="4481024" y="0"/>
                  <a:pt x="4572000" y="90976"/>
                  <a:pt x="4572000" y="203200"/>
                </a:cubicBezTo>
                <a:lnTo>
                  <a:pt x="4572000" y="2006600"/>
                </a:lnTo>
                <a:cubicBezTo>
                  <a:pt x="4572000" y="2118824"/>
                  <a:pt x="4481024" y="2209800"/>
                  <a:pt x="4368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181600" y="4038600"/>
            <a:ext cx="6400800" cy="2209800"/>
          </a:xfrm>
          <a:custGeom>
            <a:avLst/>
            <a:gdLst>
              <a:gd name="connisteX0" fmla="*/ 0 w 6400800"/>
              <a:gd name="connsiteY0" fmla="*/ 0 h 2209800"/>
              <a:gd name="connisteX1" fmla="*/ 6197600 w 6400800"/>
              <a:gd name="connsiteY1" fmla="*/ 0 h 2209800"/>
              <a:gd name="connisteX2" fmla="*/ 6400800 w 6400800"/>
              <a:gd name="connsiteY2" fmla="*/ 203200 h 2209800"/>
              <a:gd name="connisteX3" fmla="*/ 6400800 w 6400800"/>
              <a:gd name="connsiteY3" fmla="*/ 2006600 h 2209800"/>
              <a:gd name="connisteX4" fmla="*/ 6197600 w 6400800"/>
              <a:gd name="connsiteY4" fmla="*/ 2209800 h 2209800"/>
              <a:gd name="connisteX5" fmla="*/ 0 w 6400800"/>
              <a:gd name="connsiteY5" fmla="*/ 2209800 h 2209800"/>
              <a:gd name="connisteX6" fmla="*/ 0 w 6400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4572000" cy="2209800"/>
          </a:xfrm>
          <a:custGeom>
            <a:avLst/>
            <a:gdLst>
              <a:gd name="connisteX0" fmla="*/ 0 w 4572000"/>
              <a:gd name="connsiteY0" fmla="*/ 203200 h 2209800"/>
              <a:gd name="connisteX1" fmla="*/ 203200 w 4572000"/>
              <a:gd name="connsiteY1" fmla="*/ 0 h 2209800"/>
              <a:gd name="connisteX2" fmla="*/ 4572000 w 4572000"/>
              <a:gd name="connsiteY2" fmla="*/ 0 h 2209800"/>
              <a:gd name="connisteX3" fmla="*/ 4572000 w 4572000"/>
              <a:gd name="connsiteY3" fmla="*/ 2209800 h 2209800"/>
              <a:gd name="connisteX4" fmla="*/ 203200 w 4572000"/>
              <a:gd name="connsiteY4" fmla="*/ 2209800 h 2209800"/>
              <a:gd name="connisteX5" fmla="*/ 0 w 4572000"/>
              <a:gd name="connsiteY5" fmla="*/ 2006600 h 2209800"/>
              <a:gd name="connisteX6" fmla="*/ 0 w 4572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5486400" y="44069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5486400" y="49657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6990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47752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5334000"/>
            <a:ext cx="31623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420100" y="47752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420100" y="5334000"/>
            <a:ext cx="31623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1892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4511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44069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49657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5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6" hasCustomPrompt="1"/>
            <p:custDataLst>
              <p:tags r:id="rId6"/>
            </p:custDataLst>
          </p:nvPr>
        </p:nvSpPr>
        <p:spPr>
          <a:xfrm>
            <a:off x="609600" y="1524000"/>
            <a:ext cx="10972800" cy="4724400"/>
          </a:xfrm>
          <a:custGeom>
            <a:avLst/>
            <a:gdLst>
              <a:gd name="connisteX0" fmla="*/ 0 w 10972800"/>
              <a:gd name="connsiteY0" fmla="*/ 203200 h 4724400"/>
              <a:gd name="connisteX1" fmla="*/ 203200 w 10972800"/>
              <a:gd name="connsiteY1" fmla="*/ 0 h 4724400"/>
              <a:gd name="connisteX2" fmla="*/ 10769600 w 10972800"/>
              <a:gd name="connsiteY2" fmla="*/ 0 h 4724400"/>
              <a:gd name="connisteX3" fmla="*/ 10972800 w 10972800"/>
              <a:gd name="connsiteY3" fmla="*/ 203200 h 4724400"/>
              <a:gd name="connisteX4" fmla="*/ 10972800 w 10972800"/>
              <a:gd name="connsiteY4" fmla="*/ 4521200 h 4724400"/>
              <a:gd name="connisteX5" fmla="*/ 10769600 w 10972800"/>
              <a:gd name="connsiteY5" fmla="*/ 4724400 h 4724400"/>
              <a:gd name="connisteX6" fmla="*/ 203200 w 10972800"/>
              <a:gd name="connsiteY6" fmla="*/ 4724400 h 4724400"/>
              <a:gd name="connisteX7" fmla="*/ 0 w 10972800"/>
              <a:gd name="connsiteY7" fmla="*/ 4521200 h 4724400"/>
              <a:gd name="connisteX8" fmla="*/ 0 w 109728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4521200"/>
                </a:lnTo>
                <a:cubicBezTo>
                  <a:pt x="10972800" y="4633424"/>
                  <a:pt x="10881824" y="4724400"/>
                  <a:pt x="107696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默认位置-并列-3_35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7"/>
            </p:custDataLst>
          </p:nvPr>
        </p:nvSpPr>
        <p:spPr>
          <a:xfrm>
            <a:off x="751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422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422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324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6" hasCustomPrompt="1"/>
            <p:custDataLst>
              <p:tags r:id="rId11"/>
            </p:custDataLst>
          </p:nvPr>
        </p:nvSpPr>
        <p:spPr>
          <a:xfrm>
            <a:off x="6466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7137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137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609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751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422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422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0" hasCustomPrompt="1"/>
            <p:custDataLst>
              <p:tags r:id="rId19"/>
            </p:custDataLst>
          </p:nvPr>
        </p:nvSpPr>
        <p:spPr>
          <a:xfrm>
            <a:off x="6466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7137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7137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左标右内-装饰左-默认位置-并列-29_26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2362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667000"/>
            <a:ext cx="2362200" cy="335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3581400" y="609600"/>
            <a:ext cx="8001000" cy="5638800"/>
          </a:xfrm>
          <a:custGeom>
            <a:avLst/>
            <a:gdLst>
              <a:gd name="connisteX0" fmla="*/ 0 w 8001000"/>
              <a:gd name="connsiteY0" fmla="*/ 203200 h 5638800"/>
              <a:gd name="connisteX1" fmla="*/ 203200 w 8001000"/>
              <a:gd name="connsiteY1" fmla="*/ 0 h 5638800"/>
              <a:gd name="connisteX2" fmla="*/ 7797800 w 8001000"/>
              <a:gd name="connsiteY2" fmla="*/ 0 h 5638800"/>
              <a:gd name="connisteX3" fmla="*/ 8001000 w 8001000"/>
              <a:gd name="connsiteY3" fmla="*/ 203200 h 5638800"/>
              <a:gd name="connisteX4" fmla="*/ 8001000 w 8001000"/>
              <a:gd name="connsiteY4" fmla="*/ 5435600 h 5638800"/>
              <a:gd name="connisteX5" fmla="*/ 7797800 w 8001000"/>
              <a:gd name="connsiteY5" fmla="*/ 5638800 h 5638800"/>
              <a:gd name="connisteX6" fmla="*/ 203200 w 8001000"/>
              <a:gd name="connsiteY6" fmla="*/ 5638800 h 5638800"/>
              <a:gd name="connisteX7" fmla="*/ 0 w 8001000"/>
              <a:gd name="connsiteY7" fmla="*/ 5435600 h 5638800"/>
              <a:gd name="connisteX8" fmla="*/ 0 w 80010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80010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797800" y="0"/>
                </a:lnTo>
                <a:cubicBezTo>
                  <a:pt x="7910024" y="0"/>
                  <a:pt x="8001000" y="90976"/>
                  <a:pt x="8001000" y="203200"/>
                </a:cubicBezTo>
                <a:lnTo>
                  <a:pt x="8001000" y="5435600"/>
                </a:lnTo>
                <a:cubicBezTo>
                  <a:pt x="8001000" y="5547824"/>
                  <a:pt x="7910024" y="5638800"/>
                  <a:pt x="77978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6" hasCustomPrompt="1"/>
            <p:custDataLst>
              <p:tags r:id="rId8"/>
            </p:custDataLst>
          </p:nvPr>
        </p:nvSpPr>
        <p:spPr>
          <a:xfrm>
            <a:off x="3987800" y="11430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156200" y="10414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5156200" y="15494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987800" y="23622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156200" y="22606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5156200" y="27686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8" hasCustomPrompt="1"/>
            <p:custDataLst>
              <p:tags r:id="rId14"/>
            </p:custDataLst>
          </p:nvPr>
        </p:nvSpPr>
        <p:spPr>
          <a:xfrm>
            <a:off x="3987800" y="35814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156200" y="34798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5156200" y="39878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图片占位符 22"/>
          <p:cNvSpPr>
            <a:spLocks noGrp="1"/>
          </p:cNvSpPr>
          <p:nvPr>
            <p:ph type="pic" idx="16399" hasCustomPrompt="1"/>
            <p:custDataLst>
              <p:tags r:id="rId17"/>
            </p:custDataLst>
          </p:nvPr>
        </p:nvSpPr>
        <p:spPr>
          <a:xfrm>
            <a:off x="3987800" y="48006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5156200" y="46990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9"/>
            </p:custDataLst>
          </p:nvPr>
        </p:nvSpPr>
        <p:spPr>
          <a:xfrm>
            <a:off x="5156200" y="52070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默认位置-并列-31_34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页-上标下内-装饰无-默认位置-并列-3_35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7"/>
            </p:custDataLst>
          </p:nvPr>
        </p:nvSpPr>
        <p:spPr>
          <a:xfrm>
            <a:off x="751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422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422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324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6" hasCustomPrompt="1"/>
            <p:custDataLst>
              <p:tags r:id="rId11"/>
            </p:custDataLst>
          </p:nvPr>
        </p:nvSpPr>
        <p:spPr>
          <a:xfrm>
            <a:off x="6466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7137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137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609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751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422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422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0" hasCustomPrompt="1"/>
            <p:custDataLst>
              <p:tags r:id="rId19"/>
            </p:custDataLst>
          </p:nvPr>
        </p:nvSpPr>
        <p:spPr>
          <a:xfrm>
            <a:off x="6466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7137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7137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1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1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22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22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0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5"/>
            </p:custDataLst>
          </p:nvPr>
        </p:nvSpPr>
        <p:spPr>
          <a:xfrm>
            <a:off x="441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257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4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41910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3434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3434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153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2677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2677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41910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43434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43434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81153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2677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2677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5" Type="http://schemas.openxmlformats.org/officeDocument/2006/relationships/theme" Target="../theme/theme1.xml"/><Relationship Id="rId44" Type="http://schemas.openxmlformats.org/officeDocument/2006/relationships/tags" Target="../tags/tag377.xml"/><Relationship Id="rId43" Type="http://schemas.openxmlformats.org/officeDocument/2006/relationships/tags" Target="../tags/tag376.xml"/><Relationship Id="rId42" Type="http://schemas.openxmlformats.org/officeDocument/2006/relationships/tags" Target="../tags/tag375.xml"/><Relationship Id="rId41" Type="http://schemas.openxmlformats.org/officeDocument/2006/relationships/tags" Target="../tags/tag374.xml"/><Relationship Id="rId40" Type="http://schemas.openxmlformats.org/officeDocument/2006/relationships/tags" Target="../tags/tag373.xml"/><Relationship Id="rId4" Type="http://schemas.openxmlformats.org/officeDocument/2006/relationships/slideLayout" Target="../slideLayouts/slideLayout4.xml"/><Relationship Id="rId39" Type="http://schemas.openxmlformats.org/officeDocument/2006/relationships/tags" Target="../tags/tag372.xml"/><Relationship Id="rId38" Type="http://schemas.openxmlformats.org/officeDocument/2006/relationships/tags" Target="../tags/tag371.xml"/><Relationship Id="rId37" Type="http://schemas.openxmlformats.org/officeDocument/2006/relationships/tags" Target="../tags/tag370.xml"/><Relationship Id="rId36" Type="http://schemas.openxmlformats.org/officeDocument/2006/relationships/tags" Target="../tags/tag369.xml"/><Relationship Id="rId35" Type="http://schemas.openxmlformats.org/officeDocument/2006/relationships/tags" Target="../tags/tag368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35"/>
            </p:custDataLst>
          </p:nvPr>
        </p:nvSpPr>
        <p:spPr>
          <a:xfrm flipH="1">
            <a:off x="619569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6"/>
            </p:custDataLst>
          </p:nvPr>
        </p:nvSpPr>
        <p:spPr>
          <a:xfrm rot="5400000" flipH="1">
            <a:off x="6713223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7"/>
            </p:custDataLst>
          </p:nvPr>
        </p:nvSpPr>
        <p:spPr>
          <a:xfrm rot="5400000" flipH="1">
            <a:off x="8644288" y="2313464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38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3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40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4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" Type="http://schemas.openxmlformats.org/officeDocument/2006/relationships/tags" Target="../tags/tag37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89.xml"/><Relationship Id="rId8" Type="http://schemas.openxmlformats.org/officeDocument/2006/relationships/tags" Target="../tags/tag388.xml"/><Relationship Id="rId7" Type="http://schemas.openxmlformats.org/officeDocument/2006/relationships/tags" Target="../tags/tag387.xml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395.xml"/><Relationship Id="rId14" Type="http://schemas.openxmlformats.org/officeDocument/2006/relationships/tags" Target="../tags/tag394.xml"/><Relationship Id="rId13" Type="http://schemas.openxmlformats.org/officeDocument/2006/relationships/tags" Target="../tags/tag393.xml"/><Relationship Id="rId12" Type="http://schemas.openxmlformats.org/officeDocument/2006/relationships/tags" Target="../tags/tag392.xml"/><Relationship Id="rId11" Type="http://schemas.openxmlformats.org/officeDocument/2006/relationships/tags" Target="../tags/tag391.xml"/><Relationship Id="rId10" Type="http://schemas.openxmlformats.org/officeDocument/2006/relationships/tags" Target="../tags/tag390.xml"/><Relationship Id="rId1" Type="http://schemas.openxmlformats.org/officeDocument/2006/relationships/tags" Target="../tags/tag38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" Type="http://schemas.openxmlformats.org/officeDocument/2006/relationships/tags" Target="../tags/tag39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image" Target="../media/image1.png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408.xml"/><Relationship Id="rId11" Type="http://schemas.openxmlformats.org/officeDocument/2006/relationships/tags" Target="../tags/tag407.xml"/><Relationship Id="rId10" Type="http://schemas.openxmlformats.org/officeDocument/2006/relationships/tags" Target="../tags/tag406.xml"/><Relationship Id="rId1" Type="http://schemas.openxmlformats.org/officeDocument/2006/relationships/tags" Target="../tags/tag39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414.xml"/><Relationship Id="rId7" Type="http://schemas.openxmlformats.org/officeDocument/2006/relationships/tags" Target="../tags/tag413.xml"/><Relationship Id="rId6" Type="http://schemas.openxmlformats.org/officeDocument/2006/relationships/tags" Target="../tags/tag4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411.xml"/><Relationship Id="rId24" Type="http://schemas.openxmlformats.org/officeDocument/2006/relationships/slideLayout" Target="../slideLayouts/slideLayout29.xml"/><Relationship Id="rId23" Type="http://schemas.openxmlformats.org/officeDocument/2006/relationships/tags" Target="../tags/tag423.xml"/><Relationship Id="rId22" Type="http://schemas.openxmlformats.org/officeDocument/2006/relationships/tags" Target="../tags/tag422.xml"/><Relationship Id="rId21" Type="http://schemas.openxmlformats.org/officeDocument/2006/relationships/tags" Target="../tags/tag421.xml"/><Relationship Id="rId20" Type="http://schemas.openxmlformats.org/officeDocument/2006/relationships/image" Target="../media/image10.svg"/><Relationship Id="rId2" Type="http://schemas.openxmlformats.org/officeDocument/2006/relationships/tags" Target="../tags/tag410.xml"/><Relationship Id="rId19" Type="http://schemas.openxmlformats.org/officeDocument/2006/relationships/image" Target="../media/image9.png"/><Relationship Id="rId18" Type="http://schemas.openxmlformats.org/officeDocument/2006/relationships/tags" Target="../tags/tag420.xml"/><Relationship Id="rId17" Type="http://schemas.openxmlformats.org/officeDocument/2006/relationships/tags" Target="../tags/tag419.xml"/><Relationship Id="rId16" Type="http://schemas.openxmlformats.org/officeDocument/2006/relationships/tags" Target="../tags/tag418.xml"/><Relationship Id="rId15" Type="http://schemas.openxmlformats.org/officeDocument/2006/relationships/image" Target="../media/image8.svg"/><Relationship Id="rId14" Type="http://schemas.openxmlformats.org/officeDocument/2006/relationships/image" Target="../media/image7.png"/><Relationship Id="rId13" Type="http://schemas.openxmlformats.org/officeDocument/2006/relationships/tags" Target="../tags/tag417.xml"/><Relationship Id="rId12" Type="http://schemas.openxmlformats.org/officeDocument/2006/relationships/tags" Target="../tags/tag416.xml"/><Relationship Id="rId11" Type="http://schemas.openxmlformats.org/officeDocument/2006/relationships/tags" Target="../tags/tag415.xml"/><Relationship Id="rId10" Type="http://schemas.openxmlformats.org/officeDocument/2006/relationships/image" Target="../media/image6.svg"/><Relationship Id="rId1" Type="http://schemas.openxmlformats.org/officeDocument/2006/relationships/tags" Target="../tags/tag40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image" Target="../media/image11.jpeg"/><Relationship Id="rId3" Type="http://schemas.openxmlformats.org/officeDocument/2006/relationships/tags" Target="../tags/tag426.xml"/><Relationship Id="rId23" Type="http://schemas.openxmlformats.org/officeDocument/2006/relationships/slideLayout" Target="../slideLayouts/slideLayout30.xml"/><Relationship Id="rId22" Type="http://schemas.openxmlformats.org/officeDocument/2006/relationships/tags" Target="../tags/tag441.xml"/><Relationship Id="rId21" Type="http://schemas.openxmlformats.org/officeDocument/2006/relationships/tags" Target="../tags/tag440.xml"/><Relationship Id="rId20" Type="http://schemas.openxmlformats.org/officeDocument/2006/relationships/tags" Target="../tags/tag439.xml"/><Relationship Id="rId2" Type="http://schemas.openxmlformats.org/officeDocument/2006/relationships/tags" Target="../tags/tag425.xml"/><Relationship Id="rId19" Type="http://schemas.openxmlformats.org/officeDocument/2006/relationships/image" Target="../media/image14.jpeg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image" Target="../media/image13.jpeg"/><Relationship Id="rId13" Type="http://schemas.openxmlformats.org/officeDocument/2006/relationships/tags" Target="../tags/tag434.xml"/><Relationship Id="rId12" Type="http://schemas.openxmlformats.org/officeDocument/2006/relationships/tags" Target="../tags/tag433.xml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tags" Target="../tags/tag42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48.xml"/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" Type="http://schemas.openxmlformats.org/officeDocument/2006/relationships/tags" Target="../tags/tag445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451.xml"/><Relationship Id="rId13" Type="http://schemas.openxmlformats.org/officeDocument/2006/relationships/tags" Target="../tags/tag450.xml"/><Relationship Id="rId12" Type="http://schemas.openxmlformats.org/officeDocument/2006/relationships/tags" Target="../tags/tag449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tags" Target="../tags/tag44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tags" Target="../tags/tag454.xml"/><Relationship Id="rId20" Type="http://schemas.openxmlformats.org/officeDocument/2006/relationships/slideLayout" Target="../slideLayouts/slideLayout28.xml"/><Relationship Id="rId2" Type="http://schemas.openxmlformats.org/officeDocument/2006/relationships/tags" Target="../tags/tag453.xml"/><Relationship Id="rId19" Type="http://schemas.openxmlformats.org/officeDocument/2006/relationships/tags" Target="../tags/tag463.xml"/><Relationship Id="rId18" Type="http://schemas.openxmlformats.org/officeDocument/2006/relationships/image" Target="../media/image25.png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image" Target="../media/image24.svg"/><Relationship Id="rId14" Type="http://schemas.openxmlformats.org/officeDocument/2006/relationships/image" Target="../media/image23.png"/><Relationship Id="rId13" Type="http://schemas.openxmlformats.org/officeDocument/2006/relationships/tags" Target="../tags/tag460.xml"/><Relationship Id="rId12" Type="http://schemas.openxmlformats.org/officeDocument/2006/relationships/tags" Target="../tags/tag459.xml"/><Relationship Id="rId11" Type="http://schemas.openxmlformats.org/officeDocument/2006/relationships/tags" Target="../tags/tag458.xml"/><Relationship Id="rId10" Type="http://schemas.openxmlformats.org/officeDocument/2006/relationships/image" Target="../media/image22.svg"/><Relationship Id="rId1" Type="http://schemas.openxmlformats.org/officeDocument/2006/relationships/tags" Target="../tags/tag45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66.xml"/><Relationship Id="rId2" Type="http://schemas.openxmlformats.org/officeDocument/2006/relationships/tags" Target="../tags/tag465.xml"/><Relationship Id="rId1" Type="http://schemas.openxmlformats.org/officeDocument/2006/relationships/tags" Target="../tags/tag46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73.xml"/><Relationship Id="rId8" Type="http://schemas.openxmlformats.org/officeDocument/2006/relationships/tags" Target="../tags/tag472.xml"/><Relationship Id="rId7" Type="http://schemas.openxmlformats.org/officeDocument/2006/relationships/tags" Target="../tags/tag47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4" Type="http://schemas.openxmlformats.org/officeDocument/2006/relationships/slideLayout" Target="../slideLayouts/slideLayout18.xml"/><Relationship Id="rId23" Type="http://schemas.openxmlformats.org/officeDocument/2006/relationships/tags" Target="../tags/tag483.xml"/><Relationship Id="rId22" Type="http://schemas.openxmlformats.org/officeDocument/2006/relationships/tags" Target="../tags/tag482.xml"/><Relationship Id="rId21" Type="http://schemas.openxmlformats.org/officeDocument/2006/relationships/tags" Target="../tags/tag481.xml"/><Relationship Id="rId20" Type="http://schemas.openxmlformats.org/officeDocument/2006/relationships/image" Target="../media/image29.svg"/><Relationship Id="rId2" Type="http://schemas.openxmlformats.org/officeDocument/2006/relationships/tags" Target="../tags/tag468.xml"/><Relationship Id="rId19" Type="http://schemas.openxmlformats.org/officeDocument/2006/relationships/image" Target="../media/image28.png"/><Relationship Id="rId18" Type="http://schemas.openxmlformats.org/officeDocument/2006/relationships/tags" Target="../tags/tag480.xml"/><Relationship Id="rId17" Type="http://schemas.openxmlformats.org/officeDocument/2006/relationships/tags" Target="../tags/tag479.xml"/><Relationship Id="rId16" Type="http://schemas.openxmlformats.org/officeDocument/2006/relationships/tags" Target="../tags/tag478.xml"/><Relationship Id="rId15" Type="http://schemas.openxmlformats.org/officeDocument/2006/relationships/tags" Target="../tags/tag477.xml"/><Relationship Id="rId14" Type="http://schemas.openxmlformats.org/officeDocument/2006/relationships/tags" Target="../tags/tag476.xml"/><Relationship Id="rId13" Type="http://schemas.openxmlformats.org/officeDocument/2006/relationships/image" Target="../media/image18.svg"/><Relationship Id="rId12" Type="http://schemas.openxmlformats.org/officeDocument/2006/relationships/image" Target="../media/image17.png"/><Relationship Id="rId11" Type="http://schemas.openxmlformats.org/officeDocument/2006/relationships/tags" Target="../tags/tag475.xml"/><Relationship Id="rId10" Type="http://schemas.openxmlformats.org/officeDocument/2006/relationships/tags" Target="../tags/tag474.xml"/><Relationship Id="rId1" Type="http://schemas.openxmlformats.org/officeDocument/2006/relationships/tags" Target="../tags/tag46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92.xml"/><Relationship Id="rId8" Type="http://schemas.openxmlformats.org/officeDocument/2006/relationships/tags" Target="../tags/tag491.xml"/><Relationship Id="rId7" Type="http://schemas.openxmlformats.org/officeDocument/2006/relationships/tags" Target="../tags/tag490.xml"/><Relationship Id="rId6" Type="http://schemas.openxmlformats.org/officeDocument/2006/relationships/tags" Target="../tags/tag489.xml"/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4" Type="http://schemas.openxmlformats.org/officeDocument/2006/relationships/slideLayout" Target="../slideLayouts/slideLayout19.xml"/><Relationship Id="rId13" Type="http://schemas.openxmlformats.org/officeDocument/2006/relationships/tags" Target="../tags/tag495.xml"/><Relationship Id="rId12" Type="http://schemas.openxmlformats.org/officeDocument/2006/relationships/image" Target="../media/image30.png"/><Relationship Id="rId11" Type="http://schemas.openxmlformats.org/officeDocument/2006/relationships/tags" Target="../tags/tag494.xml"/><Relationship Id="rId10" Type="http://schemas.openxmlformats.org/officeDocument/2006/relationships/tags" Target="../tags/tag493.xml"/><Relationship Id="rId1" Type="http://schemas.openxmlformats.org/officeDocument/2006/relationships/tags" Target="../tags/tag48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03.xml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image" Target="../media/image31.jpeg"/><Relationship Id="rId4" Type="http://schemas.openxmlformats.org/officeDocument/2006/relationships/tags" Target="../tags/tag499.xml"/><Relationship Id="rId3" Type="http://schemas.openxmlformats.org/officeDocument/2006/relationships/tags" Target="../tags/tag498.xml"/><Relationship Id="rId2" Type="http://schemas.openxmlformats.org/officeDocument/2006/relationships/tags" Target="../tags/tag497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49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11.xml"/><Relationship Id="rId8" Type="http://schemas.openxmlformats.org/officeDocument/2006/relationships/tags" Target="../tags/tag510.xml"/><Relationship Id="rId7" Type="http://schemas.openxmlformats.org/officeDocument/2006/relationships/tags" Target="../tags/tag509.xml"/><Relationship Id="rId6" Type="http://schemas.openxmlformats.org/officeDocument/2006/relationships/tags" Target="../tags/tag508.xml"/><Relationship Id="rId5" Type="http://schemas.openxmlformats.org/officeDocument/2006/relationships/tags" Target="../tags/tag507.xml"/><Relationship Id="rId4" Type="http://schemas.openxmlformats.org/officeDocument/2006/relationships/tags" Target="../tags/tag506.xml"/><Relationship Id="rId3" Type="http://schemas.openxmlformats.org/officeDocument/2006/relationships/image" Target="../media/image32.jpeg"/><Relationship Id="rId2" Type="http://schemas.openxmlformats.org/officeDocument/2006/relationships/tags" Target="../tags/tag505.xml"/><Relationship Id="rId14" Type="http://schemas.openxmlformats.org/officeDocument/2006/relationships/slideLayout" Target="../slideLayouts/slideLayout21.xml"/><Relationship Id="rId13" Type="http://schemas.openxmlformats.org/officeDocument/2006/relationships/tags" Target="../tags/tag515.xml"/><Relationship Id="rId12" Type="http://schemas.openxmlformats.org/officeDocument/2006/relationships/tags" Target="../tags/tag514.xml"/><Relationship Id="rId11" Type="http://schemas.openxmlformats.org/officeDocument/2006/relationships/tags" Target="../tags/tag513.xml"/><Relationship Id="rId10" Type="http://schemas.openxmlformats.org/officeDocument/2006/relationships/tags" Target="../tags/tag512.xml"/><Relationship Id="rId1" Type="http://schemas.openxmlformats.org/officeDocument/2006/relationships/tags" Target="../tags/tag50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523.xml"/><Relationship Id="rId7" Type="http://schemas.openxmlformats.org/officeDocument/2006/relationships/tags" Target="../tags/tag522.xml"/><Relationship Id="rId6" Type="http://schemas.openxmlformats.org/officeDocument/2006/relationships/tags" Target="../tags/tag521.xml"/><Relationship Id="rId5" Type="http://schemas.openxmlformats.org/officeDocument/2006/relationships/tags" Target="../tags/tag520.xml"/><Relationship Id="rId4" Type="http://schemas.openxmlformats.org/officeDocument/2006/relationships/tags" Target="../tags/tag519.xml"/><Relationship Id="rId3" Type="http://schemas.openxmlformats.org/officeDocument/2006/relationships/tags" Target="../tags/tag518.xml"/><Relationship Id="rId2" Type="http://schemas.openxmlformats.org/officeDocument/2006/relationships/tags" Target="../tags/tag517.xml"/><Relationship Id="rId1" Type="http://schemas.openxmlformats.org/officeDocument/2006/relationships/tags" Target="../tags/tag516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3.xml"/><Relationship Id="rId5" Type="http://schemas.openxmlformats.org/officeDocument/2006/relationships/tags" Target="../tags/tag526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tags" Target="../tags/tag525.xml"/><Relationship Id="rId1" Type="http://schemas.openxmlformats.org/officeDocument/2006/relationships/tags" Target="../tags/tag52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35.xml"/><Relationship Id="rId8" Type="http://schemas.openxmlformats.org/officeDocument/2006/relationships/tags" Target="../tags/tag534.xml"/><Relationship Id="rId7" Type="http://schemas.openxmlformats.org/officeDocument/2006/relationships/tags" Target="../tags/tag533.xml"/><Relationship Id="rId6" Type="http://schemas.openxmlformats.org/officeDocument/2006/relationships/tags" Target="../tags/tag532.xml"/><Relationship Id="rId5" Type="http://schemas.openxmlformats.org/officeDocument/2006/relationships/tags" Target="../tags/tag531.xml"/><Relationship Id="rId4" Type="http://schemas.openxmlformats.org/officeDocument/2006/relationships/tags" Target="../tags/tag530.xml"/><Relationship Id="rId38" Type="http://schemas.openxmlformats.org/officeDocument/2006/relationships/slideLayout" Target="../slideLayouts/slideLayout32.xml"/><Relationship Id="rId37" Type="http://schemas.openxmlformats.org/officeDocument/2006/relationships/tags" Target="../tags/tag553.xml"/><Relationship Id="rId36" Type="http://schemas.openxmlformats.org/officeDocument/2006/relationships/image" Target="../media/image44.svg"/><Relationship Id="rId35" Type="http://schemas.openxmlformats.org/officeDocument/2006/relationships/image" Target="../media/image43.png"/><Relationship Id="rId34" Type="http://schemas.openxmlformats.org/officeDocument/2006/relationships/tags" Target="../tags/tag552.xml"/><Relationship Id="rId33" Type="http://schemas.openxmlformats.org/officeDocument/2006/relationships/image" Target="../media/image42.svg"/><Relationship Id="rId32" Type="http://schemas.openxmlformats.org/officeDocument/2006/relationships/image" Target="../media/image41.png"/><Relationship Id="rId31" Type="http://schemas.openxmlformats.org/officeDocument/2006/relationships/tags" Target="../tags/tag551.xml"/><Relationship Id="rId30" Type="http://schemas.openxmlformats.org/officeDocument/2006/relationships/tags" Target="../tags/tag550.xml"/><Relationship Id="rId3" Type="http://schemas.openxmlformats.org/officeDocument/2006/relationships/tags" Target="../tags/tag529.xml"/><Relationship Id="rId29" Type="http://schemas.openxmlformats.org/officeDocument/2006/relationships/image" Target="../media/image40.svg"/><Relationship Id="rId28" Type="http://schemas.openxmlformats.org/officeDocument/2006/relationships/image" Target="../media/image39.png"/><Relationship Id="rId27" Type="http://schemas.openxmlformats.org/officeDocument/2006/relationships/tags" Target="../tags/tag549.xml"/><Relationship Id="rId26" Type="http://schemas.openxmlformats.org/officeDocument/2006/relationships/image" Target="../media/image38.svg"/><Relationship Id="rId25" Type="http://schemas.openxmlformats.org/officeDocument/2006/relationships/image" Target="../media/image37.png"/><Relationship Id="rId24" Type="http://schemas.openxmlformats.org/officeDocument/2006/relationships/tags" Target="../tags/tag548.xml"/><Relationship Id="rId23" Type="http://schemas.openxmlformats.org/officeDocument/2006/relationships/image" Target="../media/image36.svg"/><Relationship Id="rId22" Type="http://schemas.openxmlformats.org/officeDocument/2006/relationships/image" Target="../media/image35.png"/><Relationship Id="rId21" Type="http://schemas.openxmlformats.org/officeDocument/2006/relationships/tags" Target="../tags/tag547.xml"/><Relationship Id="rId20" Type="http://schemas.openxmlformats.org/officeDocument/2006/relationships/tags" Target="../tags/tag546.xml"/><Relationship Id="rId2" Type="http://schemas.openxmlformats.org/officeDocument/2006/relationships/tags" Target="../tags/tag528.xml"/><Relationship Id="rId19" Type="http://schemas.openxmlformats.org/officeDocument/2006/relationships/tags" Target="../tags/tag545.xml"/><Relationship Id="rId18" Type="http://schemas.openxmlformats.org/officeDocument/2006/relationships/tags" Target="../tags/tag544.xml"/><Relationship Id="rId17" Type="http://schemas.openxmlformats.org/officeDocument/2006/relationships/tags" Target="../tags/tag543.xml"/><Relationship Id="rId16" Type="http://schemas.openxmlformats.org/officeDocument/2006/relationships/tags" Target="../tags/tag542.xml"/><Relationship Id="rId15" Type="http://schemas.openxmlformats.org/officeDocument/2006/relationships/tags" Target="../tags/tag541.xml"/><Relationship Id="rId14" Type="http://schemas.openxmlformats.org/officeDocument/2006/relationships/tags" Target="../tags/tag540.xml"/><Relationship Id="rId13" Type="http://schemas.openxmlformats.org/officeDocument/2006/relationships/tags" Target="../tags/tag539.xml"/><Relationship Id="rId12" Type="http://schemas.openxmlformats.org/officeDocument/2006/relationships/tags" Target="../tags/tag538.xml"/><Relationship Id="rId11" Type="http://schemas.openxmlformats.org/officeDocument/2006/relationships/tags" Target="../tags/tag537.xml"/><Relationship Id="rId10" Type="http://schemas.openxmlformats.org/officeDocument/2006/relationships/tags" Target="../tags/tag536.xml"/><Relationship Id="rId1" Type="http://schemas.openxmlformats.org/officeDocument/2006/relationships/tags" Target="../tags/tag52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62.xml"/><Relationship Id="rId8" Type="http://schemas.openxmlformats.org/officeDocument/2006/relationships/tags" Target="../tags/tag561.xml"/><Relationship Id="rId7" Type="http://schemas.openxmlformats.org/officeDocument/2006/relationships/tags" Target="../tags/tag560.xml"/><Relationship Id="rId6" Type="http://schemas.openxmlformats.org/officeDocument/2006/relationships/tags" Target="../tags/tag559.xml"/><Relationship Id="rId5" Type="http://schemas.openxmlformats.org/officeDocument/2006/relationships/tags" Target="../tags/tag558.xml"/><Relationship Id="rId4" Type="http://schemas.openxmlformats.org/officeDocument/2006/relationships/tags" Target="../tags/tag557.xml"/><Relationship Id="rId3" Type="http://schemas.openxmlformats.org/officeDocument/2006/relationships/tags" Target="../tags/tag556.xml"/><Relationship Id="rId2" Type="http://schemas.openxmlformats.org/officeDocument/2006/relationships/tags" Target="../tags/tag55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563.xml"/><Relationship Id="rId10" Type="http://schemas.openxmlformats.org/officeDocument/2006/relationships/image" Target="../media/image45.jpeg"/><Relationship Id="rId1" Type="http://schemas.openxmlformats.org/officeDocument/2006/relationships/tags" Target="../tags/tag55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66.xml"/><Relationship Id="rId2" Type="http://schemas.openxmlformats.org/officeDocument/2006/relationships/tags" Target="../tags/tag565.xml"/><Relationship Id="rId1" Type="http://schemas.openxmlformats.org/officeDocument/2006/relationships/tags" Target="../tags/tag56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tags" Target="../tags/tag573.xml"/><Relationship Id="rId7" Type="http://schemas.openxmlformats.org/officeDocument/2006/relationships/image" Target="../media/image46.png"/><Relationship Id="rId6" Type="http://schemas.openxmlformats.org/officeDocument/2006/relationships/tags" Target="../tags/tag572.xml"/><Relationship Id="rId5" Type="http://schemas.openxmlformats.org/officeDocument/2006/relationships/tags" Target="../tags/tag571.xml"/><Relationship Id="rId4" Type="http://schemas.openxmlformats.org/officeDocument/2006/relationships/tags" Target="../tags/tag570.xml"/><Relationship Id="rId3" Type="http://schemas.openxmlformats.org/officeDocument/2006/relationships/tags" Target="../tags/tag569.xml"/><Relationship Id="rId2" Type="http://schemas.openxmlformats.org/officeDocument/2006/relationships/tags" Target="../tags/tag568.xml"/><Relationship Id="rId1" Type="http://schemas.openxmlformats.org/officeDocument/2006/relationships/tags" Target="../tags/tag56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jpeg"/><Relationship Id="rId8" Type="http://schemas.openxmlformats.org/officeDocument/2006/relationships/tags" Target="../tags/tag580.xml"/><Relationship Id="rId7" Type="http://schemas.openxmlformats.org/officeDocument/2006/relationships/tags" Target="../tags/tag579.xml"/><Relationship Id="rId6" Type="http://schemas.openxmlformats.org/officeDocument/2006/relationships/tags" Target="../tags/tag578.xml"/><Relationship Id="rId5" Type="http://schemas.openxmlformats.org/officeDocument/2006/relationships/tags" Target="../tags/tag577.xml"/><Relationship Id="rId4" Type="http://schemas.openxmlformats.org/officeDocument/2006/relationships/image" Target="../media/image47.jpeg"/><Relationship Id="rId3" Type="http://schemas.openxmlformats.org/officeDocument/2006/relationships/tags" Target="../tags/tag576.xml"/><Relationship Id="rId2" Type="http://schemas.openxmlformats.org/officeDocument/2006/relationships/tags" Target="../tags/tag575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583.xml"/><Relationship Id="rId11" Type="http://schemas.openxmlformats.org/officeDocument/2006/relationships/tags" Target="../tags/tag582.xml"/><Relationship Id="rId10" Type="http://schemas.openxmlformats.org/officeDocument/2006/relationships/tags" Target="../tags/tag581.xml"/><Relationship Id="rId1" Type="http://schemas.openxmlformats.org/officeDocument/2006/relationships/tags" Target="../tags/tag57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590.xml"/><Relationship Id="rId7" Type="http://schemas.openxmlformats.org/officeDocument/2006/relationships/tags" Target="../tags/tag589.xml"/><Relationship Id="rId6" Type="http://schemas.openxmlformats.org/officeDocument/2006/relationships/tags" Target="../tags/tag588.xml"/><Relationship Id="rId5" Type="http://schemas.openxmlformats.org/officeDocument/2006/relationships/tags" Target="../tags/tag587.xml"/><Relationship Id="rId4" Type="http://schemas.openxmlformats.org/officeDocument/2006/relationships/tags" Target="../tags/tag586.xml"/><Relationship Id="rId3" Type="http://schemas.openxmlformats.org/officeDocument/2006/relationships/image" Target="../media/image49.png"/><Relationship Id="rId2" Type="http://schemas.openxmlformats.org/officeDocument/2006/relationships/tags" Target="../tags/tag585.xml"/><Relationship Id="rId1" Type="http://schemas.openxmlformats.org/officeDocument/2006/relationships/tags" Target="../tags/tag58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jpeg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" Type="http://schemas.openxmlformats.org/officeDocument/2006/relationships/tags" Target="../tags/tag594.xml"/><Relationship Id="rId4" Type="http://schemas.openxmlformats.org/officeDocument/2006/relationships/image" Target="../media/image50.png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4" Type="http://schemas.openxmlformats.org/officeDocument/2006/relationships/slideLayout" Target="../slideLayouts/slideLayout25.xml"/><Relationship Id="rId13" Type="http://schemas.openxmlformats.org/officeDocument/2006/relationships/tags" Target="../tags/tag600.xml"/><Relationship Id="rId12" Type="http://schemas.openxmlformats.org/officeDocument/2006/relationships/image" Target="../media/image52.png"/><Relationship Id="rId11" Type="http://schemas.openxmlformats.org/officeDocument/2006/relationships/tags" Target="../tags/tag599.xml"/><Relationship Id="rId10" Type="http://schemas.openxmlformats.org/officeDocument/2006/relationships/tags" Target="../tags/tag598.xml"/><Relationship Id="rId1" Type="http://schemas.openxmlformats.org/officeDocument/2006/relationships/tags" Target="../tags/tag59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" Type="http://schemas.openxmlformats.org/officeDocument/2006/relationships/tags" Target="../tags/tag60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611.xml"/><Relationship Id="rId8" Type="http://schemas.openxmlformats.org/officeDocument/2006/relationships/tags" Target="../tags/tag610.xml"/><Relationship Id="rId7" Type="http://schemas.openxmlformats.org/officeDocument/2006/relationships/tags" Target="../tags/tag609.xml"/><Relationship Id="rId6" Type="http://schemas.openxmlformats.org/officeDocument/2006/relationships/tags" Target="../tags/tag608.xml"/><Relationship Id="rId5" Type="http://schemas.openxmlformats.org/officeDocument/2006/relationships/tags" Target="../tags/tag607.xml"/><Relationship Id="rId4" Type="http://schemas.openxmlformats.org/officeDocument/2006/relationships/tags" Target="../tags/tag606.xml"/><Relationship Id="rId3" Type="http://schemas.openxmlformats.org/officeDocument/2006/relationships/image" Target="../media/image53.png"/><Relationship Id="rId2" Type="http://schemas.openxmlformats.org/officeDocument/2006/relationships/tags" Target="../tags/tag605.xml"/><Relationship Id="rId14" Type="http://schemas.openxmlformats.org/officeDocument/2006/relationships/slideLayout" Target="../slideLayouts/slideLayout26.xml"/><Relationship Id="rId13" Type="http://schemas.openxmlformats.org/officeDocument/2006/relationships/tags" Target="../tags/tag615.xml"/><Relationship Id="rId12" Type="http://schemas.openxmlformats.org/officeDocument/2006/relationships/tags" Target="../tags/tag614.xml"/><Relationship Id="rId11" Type="http://schemas.openxmlformats.org/officeDocument/2006/relationships/tags" Target="../tags/tag613.xml"/><Relationship Id="rId10" Type="http://schemas.openxmlformats.org/officeDocument/2006/relationships/tags" Target="../tags/tag612.xml"/><Relationship Id="rId1" Type="http://schemas.openxmlformats.org/officeDocument/2006/relationships/tags" Target="../tags/tag60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tags" Target="../tags/tag618.xml"/><Relationship Id="rId3" Type="http://schemas.openxmlformats.org/officeDocument/2006/relationships/image" Target="../media/image54.jpeg"/><Relationship Id="rId2" Type="http://schemas.openxmlformats.org/officeDocument/2006/relationships/tags" Target="../tags/tag617.xml"/><Relationship Id="rId1" Type="http://schemas.openxmlformats.org/officeDocument/2006/relationships/tags" Target="../tags/tag616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21.xml"/><Relationship Id="rId2" Type="http://schemas.openxmlformats.org/officeDocument/2006/relationships/tags" Target="../tags/tag620.xml"/><Relationship Id="rId1" Type="http://schemas.openxmlformats.org/officeDocument/2006/relationships/tags" Target="../tags/tag6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车载行业Android平台化Vehicle HAL流程及相关工具分享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390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邹</a:t>
            </a:r>
            <a:r>
              <a:rPr lang="zh-CN" altLang="en-US"/>
              <a:t>鸣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070350" y="2133600"/>
            <a:ext cx="7258050" cy="2590800"/>
            <a:chOff x="6410" y="3360"/>
            <a:chExt cx="11430" cy="408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Vehicle HAL架构概述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平台化开发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重要开发工具介绍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最佳实践建议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Vehicle HAL架构概述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Vehicle HAL架构概述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solidFill>
            <a:srgbClr val="E6E6E6"/>
          </a:solidFill>
        </p:spPr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8" name="图片占位符 17" descr="C:/Users/Administrator/Desktop/4.png4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22381" b="22381"/>
          <a:stretch>
            <a:fillRect/>
          </a:stretch>
        </p:blipFill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Vehicle HAL 核心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定义标准接口，连接CarService与车辆控制服务，遵循核心设计原则。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9" name="图片占位符 18" descr="2ede45c7e2d9365adfbc52cc26d1c5ec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6714"/>
          <a:stretch>
            <a:fillRect/>
          </a:stretch>
        </p:blipFill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HAL 设计原则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包括标准化通信，确保汽车服务兼容性，促进跨制造商协作。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492885" y="1851660"/>
            <a:ext cx="431800" cy="510540"/>
          </a:xfrm>
        </p:spPr>
        <p:txBody>
          <a:bodyPr>
            <a:normAutofit fontScale="90000"/>
          </a:bodyPr>
          <a:p>
            <a:r>
              <a:rPr lang="zh-CN" altLang="en-US"/>
              <a:t>标准化接口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1"/>
          <p:cNvPicPr>
            <a:picLocks noChangeAspect="1"/>
          </p:cNvPicPr>
          <p:nvPr>
            <p:ph type="pic" idx="16396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7800" y="1143000"/>
            <a:ext cx="914400" cy="9144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标准化接口定义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000"/>
              <a:t>标准化接口定义是确保不同系统或模块间能够无缝交互的关键。通过定义统一的接口规范，可以降低系统集成的复杂性，提高软件的可维护性和可扩展性。</a:t>
            </a:r>
            <a:endParaRPr lang="zh-CN" altLang="en-US" sz="1000"/>
          </a:p>
        </p:txBody>
      </p:sp>
      <p:pic>
        <p:nvPicPr>
          <p:cNvPr id="18" name="图片占位符 17" descr="2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87800" y="2362200"/>
            <a:ext cx="914400" cy="9144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IVehicle.hal与IVehicleCallback.hal角色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IVehicle.hal和IVehicleCallback.hal是接口定义文件，它们分别定义了车辆系统中硬件抽象层(HAL)的属性访问方法和回调机制。这些文件通过标准化的方式，使得不同的车辆功能模块能够以统一的方式访问硬件资源。</a:t>
            </a:r>
            <a:endParaRPr lang="zh-CN" altLang="en-US"/>
          </a:p>
        </p:txBody>
      </p:sp>
      <p:pic>
        <p:nvPicPr>
          <p:cNvPr id="20" name="图片占位符 19" descr="3"/>
          <p:cNvPicPr>
            <a:picLocks noChangeAspect="1"/>
          </p:cNvPicPr>
          <p:nvPr>
            <p:ph type="pic" idx="16398"/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87800" y="3581400"/>
            <a:ext cx="914400" cy="9144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统一属性访问方法实现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 sz="1000"/>
              <a:t>统一属性访问方法的实现依赖于IVehicle.hal和IVehicleCallback.hal中定义的接口。这些接口提供了一组标准化的函数，允许开发者通过一致的API来获取车辆状态信息、控制车辆行为等。</a:t>
            </a:r>
            <a:endParaRPr lang="zh-CN" altLang="en-US" sz="1000"/>
          </a:p>
        </p:txBody>
      </p:sp>
      <p:pic>
        <p:nvPicPr>
          <p:cNvPr id="17" name="图片占位符 16" descr="4"/>
          <p:cNvPicPr>
            <a:picLocks noChangeAspect="1"/>
          </p:cNvPicPr>
          <p:nvPr>
            <p:ph type="pic" idx="16399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987800" y="4800600"/>
            <a:ext cx="914400" cy="914400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标准化接口的优势与应用案例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/>
            <p:custDataLst>
              <p:tags r:id="rId22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标准化接口的优势在于它能够简化软件开发流程，提高代码的复用性，同时降低维护成本。在实际应用中，例如在汽车电子控制单元(ECU)的开发中，标准化接口可以确保不同供应商的ECU能够与车辆的其他系统兼容，从而提升整个车辆系统的稳定性和性能。</a:t>
            </a:r>
            <a:endParaRPr lang="zh-CN" altLang="en-US"/>
          </a:p>
        </p:txBody>
      </p:sp>
    </p:spTree>
    <p:custDataLst>
      <p:tags r:id="rId2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分层解耦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1dc83378-99c5-11f0-8195-7e84fd11bd32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t="19427" b="19427"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z="1900"/>
              <a:t>HAL层定义与功能</a:t>
            </a:r>
            <a:endParaRPr lang="zh-CN" altLang="en-US" sz="19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HAL层是硬件抽象层，它定义了一组标准的接口，使得上层的应用程序和框架能够与硬件无关地进行交互，从而屏蔽了硬件的细节。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1dc83540-99c5-11f0-8195-7e84fd11bd32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7812" t="46142" r="12500" b="6636"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sz="1900"/>
              <a:t>硬件抽象实现机制</a:t>
            </a:r>
            <a:endParaRPr lang="zh-CN" altLang="en-US" sz="19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HAL层通过定义一系列的接口和结构体，为不同硬件厂商提供了一个统一的编程接口，使得Android系统能够通过这些接口与底层硬件进行通信。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1dc83790-99c5-11f0-8195-7e84fd11bd32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17361" r="17014" b="1563"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1900"/>
              <a:t>多厂商定制化支持策略</a:t>
            </a:r>
            <a:endParaRPr lang="zh-CN" altLang="en-US" sz="19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通过HAL层，各硬件厂商可以根据自己的硬件特性实现相应的HAL模块，从而支持多厂商定制化，满足不同厂商的特定需求。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1dc833fb-99c5-11f0-8195-7e84fd11bd32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7488" r="3140" b="3646"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HAL层对车载系统性能的影响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HAL层的实现直接影响车载系统的性能，良好的HAL设计可以提高系统的响应速度和稳定性，同时也能更好地适应不同硬件平台的特性。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属性驱动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 hasCustomPrompt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1" name="图片占位符 10" descr="base\assets\1"/>
          <p:cNvPicPr>
            <a:picLocks noChangeAspect="1"/>
          </p:cNvPicPr>
          <p:nvPr>
            <p:ph type="pic" idx="16390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019300"/>
            <a:ext cx="1219200" cy="12192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属性管理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通过VehiclePropertyType和VehicleArea等枚举类型，实现对车辆属性的精细化管理，确保数据的规范性和一致性。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2" name="图片占位符 11" descr="base\assets\2"/>
          <p:cNvPicPr>
            <a:picLocks noChangeAspect="1"/>
          </p:cNvPicPr>
          <p:nvPr>
            <p:ph type="pic" idx="16392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4533900"/>
            <a:ext cx="1219200" cy="12192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整体架构设计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设计时充分考虑属性驱动的架构模式，利用VehiclePropertyType和VehicleArea等枚举，构建灵活高效的数据管理框架，支持多场景应用需求。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车载Android平台化Vehicle HAL架构图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2" name="图片占位符 21" descr="7"/>
          <p:cNvPicPr>
            <a:picLocks noChangeAspect="1"/>
          </p:cNvPicPr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840" y="1818640"/>
            <a:ext cx="325120" cy="32512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Vehicle HAL架构组件概览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Vehicle HAL架构由多个核心组件构成，包括硬件抽象层(HAL)、服务层、应用层等，确保了车载系统与硬件设备的高效交互。</a:t>
            </a:r>
            <a:endParaRPr lang="zh-CN" altLang="en-US"/>
          </a:p>
        </p:txBody>
      </p:sp>
      <p:pic>
        <p:nvPicPr>
          <p:cNvPr id="20" name="图片占位符 19" descr="8"/>
          <p:cNvPicPr>
            <a:picLocks noChangeAspect="1"/>
          </p:cNvPicPr>
          <p:nvPr>
            <p:ph type="pic" idx="16396"/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6840" y="1818640"/>
            <a:ext cx="325120" cy="32512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9"/>
          <p:cNvPicPr>
            <a:picLocks noChangeAspect="1"/>
          </p:cNvPicPr>
          <p:nvPr>
            <p:ph type="pic" idx="16398"/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1840" y="4257040"/>
            <a:ext cx="325120" cy="32512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关键接口与服务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架构中定义了关键接口如IVehicle、IVehicleManager等，这些接口为上层应用提供了丰富的车辆功能服务，如车辆状态查询、控制指令发送等。</a:t>
            </a:r>
            <a:endParaRPr lang="zh-CN" altLang="en-US"/>
          </a:p>
        </p:txBody>
      </p:sp>
      <p:pic>
        <p:nvPicPr>
          <p:cNvPr id="23" name="图片 1" descr="IMG_25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6185" y="1324610"/>
            <a:ext cx="5276215" cy="47713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平台化开发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航盛vhal架构图：需求分析与接口设计</a:t>
            </a:r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3" hasCustomPrompt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20" name="图片占位符 19" descr="base\assets\7"/>
          <p:cNvPicPr>
            <a:picLocks noChangeAspect="1"/>
          </p:cNvPicPr>
          <p:nvPr>
            <p:ph type="pic" idx="16392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1680" y="22148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SPI协议特点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全双工通信模式支持主从设备双向数据传输，四线制接口包含SCK、MOSI、MISO及CS线，中断线用于MCU主动上报数据，主设备通过CS线控制从设备。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9" name="图片占位符 18" descr="base\assets\2"/>
          <p:cNvPicPr>
            <a:picLocks noChangeAspect="1"/>
          </p:cNvPicPr>
          <p:nvPr>
            <p:ph type="pic" idx="16395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70880" y="22148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硬件接口设计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采用SPI四线制架构，SOC作为主设备生成SCK时钟信号，MCU作为从设备响应片选信号，中断线实现数据到达通知机制。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8" name="图片占位符 17" descr="base\assets\9"/>
          <p:cNvPicPr>
            <a:picLocks noChangeAspect="1"/>
          </p:cNvPicPr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30080" y="22148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系统扩展方案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/>
          <a:p>
            <a:r>
              <a:rPr lang="zh-CN" altLang="en-US"/>
              <a:t>通过CS线实现多设备级联，当前平台仅连接单个ECU，支持2MHz高速传输，硬件成本低且适应嵌入式资源限制场景。</a:t>
            </a:r>
            <a:endParaRPr lang="zh-CN" altLang="en-US"/>
          </a:p>
        </p:txBody>
      </p:sp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航盛vhal架构图：需求分析与接口设计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66800" y="2184400"/>
            <a:ext cx="6477000" cy="3403600"/>
            <a:chOff x="1680" y="3440"/>
            <a:chExt cx="10200" cy="5360"/>
          </a:xfrm>
        </p:grpSpPr>
      </p:grpSp>
      <p:sp>
        <p:nvSpPr>
          <p:cNvPr id="4" name="装饰  2"/>
          <p:cNvSpPr>
            <a:spLocks noGrp="1"/>
          </p:cNvSpPr>
          <p:nvPr>
            <p:ph type="body" idx="16395" hasCustomPrompt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 sz="1900"/>
              <a:t>IVehicle接口功能</a:t>
            </a:r>
            <a:endParaRPr lang="zh-CN" altLang="en-US" sz="19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定义Framework到HAL调用接口，支持属性配置查询、读写操作及事件订阅，实现硬件交互标准化。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IVehicleCallback.hal机制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通过onPropertyEvent方法实现HAL到Framework的回调，实时推送车辆状态变更事件至应用层。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z="1900"/>
              <a:t>核心方法实现逻辑</a:t>
            </a:r>
            <a:endParaRPr lang="zh-CN" altLang="en-US" sz="19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包含获取属性配置、批量读写、订阅取消等方法，确保车辆属性动态监控与高效管理。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z="1900"/>
              <a:t>架构设计要点</a:t>
            </a:r>
            <a:endParaRPr lang="zh-CN" altLang="en-US" sz="19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基于HIDL规范构建，整合配置查询、实时推送与错误处理，形成完整的车辆HAL交互体系。</a:t>
            </a:r>
            <a:endParaRPr lang="zh-CN" altLang="en-US"/>
          </a:p>
        </p:txBody>
      </p:sp>
      <p:sp>
        <p:nvSpPr>
          <p:cNvPr id="18" name="内容占位符 17"/>
          <p:cNvSpPr/>
          <p:nvPr>
            <p:ph idx="16394"/>
            <p:custDataLst>
              <p:tags r:id="rId1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9" name="图片 18" descr="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1524000"/>
            <a:ext cx="3557270" cy="472376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圆角矩形 19"/>
          <p:cNvSpPr/>
          <p:nvPr>
            <p:custDataLst>
              <p:tags r:id="rId1"/>
            </p:custDataLst>
          </p:nvPr>
        </p:nvSpPr>
        <p:spPr>
          <a:xfrm>
            <a:off x="1089025" y="561975"/>
            <a:ext cx="10013950" cy="5752465"/>
          </a:xfrm>
          <a:prstGeom prst="roundRect">
            <a:avLst>
              <a:gd name="adj" fmla="val 4713"/>
            </a:avLst>
          </a:prstGeom>
          <a:ln w="3175">
            <a:noFill/>
          </a:ln>
          <a:effectLst>
            <a:outerShdw blurRad="203200" dist="38100" dir="5400000" algn="t" rotWithShape="0">
              <a:schemeClr val="tx1">
                <a:lumMod val="65000"/>
                <a:lumOff val="35000"/>
                <a:alpha val="32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8" name="圆角矩形 17"/>
          <p:cNvSpPr/>
          <p:nvPr>
            <p:custDataLst>
              <p:tags r:id="rId2"/>
            </p:custDataLst>
          </p:nvPr>
        </p:nvSpPr>
        <p:spPr>
          <a:xfrm>
            <a:off x="0" y="-8255"/>
            <a:ext cx="12192635" cy="3584575"/>
          </a:xfrm>
          <a:prstGeom prst="roundRect">
            <a:avLst>
              <a:gd name="adj" fmla="val 0"/>
            </a:avLst>
          </a:prstGeom>
          <a:solidFill>
            <a:schemeClr val="accent1">
              <a:alpha val="1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1089025" y="561975"/>
            <a:ext cx="10013950" cy="5752465"/>
          </a:xfrm>
          <a:prstGeom prst="roundRect">
            <a:avLst>
              <a:gd name="adj" fmla="val 4713"/>
            </a:avLst>
          </a:prstGeom>
          <a:solidFill>
            <a:schemeClr val="lt1">
              <a:lumMod val="40000"/>
              <a:lumOff val="60000"/>
              <a:alpha val="10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pic>
        <p:nvPicPr>
          <p:cNvPr id="3" name="https://docer-ks3.wpscdn.cn/picture/197479432/591db1be6bf0bf1016017ffff245ab7c_612.jpg" descr="D:/工作文件/单页/用图/教室/VCG211416172337.jpgVCG21141617233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4658" b="4658"/>
          <a:stretch>
            <a:fillRect/>
          </a:stretch>
        </p:blipFill>
        <p:spPr>
          <a:xfrm>
            <a:off x="1089025" y="561975"/>
            <a:ext cx="10013950" cy="3027045"/>
          </a:xfrm>
          <a:prstGeom prst="round2SameRect">
            <a:avLst>
              <a:gd name="adj1" fmla="val 8579"/>
              <a:gd name="adj2" fmla="val 0"/>
            </a:avLst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51" name="标题 50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2241550" y="3794760"/>
            <a:ext cx="7708900" cy="825500"/>
          </a:xfrm>
        </p:spPr>
        <p:txBody>
          <a:bodyPr anchor="b" anchorCtr="0"/>
          <a:lstStyle/>
          <a:p>
            <a:pPr algn="ctr"/>
            <a:r>
              <a:rPr lang="zh-CN" altLang="en-US">
                <a:solidFill>
                  <a:schemeClr val="accent1"/>
                </a:solidFill>
              </a:rPr>
              <a:t>权限控制机制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3" name="圆角矩形 22"/>
          <p:cNvSpPr/>
          <p:nvPr>
            <p:custDataLst>
              <p:tags r:id="rId7"/>
            </p:custDataLst>
          </p:nvPr>
        </p:nvSpPr>
        <p:spPr>
          <a:xfrm>
            <a:off x="5727065" y="3553460"/>
            <a:ext cx="737870" cy="9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1788160" y="4983480"/>
            <a:ext cx="8615680" cy="909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107950" numCol="1" spcCol="0" rtlCol="0" fromWordArt="0" anchor="ctr" anchorCtr="0" forceAA="0" compatLnSpc="1">
            <a:norm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权限控制含读、写、读写三级。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开发环境：代码目录结构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9600" y="4826000"/>
            <a:ext cx="10972800" cy="1422400"/>
            <a:chOff x="960" y="7600"/>
            <a:chExt cx="17280" cy="2240"/>
          </a:xfrm>
        </p:grpSpPr>
      </p:grpSp>
      <p:pic>
        <p:nvPicPr>
          <p:cNvPr id="17" name="内容占位符 16" descr="5ffab78432b015ac56cec70ecb044b5d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5986" b="6197"/>
          <a:stretch>
            <a:fillRect/>
          </a:stretch>
        </p:blipFill>
        <p:spPr>
          <a:xfrm>
            <a:off x="609600" y="609600"/>
            <a:ext cx="10972800" cy="2692400"/>
          </a:xfrm>
          <a:custGeom>
            <a:avLst/>
            <a:gdLst>
              <a:gd name="connisteX0" fmla="*/ 0 w 10972800"/>
              <a:gd name="connsiteY0" fmla="*/ 203200 h 2692400"/>
              <a:gd name="connisteX1" fmla="*/ 203200 w 10972800"/>
              <a:gd name="connsiteY1" fmla="*/ 0 h 2692400"/>
              <a:gd name="connisteX2" fmla="*/ 10769600 w 10972800"/>
              <a:gd name="connsiteY2" fmla="*/ 0 h 2692400"/>
              <a:gd name="connisteX3" fmla="*/ 10972800 w 10972800"/>
              <a:gd name="connsiteY3" fmla="*/ 203200 h 2692400"/>
              <a:gd name="connisteX4" fmla="*/ 10972800 w 10972800"/>
              <a:gd name="connsiteY4" fmla="*/ 2489200 h 2692400"/>
              <a:gd name="connisteX5" fmla="*/ 10769600 w 10972800"/>
              <a:gd name="connsiteY5" fmla="*/ 2692400 h 2692400"/>
              <a:gd name="connisteX6" fmla="*/ 203200 w 10972800"/>
              <a:gd name="connsiteY6" fmla="*/ 2692400 h 2692400"/>
              <a:gd name="connisteX7" fmla="*/ 0 w 10972800"/>
              <a:gd name="connsiteY7" fmla="*/ 2489200 h 2692400"/>
              <a:gd name="connisteX8" fmla="*/ 0 w 10972800"/>
              <a:gd name="connsiteY8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89200"/>
                </a:lnTo>
                <a:cubicBezTo>
                  <a:pt x="10972800" y="2601424"/>
                  <a:pt x="10881824" y="2692400"/>
                  <a:pt x="107696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HIDL通讯接口HAL代码结构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HIDL通讯接口
HAL代码目录与编译产物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 sz="1900"/>
              <a:t>IPC协议与层次对应</a:t>
            </a:r>
            <a:endParaRPr lang="zh-CN" altLang="en-US" sz="1900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IPC协议层次结构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VehicleProperty结构映射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MCU到SOC的protobuf数据结构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图形 64"/>
          <p:cNvSpPr/>
          <p:nvPr>
            <p:custDataLst>
              <p:tags r:id="rId1"/>
            </p:custDataLst>
          </p:nvPr>
        </p:nvSpPr>
        <p:spPr>
          <a:xfrm flipH="1">
            <a:off x="704215" y="3209290"/>
            <a:ext cx="1118870" cy="2952750"/>
          </a:xfrm>
          <a:custGeom>
            <a:avLst/>
            <a:gdLst>
              <a:gd name="connsiteX0" fmla="*/ 1762 w 1762"/>
              <a:gd name="connsiteY0" fmla="*/ 0 h 4650"/>
              <a:gd name="connsiteX1" fmla="*/ 1352 w 1762"/>
              <a:gd name="connsiteY1" fmla="*/ 4478 h 4650"/>
              <a:gd name="connsiteX2" fmla="*/ 1235 w 1762"/>
              <a:gd name="connsiteY2" fmla="*/ 4646 h 4650"/>
              <a:gd name="connsiteX3" fmla="*/ 805 w 1762"/>
              <a:gd name="connsiteY3" fmla="*/ 4650 h 4650"/>
              <a:gd name="connsiteX4" fmla="*/ 0 w 1762"/>
              <a:gd name="connsiteY4" fmla="*/ 4650 h 4650"/>
              <a:gd name="connsiteX5" fmla="*/ 1627 w 1762"/>
              <a:gd name="connsiteY5" fmla="*/ 616 h 4650"/>
              <a:gd name="connsiteX6" fmla="*/ 1762 w 1762"/>
              <a:gd name="connsiteY6" fmla="*/ 0 h 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2" h="4650">
                <a:moveTo>
                  <a:pt x="1762" y="0"/>
                </a:moveTo>
                <a:lnTo>
                  <a:pt x="1352" y="4478"/>
                </a:lnTo>
                <a:cubicBezTo>
                  <a:pt x="1352" y="4558"/>
                  <a:pt x="1309" y="4646"/>
                  <a:pt x="1235" y="4646"/>
                </a:cubicBezTo>
                <a:lnTo>
                  <a:pt x="805" y="4650"/>
                </a:lnTo>
                <a:lnTo>
                  <a:pt x="0" y="4650"/>
                </a:lnTo>
                <a:cubicBezTo>
                  <a:pt x="636" y="4624"/>
                  <a:pt x="747" y="3233"/>
                  <a:pt x="1627" y="616"/>
                </a:cubicBezTo>
                <a:cubicBezTo>
                  <a:pt x="1693" y="350"/>
                  <a:pt x="1714" y="207"/>
                  <a:pt x="1762" y="0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34000"/>
                </a:srgbClr>
              </a:gs>
              <a:gs pos="72000">
                <a:srgbClr val="808080">
                  <a:alpha val="0"/>
                </a:srgbClr>
              </a:gs>
            </a:gsLst>
            <a:lin ang="1080000" scaled="0"/>
          </a:gradFill>
          <a:ln w="3175" cap="flat">
            <a:noFill/>
            <a:prstDash val="solid"/>
            <a:miter/>
          </a:ln>
          <a:effectLst>
            <a:outerShdw blurRad="1028700" dist="38100" dir="8100000" sx="108000" sy="108000" algn="tr" rotWithShape="0">
              <a:srgbClr val="000000">
                <a:alpha val="10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"/>
            </p:custDataLst>
          </p:nvPr>
        </p:nvSpPr>
        <p:spPr>
          <a:xfrm flipH="1">
            <a:off x="697230" y="692150"/>
            <a:ext cx="5807710" cy="5469890"/>
          </a:xfrm>
          <a:custGeom>
            <a:avLst/>
            <a:gdLst>
              <a:gd name="connsiteX0" fmla="*/ 629 w 9146"/>
              <a:gd name="connsiteY0" fmla="*/ 0 h 8614"/>
              <a:gd name="connsiteX1" fmla="*/ 8584 w 9146"/>
              <a:gd name="connsiteY1" fmla="*/ 0 h 8614"/>
              <a:gd name="connsiteX2" fmla="*/ 9135 w 9146"/>
              <a:gd name="connsiteY2" fmla="*/ 551 h 8614"/>
              <a:gd name="connsiteX3" fmla="*/ 9146 w 9146"/>
              <a:gd name="connsiteY3" fmla="*/ 1636 h 8614"/>
              <a:gd name="connsiteX4" fmla="*/ 9146 w 9146"/>
              <a:gd name="connsiteY4" fmla="*/ 3251 h 8614"/>
              <a:gd name="connsiteX5" fmla="*/ 9137 w 9146"/>
              <a:gd name="connsiteY5" fmla="*/ 3623 h 8614"/>
              <a:gd name="connsiteX6" fmla="*/ 9121 w 9146"/>
              <a:gd name="connsiteY6" fmla="*/ 3871 h 8614"/>
              <a:gd name="connsiteX7" fmla="*/ 8886 w 9146"/>
              <a:gd name="connsiteY7" fmla="*/ 5206 h 8614"/>
              <a:gd name="connsiteX8" fmla="*/ 7746 w 9146"/>
              <a:gd name="connsiteY8" fmla="*/ 8358 h 8614"/>
              <a:gd name="connsiteX9" fmla="*/ 7356 w 9146"/>
              <a:gd name="connsiteY9" fmla="*/ 8612 h 8614"/>
              <a:gd name="connsiteX10" fmla="*/ 5638 w 9146"/>
              <a:gd name="connsiteY10" fmla="*/ 8612 h 8614"/>
              <a:gd name="connsiteX11" fmla="*/ 4086 w 9146"/>
              <a:gd name="connsiteY11" fmla="*/ 8612 h 8614"/>
              <a:gd name="connsiteX12" fmla="*/ 4086 w 9146"/>
              <a:gd name="connsiteY12" fmla="*/ 8614 h 8614"/>
              <a:gd name="connsiteX13" fmla="*/ 3047 w 9146"/>
              <a:gd name="connsiteY13" fmla="*/ 8614 h 8614"/>
              <a:gd name="connsiteX14" fmla="*/ 3047 w 9146"/>
              <a:gd name="connsiteY14" fmla="*/ 8612 h 8614"/>
              <a:gd name="connsiteX15" fmla="*/ 1050 w 9146"/>
              <a:gd name="connsiteY15" fmla="*/ 8612 h 8614"/>
              <a:gd name="connsiteX16" fmla="*/ 1050 w 9146"/>
              <a:gd name="connsiteY16" fmla="*/ 8613 h 8614"/>
              <a:gd name="connsiteX17" fmla="*/ 0 w 9146"/>
              <a:gd name="connsiteY17" fmla="*/ 8613 h 8614"/>
              <a:gd name="connsiteX18" fmla="*/ 0 w 9146"/>
              <a:gd name="connsiteY18" fmla="*/ 6 h 8614"/>
              <a:gd name="connsiteX19" fmla="*/ 629 w 9146"/>
              <a:gd name="connsiteY19" fmla="*/ 6 h 8614"/>
              <a:gd name="connsiteX20" fmla="*/ 629 w 9146"/>
              <a:gd name="connsiteY20" fmla="*/ 0 h 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146" h="8614">
                <a:moveTo>
                  <a:pt x="0" y="0"/>
                </a:moveTo>
                <a:lnTo>
                  <a:pt x="629" y="0"/>
                </a:lnTo>
                <a:lnTo>
                  <a:pt x="789" y="0"/>
                </a:lnTo>
                <a:lnTo>
                  <a:pt x="8584" y="0"/>
                </a:lnTo>
                <a:cubicBezTo>
                  <a:pt x="8888" y="0"/>
                  <a:pt x="9135" y="247"/>
                  <a:pt x="9135" y="551"/>
                </a:cubicBezTo>
                <a:lnTo>
                  <a:pt x="9146" y="1636"/>
                </a:lnTo>
                <a:lnTo>
                  <a:pt x="9146" y="3251"/>
                </a:lnTo>
                <a:cubicBezTo>
                  <a:pt x="9146" y="3375"/>
                  <a:pt x="9143" y="3499"/>
                  <a:pt x="9137" y="3623"/>
                </a:cubicBezTo>
                <a:lnTo>
                  <a:pt x="9121" y="3871"/>
                </a:lnTo>
                <a:cubicBezTo>
                  <a:pt x="9084" y="4323"/>
                  <a:pt x="9005" y="4770"/>
                  <a:pt x="8886" y="5206"/>
                </a:cubicBezTo>
                <a:cubicBezTo>
                  <a:pt x="8427" y="6880"/>
                  <a:pt x="7967" y="7915"/>
                  <a:pt x="7746" y="8358"/>
                </a:cubicBezTo>
                <a:cubicBezTo>
                  <a:pt x="7668" y="8515"/>
                  <a:pt x="7518" y="8612"/>
                  <a:pt x="7356" y="8612"/>
                </a:cubicBezTo>
                <a:lnTo>
                  <a:pt x="5638" y="8612"/>
                </a:lnTo>
                <a:lnTo>
                  <a:pt x="4086" y="8612"/>
                </a:lnTo>
                <a:lnTo>
                  <a:pt x="4086" y="8614"/>
                </a:lnTo>
                <a:lnTo>
                  <a:pt x="3047" y="8614"/>
                </a:lnTo>
                <a:lnTo>
                  <a:pt x="3047" y="8612"/>
                </a:lnTo>
                <a:lnTo>
                  <a:pt x="1050" y="8612"/>
                </a:lnTo>
                <a:lnTo>
                  <a:pt x="1050" y="8613"/>
                </a:lnTo>
                <a:lnTo>
                  <a:pt x="0" y="8613"/>
                </a:lnTo>
                <a:lnTo>
                  <a:pt x="0" y="1698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>
            <a:outerShdw blurRad="177800" sx="102000" sy="102000" algn="ctr" rotWithShape="0">
              <a:srgbClr val="000000">
                <a:alpha val="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 flipH="1">
            <a:off x="697230" y="695325"/>
            <a:ext cx="5801360" cy="5469890"/>
          </a:xfrm>
          <a:custGeom>
            <a:avLst/>
            <a:gdLst>
              <a:gd name="connsiteX0" fmla="*/ 619 w 9136"/>
              <a:gd name="connsiteY0" fmla="*/ 0 h 8614"/>
              <a:gd name="connsiteX1" fmla="*/ 8574 w 9136"/>
              <a:gd name="connsiteY1" fmla="*/ 0 h 8614"/>
              <a:gd name="connsiteX2" fmla="*/ 9125 w 9136"/>
              <a:gd name="connsiteY2" fmla="*/ 551 h 8614"/>
              <a:gd name="connsiteX3" fmla="*/ 9136 w 9136"/>
              <a:gd name="connsiteY3" fmla="*/ 1636 h 8614"/>
              <a:gd name="connsiteX4" fmla="*/ 9136 w 9136"/>
              <a:gd name="connsiteY4" fmla="*/ 3251 h 8614"/>
              <a:gd name="connsiteX5" fmla="*/ 9127 w 9136"/>
              <a:gd name="connsiteY5" fmla="*/ 3623 h 8614"/>
              <a:gd name="connsiteX6" fmla="*/ 9111 w 9136"/>
              <a:gd name="connsiteY6" fmla="*/ 3871 h 8614"/>
              <a:gd name="connsiteX7" fmla="*/ 8876 w 9136"/>
              <a:gd name="connsiteY7" fmla="*/ 5206 h 8614"/>
              <a:gd name="connsiteX8" fmla="*/ 7736 w 9136"/>
              <a:gd name="connsiteY8" fmla="*/ 8358 h 8614"/>
              <a:gd name="connsiteX9" fmla="*/ 7346 w 9136"/>
              <a:gd name="connsiteY9" fmla="*/ 8612 h 8614"/>
              <a:gd name="connsiteX10" fmla="*/ 5628 w 9136"/>
              <a:gd name="connsiteY10" fmla="*/ 8612 h 8614"/>
              <a:gd name="connsiteX11" fmla="*/ 4076 w 9136"/>
              <a:gd name="connsiteY11" fmla="*/ 8612 h 8614"/>
              <a:gd name="connsiteX12" fmla="*/ 4076 w 9136"/>
              <a:gd name="connsiteY12" fmla="*/ 8614 h 8614"/>
              <a:gd name="connsiteX13" fmla="*/ 3037 w 9136"/>
              <a:gd name="connsiteY13" fmla="*/ 8614 h 8614"/>
              <a:gd name="connsiteX14" fmla="*/ 3037 w 9136"/>
              <a:gd name="connsiteY14" fmla="*/ 8612 h 8614"/>
              <a:gd name="connsiteX15" fmla="*/ 1051 w 9136"/>
              <a:gd name="connsiteY15" fmla="*/ 8612 h 8614"/>
              <a:gd name="connsiteX16" fmla="*/ 1051 w 9136"/>
              <a:gd name="connsiteY16" fmla="*/ 8613 h 8614"/>
              <a:gd name="connsiteX17" fmla="*/ 0 w 9136"/>
              <a:gd name="connsiteY17" fmla="*/ 8613 h 8614"/>
              <a:gd name="connsiteX18" fmla="*/ 0 w 9136"/>
              <a:gd name="connsiteY18" fmla="*/ 6 h 8614"/>
              <a:gd name="connsiteX19" fmla="*/ 619 w 9136"/>
              <a:gd name="connsiteY19" fmla="*/ 6 h 8614"/>
              <a:gd name="connsiteX20" fmla="*/ 619 w 9136"/>
              <a:gd name="connsiteY20" fmla="*/ 0 h 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136" h="8614">
                <a:moveTo>
                  <a:pt x="619" y="0"/>
                </a:moveTo>
                <a:lnTo>
                  <a:pt x="8574" y="0"/>
                </a:lnTo>
                <a:cubicBezTo>
                  <a:pt x="8878" y="0"/>
                  <a:pt x="9125" y="247"/>
                  <a:pt x="9125" y="551"/>
                </a:cubicBezTo>
                <a:lnTo>
                  <a:pt x="9136" y="1636"/>
                </a:lnTo>
                <a:lnTo>
                  <a:pt x="9136" y="3251"/>
                </a:lnTo>
                <a:cubicBezTo>
                  <a:pt x="9136" y="3375"/>
                  <a:pt x="9133" y="3499"/>
                  <a:pt x="9127" y="3623"/>
                </a:cubicBezTo>
                <a:lnTo>
                  <a:pt x="9111" y="3871"/>
                </a:lnTo>
                <a:cubicBezTo>
                  <a:pt x="9074" y="4323"/>
                  <a:pt x="8995" y="4770"/>
                  <a:pt x="8876" y="5206"/>
                </a:cubicBezTo>
                <a:cubicBezTo>
                  <a:pt x="8417" y="6880"/>
                  <a:pt x="7957" y="7915"/>
                  <a:pt x="7736" y="8358"/>
                </a:cubicBezTo>
                <a:cubicBezTo>
                  <a:pt x="7658" y="8515"/>
                  <a:pt x="7508" y="8612"/>
                  <a:pt x="7346" y="8612"/>
                </a:cubicBezTo>
                <a:lnTo>
                  <a:pt x="5628" y="8612"/>
                </a:lnTo>
                <a:lnTo>
                  <a:pt x="4076" y="8612"/>
                </a:lnTo>
                <a:lnTo>
                  <a:pt x="4076" y="8614"/>
                </a:lnTo>
                <a:lnTo>
                  <a:pt x="3037" y="8614"/>
                </a:lnTo>
                <a:lnTo>
                  <a:pt x="3037" y="8612"/>
                </a:lnTo>
                <a:lnTo>
                  <a:pt x="1051" y="8612"/>
                </a:lnTo>
                <a:lnTo>
                  <a:pt x="1051" y="8613"/>
                </a:lnTo>
                <a:lnTo>
                  <a:pt x="0" y="8613"/>
                </a:lnTo>
                <a:lnTo>
                  <a:pt x="0" y="6"/>
                </a:lnTo>
                <a:lnTo>
                  <a:pt x="619" y="6"/>
                </a:lnTo>
                <a:lnTo>
                  <a:pt x="619" y="0"/>
                </a:lnTo>
                <a:close/>
              </a:path>
            </a:pathLst>
          </a:custGeom>
          <a:gradFill>
            <a:gsLst>
              <a:gs pos="79000">
                <a:srgbClr val="FFFFFF">
                  <a:alpha val="46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1800000" scaled="0"/>
          </a:gradFill>
          <a:ln w="31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9" name="标题 4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640840" y="1714500"/>
            <a:ext cx="4189095" cy="1319530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</a:rPr>
              <a:t>代码目录结构</a:t>
            </a:r>
            <a:endParaRPr lang="zh-CN" altLang="en-US" sz="4000">
              <a:solidFill>
                <a:srgbClr val="000000"/>
              </a:solidFill>
            </a:endParaRPr>
          </a:p>
        </p:txBody>
      </p:sp>
      <p:sp>
        <p:nvSpPr>
          <p:cNvPr id="2" name="图形 64"/>
          <p:cNvSpPr/>
          <p:nvPr>
            <p:custDataLst>
              <p:tags r:id="rId5"/>
            </p:custDataLst>
          </p:nvPr>
        </p:nvSpPr>
        <p:spPr>
          <a:xfrm rot="60000" flipH="1">
            <a:off x="761994" y="3686823"/>
            <a:ext cx="1134314" cy="2283527"/>
          </a:xfrm>
          <a:custGeom>
            <a:avLst/>
            <a:gdLst>
              <a:gd name="connsiteX0" fmla="*/ 1786 w 1786"/>
              <a:gd name="connsiteY0" fmla="*/ 0 h 3596"/>
              <a:gd name="connsiteX1" fmla="*/ 337 w 1786"/>
              <a:gd name="connsiteY1" fmla="*/ 2185 h 3596"/>
              <a:gd name="connsiteX2" fmla="*/ 26 w 1786"/>
              <a:gd name="connsiteY2" fmla="*/ 2517 h 3596"/>
              <a:gd name="connsiteX3" fmla="*/ 240 w 1786"/>
              <a:gd name="connsiteY3" fmla="*/ 3146 h 3596"/>
              <a:gd name="connsiteX4" fmla="*/ 360 w 1786"/>
              <a:gd name="connsiteY4" fmla="*/ 3280 h 3596"/>
              <a:gd name="connsiteX5" fmla="*/ 495 w 1786"/>
              <a:gd name="connsiteY5" fmla="*/ 3588 h 3596"/>
              <a:gd name="connsiteX6" fmla="*/ 1786 w 1786"/>
              <a:gd name="connsiteY6" fmla="*/ 0 h 3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6" h="3596">
                <a:moveTo>
                  <a:pt x="1786" y="0"/>
                </a:moveTo>
                <a:cubicBezTo>
                  <a:pt x="1626" y="617"/>
                  <a:pt x="986" y="1602"/>
                  <a:pt x="337" y="2185"/>
                </a:cubicBezTo>
                <a:cubicBezTo>
                  <a:pt x="240" y="2259"/>
                  <a:pt x="79" y="2400"/>
                  <a:pt x="26" y="2517"/>
                </a:cubicBezTo>
                <a:cubicBezTo>
                  <a:pt x="-32" y="2684"/>
                  <a:pt x="-8" y="2899"/>
                  <a:pt x="240" y="3146"/>
                </a:cubicBezTo>
                <a:cubicBezTo>
                  <a:pt x="283" y="3188"/>
                  <a:pt x="324" y="3232"/>
                  <a:pt x="360" y="3280"/>
                </a:cubicBezTo>
                <a:cubicBezTo>
                  <a:pt x="429" y="3364"/>
                  <a:pt x="507" y="3491"/>
                  <a:pt x="495" y="3588"/>
                </a:cubicBezTo>
                <a:cubicBezTo>
                  <a:pt x="481" y="3747"/>
                  <a:pt x="1460" y="1532"/>
                  <a:pt x="1786" y="0"/>
                </a:cubicBezTo>
                <a:close/>
              </a:path>
            </a:pathLst>
          </a:custGeom>
          <a:gradFill flip="none" rotWithShape="1">
            <a:gsLst>
              <a:gs pos="50000">
                <a:schemeClr val="bg2"/>
              </a:gs>
              <a:gs pos="100000">
                <a:schemeClr val="tx1">
                  <a:lumMod val="55000"/>
                  <a:lumOff val="45000"/>
                </a:schemeClr>
              </a:gs>
            </a:gsLst>
            <a:lin ang="1800000" scaled="0"/>
            <a:tileRect/>
          </a:gradFill>
          <a:ln w="3175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6"/>
            </p:custDataLst>
          </p:nvPr>
        </p:nvSpPr>
        <p:spPr>
          <a:xfrm>
            <a:off x="1647190" y="3253740"/>
            <a:ext cx="881380" cy="5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5120005" y="692785"/>
            <a:ext cx="6454775" cy="6458585"/>
          </a:xfrm>
          <a:prstGeom prst="rect">
            <a:avLst/>
          </a:prstGeom>
          <a:noFill/>
        </p:spPr>
        <p:txBody>
          <a:bodyPr wrap="square" rtlCol="0">
            <a:normAutofit fontScale="65000"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/hardware/interfaces/automotive/vehicle/2.0/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IVehicle.hal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（核心接口定义文件）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IVehicleCallback.hal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（回调接口定义文件）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types.hal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（数据结构定义文件）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编译生成物：</a:t>
            </a: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android.hardware.automotive.vehicle@2.0.so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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HAL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源码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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/hardware/interfaces/automotive/vehicle/2.0/default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Android.bp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（编译构建脚本）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android.hardware.automotive.vehicle@2.0-service.rc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（服务配置脚本）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android.hardware.automotive.vehicle@2.0-service.xml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（服务描述文件）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common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├── include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（头文件目录）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└── src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（源文件目录）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impl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└── vhal_v2_0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（接口实现目录）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├── tests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├── RecurrentTimer_test.cpp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（定时器测试用例）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├── SubscriptionManager_test.cpp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（订阅管理测试用例）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├── VehicleHalManager_test.cpp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（车辆</a:t>
            </a: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HAL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管理测试用例）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├── VehicleHalTestUtils.h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（测试工具头文件）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├── VehicleObjectPool_test.cpp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（对象池测试用例）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├── VehiclePropConfigIndex_test.cpp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（属性配置索引测试用例）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│   └── VmsUtils_test.cpp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</a:t>
            </a: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VMS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工具测试用例）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└── VehicleService.cpp</a:t>
            </a:r>
            <a:r>
              <a:rPr lang="zh-CN" altLang="en-US" sz="1600">
                <a:solidFill>
                  <a:schemeClr val="dk1">
                    <a:lumMod val="85000"/>
                    <a:lumOff val="15000"/>
                  </a:schemeClr>
                </a:solidFill>
              </a:rPr>
              <a:t>（车辆服务实现文件）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编译生成物：可执行程序</a:t>
            </a: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 android.hardware.automotive.vehicle@2.0-service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动态链接库</a:t>
            </a: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 android.hardware.automotive.vehicle@2.0-manager-lib.so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静态链接库</a:t>
            </a:r>
            <a:r>
              <a:rPr lang="en-US" altLang="zh-CN" sz="1600">
                <a:solidFill>
                  <a:schemeClr val="dk1">
                    <a:lumMod val="85000"/>
                    <a:lumOff val="15000"/>
                  </a:schemeClr>
                </a:solidFill>
              </a:rPr>
              <a:t> android.hardware.automotive.vehicle@2.0-default-impl-lib.a</a:t>
            </a:r>
            <a:endParaRPr lang="en-US" altLang="zh-CN" sz="1600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72820" y="1698625"/>
            <a:ext cx="4226400" cy="2722880"/>
          </a:xfrm>
        </p:spPr>
        <p:txBody>
          <a:bodyPr anchor="ctr" anchorCtr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5000"/>
              <a:t>IPC</a:t>
            </a:r>
            <a:r>
              <a:rPr lang="zh-CN" altLang="en-US" sz="5000"/>
              <a:t>协议架构图</a:t>
            </a:r>
            <a:endParaRPr lang="zh-CN" altLang="en-US" sz="5000"/>
          </a:p>
        </p:txBody>
      </p:sp>
      <p:pic>
        <p:nvPicPr>
          <p:cNvPr id="7" name="图片 6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4904740" y="492125"/>
            <a:ext cx="5758180" cy="6356350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565" y="646430"/>
            <a:ext cx="3411220" cy="48082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层级详解</a:t>
            </a:r>
            <a:endParaRPr lang="zh-CN" altLang="en-US"/>
          </a:p>
        </p:txBody>
      </p:sp>
      <p:sp>
        <p:nvSpPr>
          <p:cNvPr id="4" name="矩形 1"/>
          <p:cNvSpPr/>
          <p:nvPr>
            <p:custDataLst>
              <p:tags r:id="rId2"/>
            </p:custDataLst>
          </p:nvPr>
        </p:nvSpPr>
        <p:spPr>
          <a:xfrm>
            <a:off x="695960" y="1503234"/>
            <a:ext cx="3118668" cy="109416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SPI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检测层负责与硬件设备的通信，通过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SPIConn.cpp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实现底层通信协议，确保数据准确无误地传输。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1096669" y="2693294"/>
            <a:ext cx="2556150" cy="31624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1"/>
                </a:solidFill>
                <a:latin typeface="+mn-ea"/>
                <a:cs typeface="+mn-ea"/>
              </a:rPr>
              <a:t>SPI</a:t>
            </a: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</a:rPr>
              <a:t>检测层代码解析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4536666" y="1498154"/>
            <a:ext cx="3118668" cy="109416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传输层通过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TransportLayer.cpp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确保数据传输的可靠性和顺序。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13"/>
          <p:cNvSpPr/>
          <p:nvPr>
            <p:custDataLst>
              <p:tags r:id="rId5"/>
            </p:custDataLst>
          </p:nvPr>
        </p:nvSpPr>
        <p:spPr>
          <a:xfrm>
            <a:off x="4819257" y="2693294"/>
            <a:ext cx="2556150" cy="31624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3"/>
                </a:solidFill>
                <a:latin typeface="+mn-ea"/>
                <a:cs typeface="+mn-ea"/>
              </a:rPr>
              <a:t>传输层代码解析</a:t>
            </a:r>
            <a:endParaRPr lang="zh-CN" altLang="en-US" sz="16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9" name="矩形 14"/>
          <p:cNvSpPr/>
          <p:nvPr>
            <p:custDataLst>
              <p:tags r:id="rId6"/>
            </p:custDataLst>
          </p:nvPr>
        </p:nvSpPr>
        <p:spPr>
          <a:xfrm>
            <a:off x="2676641" y="4778757"/>
            <a:ext cx="3118668" cy="10941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数据链路层通过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DataLinkLayer.cpp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管理数据包的传输，包括帧的封装、错误检测等，保证数据链路的稳定性和效率。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15"/>
          <p:cNvSpPr/>
          <p:nvPr>
            <p:custDataLst>
              <p:tags r:id="rId7"/>
            </p:custDataLst>
          </p:nvPr>
        </p:nvSpPr>
        <p:spPr>
          <a:xfrm>
            <a:off x="2957963" y="4428216"/>
            <a:ext cx="2556150" cy="31624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数据链路层代码解析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25" name="矩形 27"/>
          <p:cNvSpPr/>
          <p:nvPr>
            <p:custDataLst>
              <p:tags r:id="rId8"/>
            </p:custDataLst>
          </p:nvPr>
        </p:nvSpPr>
        <p:spPr>
          <a:xfrm>
            <a:off x="6398595" y="4778757"/>
            <a:ext cx="3118668" cy="10941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应用层通过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AppLayer.cpp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解析出封装的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数据。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矩形 28"/>
          <p:cNvSpPr/>
          <p:nvPr>
            <p:custDataLst>
              <p:tags r:id="rId9"/>
            </p:custDataLst>
          </p:nvPr>
        </p:nvSpPr>
        <p:spPr>
          <a:xfrm>
            <a:off x="6679917" y="4428216"/>
            <a:ext cx="2556150" cy="31624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4"/>
                </a:solidFill>
                <a:latin typeface="+mn-ea"/>
                <a:cs typeface="+mn-ea"/>
              </a:rPr>
              <a:t>应用层代码解析</a:t>
            </a:r>
            <a:endParaRPr lang="zh-CN" altLang="en-US" sz="1600" b="1">
              <a:solidFill>
                <a:schemeClr val="accent4"/>
              </a:solidFill>
              <a:latin typeface="+mn-ea"/>
              <a:cs typeface="+mn-ea"/>
            </a:endParaRPr>
          </a:p>
        </p:txBody>
      </p:sp>
      <p:sp>
        <p:nvSpPr>
          <p:cNvPr id="27" name="任意多边形 33"/>
          <p:cNvSpPr/>
          <p:nvPr>
            <p:custDataLst>
              <p:tags r:id="rId10"/>
            </p:custDataLst>
          </p:nvPr>
        </p:nvSpPr>
        <p:spPr>
          <a:xfrm>
            <a:off x="1444669" y="3549960"/>
            <a:ext cx="1860659" cy="308628"/>
          </a:xfrm>
          <a:custGeom>
            <a:avLst/>
            <a:gdLst>
              <a:gd name="connsiteX0" fmla="*/ 0 w 1860550"/>
              <a:gd name="connsiteY0" fmla="*/ 77153 h 308610"/>
              <a:gd name="connsiteX1" fmla="*/ 572471 w 1860550"/>
              <a:gd name="connsiteY1" fmla="*/ 77153 h 308610"/>
              <a:gd name="connsiteX2" fmla="*/ 556895 w 1860550"/>
              <a:gd name="connsiteY2" fmla="*/ 154305 h 308610"/>
              <a:gd name="connsiteX3" fmla="*/ 572472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90619 w 1860550"/>
              <a:gd name="connsiteY10" fmla="*/ 231458 h 308610"/>
              <a:gd name="connsiteX11" fmla="*/ 1306195 w 1860550"/>
              <a:gd name="connsiteY11" fmla="*/ 154305 h 308610"/>
              <a:gd name="connsiteX12" fmla="*/ 1290619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72471" y="77153"/>
                </a:lnTo>
                <a:lnTo>
                  <a:pt x="556895" y="154305"/>
                </a:lnTo>
                <a:lnTo>
                  <a:pt x="572472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90619" y="231458"/>
                </a:lnTo>
                <a:lnTo>
                  <a:pt x="1306195" y="154305"/>
                </a:lnTo>
                <a:lnTo>
                  <a:pt x="1290619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2" name="任意多边形 34"/>
          <p:cNvSpPr/>
          <p:nvPr>
            <p:custDataLst>
              <p:tags r:id="rId11"/>
            </p:custDataLst>
          </p:nvPr>
        </p:nvSpPr>
        <p:spPr>
          <a:xfrm>
            <a:off x="3305328" y="3550595"/>
            <a:ext cx="1860659" cy="308628"/>
          </a:xfrm>
          <a:custGeom>
            <a:avLst/>
            <a:gdLst>
              <a:gd name="connsiteX0" fmla="*/ 0 w 1860550"/>
              <a:gd name="connsiteY0" fmla="*/ 77153 h 308610"/>
              <a:gd name="connsiteX1" fmla="*/ 571073 w 1860550"/>
              <a:gd name="connsiteY1" fmla="*/ 77153 h 308610"/>
              <a:gd name="connsiteX2" fmla="*/ 555625 w 1860550"/>
              <a:gd name="connsiteY2" fmla="*/ 153670 h 308610"/>
              <a:gd name="connsiteX3" fmla="*/ 571330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89221 w 1860550"/>
              <a:gd name="connsiteY10" fmla="*/ 231458 h 308610"/>
              <a:gd name="connsiteX11" fmla="*/ 1304925 w 1860550"/>
              <a:gd name="connsiteY11" fmla="*/ 153670 h 308610"/>
              <a:gd name="connsiteX12" fmla="*/ 1289477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71073" y="77153"/>
                </a:lnTo>
                <a:lnTo>
                  <a:pt x="555625" y="153670"/>
                </a:lnTo>
                <a:lnTo>
                  <a:pt x="571330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9221" y="231458"/>
                </a:lnTo>
                <a:lnTo>
                  <a:pt x="1304925" y="153670"/>
                </a:lnTo>
                <a:lnTo>
                  <a:pt x="1289477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 35"/>
          <p:cNvSpPr/>
          <p:nvPr>
            <p:custDataLst>
              <p:tags r:id="rId12"/>
            </p:custDataLst>
          </p:nvPr>
        </p:nvSpPr>
        <p:spPr>
          <a:xfrm>
            <a:off x="5165988" y="3549960"/>
            <a:ext cx="1860659" cy="308628"/>
          </a:xfrm>
          <a:custGeom>
            <a:avLst/>
            <a:gdLst>
              <a:gd name="connsiteX0" fmla="*/ 0 w 1860550"/>
              <a:gd name="connsiteY0" fmla="*/ 77153 h 308610"/>
              <a:gd name="connsiteX1" fmla="*/ 569932 w 1860550"/>
              <a:gd name="connsiteY1" fmla="*/ 77153 h 308610"/>
              <a:gd name="connsiteX2" fmla="*/ 554355 w 1860550"/>
              <a:gd name="connsiteY2" fmla="*/ 154305 h 308610"/>
              <a:gd name="connsiteX3" fmla="*/ 569932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88079 w 1860550"/>
              <a:gd name="connsiteY10" fmla="*/ 231458 h 308610"/>
              <a:gd name="connsiteX11" fmla="*/ 1303655 w 1860550"/>
              <a:gd name="connsiteY11" fmla="*/ 154305 h 308610"/>
              <a:gd name="connsiteX12" fmla="*/ 1288079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69932" y="77153"/>
                </a:lnTo>
                <a:lnTo>
                  <a:pt x="554355" y="154305"/>
                </a:lnTo>
                <a:lnTo>
                  <a:pt x="569932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8079" y="231458"/>
                </a:lnTo>
                <a:lnTo>
                  <a:pt x="1303655" y="154305"/>
                </a:lnTo>
                <a:lnTo>
                  <a:pt x="1288079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9" name="任意多边形 36"/>
          <p:cNvSpPr/>
          <p:nvPr>
            <p:custDataLst>
              <p:tags r:id="rId13"/>
            </p:custDataLst>
          </p:nvPr>
        </p:nvSpPr>
        <p:spPr>
          <a:xfrm>
            <a:off x="7027282" y="3549960"/>
            <a:ext cx="1860659" cy="308628"/>
          </a:xfrm>
          <a:custGeom>
            <a:avLst/>
            <a:gdLst>
              <a:gd name="connsiteX0" fmla="*/ 0 w 1860550"/>
              <a:gd name="connsiteY0" fmla="*/ 77153 h 308610"/>
              <a:gd name="connsiteX1" fmla="*/ 568027 w 1860550"/>
              <a:gd name="connsiteY1" fmla="*/ 77153 h 308610"/>
              <a:gd name="connsiteX2" fmla="*/ 552450 w 1860550"/>
              <a:gd name="connsiteY2" fmla="*/ 154305 h 308610"/>
              <a:gd name="connsiteX3" fmla="*/ 568027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86174 w 1860550"/>
              <a:gd name="connsiteY10" fmla="*/ 231458 h 308610"/>
              <a:gd name="connsiteX11" fmla="*/ 1301750 w 1860550"/>
              <a:gd name="connsiteY11" fmla="*/ 154305 h 308610"/>
              <a:gd name="connsiteX12" fmla="*/ 1286174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68027" y="77153"/>
                </a:lnTo>
                <a:lnTo>
                  <a:pt x="552450" y="154305"/>
                </a:lnTo>
                <a:lnTo>
                  <a:pt x="568027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86174" y="231458"/>
                </a:lnTo>
                <a:lnTo>
                  <a:pt x="1301750" y="154305"/>
                </a:lnTo>
                <a:lnTo>
                  <a:pt x="1286174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椭圆 16"/>
          <p:cNvSpPr/>
          <p:nvPr>
            <p:custDataLst>
              <p:tags r:id="rId14"/>
            </p:custDataLst>
          </p:nvPr>
        </p:nvSpPr>
        <p:spPr>
          <a:xfrm>
            <a:off x="2042874" y="3362624"/>
            <a:ext cx="683935" cy="68393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41" name="椭圆 17"/>
          <p:cNvSpPr/>
          <p:nvPr>
            <p:custDataLst>
              <p:tags r:id="rId15"/>
            </p:custDataLst>
          </p:nvPr>
        </p:nvSpPr>
        <p:spPr>
          <a:xfrm>
            <a:off x="3894008" y="3362624"/>
            <a:ext cx="683935" cy="683935"/>
          </a:xfrm>
          <a:prstGeom prst="ellipse">
            <a:avLst/>
          </a:prstGeom>
          <a:solidFill>
            <a:schemeClr val="accent2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2" name="椭圆 18"/>
          <p:cNvSpPr/>
          <p:nvPr>
            <p:custDataLst>
              <p:tags r:id="rId16"/>
            </p:custDataLst>
          </p:nvPr>
        </p:nvSpPr>
        <p:spPr>
          <a:xfrm>
            <a:off x="5754032" y="3362624"/>
            <a:ext cx="683935" cy="683935"/>
          </a:xfrm>
          <a:prstGeom prst="ellipse">
            <a:avLst/>
          </a:prstGeom>
          <a:solidFill>
            <a:schemeClr val="accent3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3" name="椭圆 19"/>
          <p:cNvSpPr/>
          <p:nvPr>
            <p:custDataLst>
              <p:tags r:id="rId17"/>
            </p:custDataLst>
          </p:nvPr>
        </p:nvSpPr>
        <p:spPr>
          <a:xfrm>
            <a:off x="7614692" y="3362624"/>
            <a:ext cx="683935" cy="683935"/>
          </a:xfrm>
          <a:prstGeom prst="ellipse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4" name="任意多边形 37"/>
          <p:cNvSpPr/>
          <p:nvPr>
            <p:custDataLst>
              <p:tags r:id="rId18"/>
            </p:custDataLst>
          </p:nvPr>
        </p:nvSpPr>
        <p:spPr>
          <a:xfrm>
            <a:off x="8887942" y="3549960"/>
            <a:ext cx="1860659" cy="308628"/>
          </a:xfrm>
          <a:custGeom>
            <a:avLst/>
            <a:gdLst>
              <a:gd name="connsiteX0" fmla="*/ 0 w 1860550"/>
              <a:gd name="connsiteY0" fmla="*/ 77153 h 308610"/>
              <a:gd name="connsiteX1" fmla="*/ 574376 w 1860550"/>
              <a:gd name="connsiteY1" fmla="*/ 77153 h 308610"/>
              <a:gd name="connsiteX2" fmla="*/ 558800 w 1860550"/>
              <a:gd name="connsiteY2" fmla="*/ 154305 h 308610"/>
              <a:gd name="connsiteX3" fmla="*/ 574377 w 1860550"/>
              <a:gd name="connsiteY3" fmla="*/ 231458 h 308610"/>
              <a:gd name="connsiteX4" fmla="*/ 0 w 1860550"/>
              <a:gd name="connsiteY4" fmla="*/ 231458 h 308610"/>
              <a:gd name="connsiteX5" fmla="*/ 77153 w 1860550"/>
              <a:gd name="connsiteY5" fmla="*/ 154305 h 308610"/>
              <a:gd name="connsiteX6" fmla="*/ 1706245 w 1860550"/>
              <a:gd name="connsiteY6" fmla="*/ 0 h 308610"/>
              <a:gd name="connsiteX7" fmla="*/ 1860550 w 1860550"/>
              <a:gd name="connsiteY7" fmla="*/ 154305 h 308610"/>
              <a:gd name="connsiteX8" fmla="*/ 1706245 w 1860550"/>
              <a:gd name="connsiteY8" fmla="*/ 308610 h 308610"/>
              <a:gd name="connsiteX9" fmla="*/ 1706245 w 1860550"/>
              <a:gd name="connsiteY9" fmla="*/ 231458 h 308610"/>
              <a:gd name="connsiteX10" fmla="*/ 1292523 w 1860550"/>
              <a:gd name="connsiteY10" fmla="*/ 231458 h 308610"/>
              <a:gd name="connsiteX11" fmla="*/ 1308100 w 1860550"/>
              <a:gd name="connsiteY11" fmla="*/ 154305 h 308610"/>
              <a:gd name="connsiteX12" fmla="*/ 1292524 w 1860550"/>
              <a:gd name="connsiteY12" fmla="*/ 77153 h 308610"/>
              <a:gd name="connsiteX13" fmla="*/ 1706245 w 1860550"/>
              <a:gd name="connsiteY13" fmla="*/ 77153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0550" h="308610">
                <a:moveTo>
                  <a:pt x="0" y="77153"/>
                </a:moveTo>
                <a:lnTo>
                  <a:pt x="574376" y="77153"/>
                </a:lnTo>
                <a:lnTo>
                  <a:pt x="558800" y="154305"/>
                </a:lnTo>
                <a:lnTo>
                  <a:pt x="574377" y="231458"/>
                </a:lnTo>
                <a:lnTo>
                  <a:pt x="0" y="231458"/>
                </a:lnTo>
                <a:lnTo>
                  <a:pt x="77153" y="154305"/>
                </a:lnTo>
                <a:close/>
                <a:moveTo>
                  <a:pt x="1706245" y="0"/>
                </a:moveTo>
                <a:lnTo>
                  <a:pt x="1860550" y="154305"/>
                </a:lnTo>
                <a:lnTo>
                  <a:pt x="1706245" y="308610"/>
                </a:lnTo>
                <a:lnTo>
                  <a:pt x="1706245" y="231458"/>
                </a:lnTo>
                <a:lnTo>
                  <a:pt x="1292523" y="231458"/>
                </a:lnTo>
                <a:lnTo>
                  <a:pt x="1308100" y="154305"/>
                </a:lnTo>
                <a:lnTo>
                  <a:pt x="1292524" y="77153"/>
                </a:lnTo>
                <a:lnTo>
                  <a:pt x="1706245" y="7715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5" name="椭圆 2"/>
          <p:cNvSpPr/>
          <p:nvPr>
            <p:custDataLst>
              <p:tags r:id="rId19"/>
            </p:custDataLst>
          </p:nvPr>
        </p:nvSpPr>
        <p:spPr>
          <a:xfrm>
            <a:off x="9475986" y="3362624"/>
            <a:ext cx="683935" cy="683935"/>
          </a:xfrm>
          <a:prstGeom prst="ellipse">
            <a:avLst/>
          </a:prstGeom>
          <a:solidFill>
            <a:schemeClr val="accent5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6" name="矩形 29"/>
          <p:cNvSpPr/>
          <p:nvPr>
            <p:custDataLst>
              <p:tags r:id="rId20"/>
            </p:custDataLst>
          </p:nvPr>
        </p:nvSpPr>
        <p:spPr>
          <a:xfrm>
            <a:off x="8377372" y="1498154"/>
            <a:ext cx="3118668" cy="109416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适配层通过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DataAdapter.cpp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实现不同新老协议的兼容性，确保功能的正确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转化。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7" name="图片 13" descr="32313538333935363b32313538333934373bcec4bcfebcd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92140" y="3570916"/>
            <a:ext cx="288017" cy="288017"/>
          </a:xfrm>
          <a:prstGeom prst="rect">
            <a:avLst/>
          </a:prstGeom>
        </p:spPr>
      </p:pic>
      <p:pic>
        <p:nvPicPr>
          <p:cNvPr id="48" name="图片 3" descr="32313538333935363b32313538333934333bb6d4bbb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52164" y="3570281"/>
            <a:ext cx="288017" cy="288017"/>
          </a:xfrm>
          <a:prstGeom prst="rect">
            <a:avLst/>
          </a:prstGeom>
        </p:spPr>
      </p:pic>
      <p:pic>
        <p:nvPicPr>
          <p:cNvPr id="49" name="图片 21" descr="32313538333935363b32313538333935353bb3a4c6aab6c1ceef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241006" y="3560120"/>
            <a:ext cx="288027" cy="288027"/>
          </a:xfrm>
          <a:prstGeom prst="rect">
            <a:avLst/>
          </a:prstGeom>
        </p:spPr>
      </p:pic>
      <p:sp>
        <p:nvSpPr>
          <p:cNvPr id="50" name="矩形 30"/>
          <p:cNvSpPr/>
          <p:nvPr>
            <p:custDataLst>
              <p:tags r:id="rId30"/>
            </p:custDataLst>
          </p:nvPr>
        </p:nvSpPr>
        <p:spPr>
          <a:xfrm>
            <a:off x="8530416" y="2693294"/>
            <a:ext cx="2556150" cy="31624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5"/>
                </a:solidFill>
                <a:latin typeface="+mn-ea"/>
                <a:cs typeface="+mn-ea"/>
              </a:rPr>
              <a:t>适配层代码解析</a:t>
            </a:r>
            <a:endParaRPr lang="zh-CN" altLang="en-US" sz="1600" b="1">
              <a:solidFill>
                <a:schemeClr val="accent5"/>
              </a:solidFill>
              <a:latin typeface="+mn-ea"/>
              <a:cs typeface="+mn-ea"/>
            </a:endParaRPr>
          </a:p>
        </p:txBody>
      </p:sp>
      <p:pic>
        <p:nvPicPr>
          <p:cNvPr id="51" name="图片 8" descr="32313538333935363b32313538333934303bcae9b1be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812823" y="3560120"/>
            <a:ext cx="288038" cy="288038"/>
          </a:xfrm>
          <a:prstGeom prst="rect">
            <a:avLst/>
          </a:prstGeom>
        </p:spPr>
      </p:pic>
      <p:pic>
        <p:nvPicPr>
          <p:cNvPr id="52" name="图片 16" descr="32313538333935363b32313538333934393bccedbcd3cae9bcae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674118" y="3560120"/>
            <a:ext cx="288040" cy="288040"/>
          </a:xfrm>
          <a:prstGeom prst="rect">
            <a:avLst/>
          </a:prstGeom>
        </p:spPr>
      </p:pic>
    </p:spTree>
    <p:custDataLst>
      <p:tags r:id="rId3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VehicleProperty</a:t>
            </a:r>
            <a:r>
              <a:rPr lang="zh-CN" altLang="en-US"/>
              <a:t>结构调整</a:t>
            </a:r>
            <a:endParaRPr lang="zh-CN" altLang="en-US"/>
          </a:p>
        </p:txBody>
      </p:sp>
      <p:sp>
        <p:nvSpPr>
          <p:cNvPr id="136" name="圆角矩形 135"/>
          <p:cNvSpPr/>
          <p:nvPr>
            <p:custDataLst>
              <p:tags r:id="rId2"/>
            </p:custDataLst>
          </p:nvPr>
        </p:nvSpPr>
        <p:spPr>
          <a:xfrm>
            <a:off x="377825" y="5527675"/>
            <a:ext cx="1004570" cy="979805"/>
          </a:xfrm>
          <a:prstGeom prst="roundRect">
            <a:avLst>
              <a:gd name="adj" fmla="val 777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28" name="边界"/>
          <p:cNvSpPr/>
          <p:nvPr>
            <p:custDataLst>
              <p:tags r:id="rId3"/>
            </p:custDataLst>
          </p:nvPr>
        </p:nvSpPr>
        <p:spPr>
          <a:xfrm>
            <a:off x="7930937" y="1698625"/>
            <a:ext cx="3357531" cy="4574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5" name="矩形 10"/>
          <p:cNvSpPr/>
          <p:nvPr>
            <p:custDataLst>
              <p:tags r:id="rId4"/>
            </p:custDataLst>
          </p:nvPr>
        </p:nvSpPr>
        <p:spPr>
          <a:xfrm>
            <a:off x="7934750" y="2124371"/>
            <a:ext cx="3350681" cy="950620"/>
          </a:xfrm>
          <a:prstGeom prst="rect">
            <a:avLst/>
          </a:prstGeom>
          <a:noFill/>
        </p:spPr>
        <p:txBody>
          <a:bodyPr wrap="square" lIns="90170" tIns="0" rIns="0" bIns="0" rtlCol="0" anchor="t" anchorCtr="0">
            <a:noAutofit/>
          </a:bodyPr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MCU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到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SOC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的映射关系通过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protobuf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定义的数据结构实现，确保了硬件层与软件层之间的顺畅通信。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任意多边形: 形状 12"/>
          <p:cNvSpPr/>
          <p:nvPr>
            <p:custDataLst>
              <p:tags r:id="rId5"/>
            </p:custDataLst>
          </p:nvPr>
        </p:nvSpPr>
        <p:spPr>
          <a:xfrm>
            <a:off x="7936021" y="1698625"/>
            <a:ext cx="3350045" cy="341232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17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MCU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与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SOC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通讯关系</a:t>
            </a:r>
            <a:endParaRPr lang="zh-CN" altLang="en-US" sz="16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7934750" y="3718692"/>
            <a:ext cx="3350681" cy="950620"/>
          </a:xfrm>
          <a:prstGeom prst="rect">
            <a:avLst/>
          </a:prstGeom>
          <a:noFill/>
        </p:spPr>
        <p:txBody>
          <a:bodyPr wrap="square" lIns="90170" tIns="0" rIns="0" bIns="0" rtlCol="0" anchor="t" anchorCtr="0">
            <a:noAutofit/>
          </a:bodyPr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数据存储中心，负责管理和维护数据，确保数据的实时性和一致性。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Key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是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VehicleProperty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类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任意多边形: 形状 12"/>
          <p:cNvSpPr/>
          <p:nvPr>
            <p:custDataLst>
              <p:tags r:id="rId7"/>
            </p:custDataLst>
          </p:nvPr>
        </p:nvSpPr>
        <p:spPr>
          <a:xfrm>
            <a:off x="7936021" y="3292947"/>
            <a:ext cx="3350045" cy="34123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0170" tIns="0" rIns="0" bIns="0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VehiclePropertyStore</a:t>
            </a:r>
            <a:endParaRPr lang="en-US" altLang="en-US" sz="16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6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8"/>
            </p:custDataLst>
          </p:nvPr>
        </p:nvSpPr>
        <p:spPr>
          <a:xfrm>
            <a:off x="7934750" y="5313014"/>
            <a:ext cx="3350681" cy="950620"/>
          </a:xfrm>
          <a:prstGeom prst="rect">
            <a:avLst/>
          </a:prstGeom>
          <a:noFill/>
        </p:spPr>
        <p:txBody>
          <a:bodyPr wrap="square" lIns="90170" tIns="0" rIns="0" bIns="0" rtlCol="0" anchor="t" anchorCtr="0">
            <a:noAutofit/>
          </a:bodyPr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建立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automotive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协议与航盛自身协议映射关系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just">
              <a:lnSpc>
                <a:spcPct val="150000"/>
              </a:lnSpc>
              <a:buClrTx/>
              <a:buSzTx/>
              <a:buFontTx/>
            </a:pP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任意多边形: 形状 12"/>
          <p:cNvSpPr/>
          <p:nvPr>
            <p:custDataLst>
              <p:tags r:id="rId9"/>
            </p:custDataLst>
          </p:nvPr>
        </p:nvSpPr>
        <p:spPr>
          <a:xfrm>
            <a:off x="7936021" y="4887268"/>
            <a:ext cx="3350045" cy="341232"/>
          </a:xfrm>
          <a:prstGeom prst="round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0170" tIns="0" rIns="0" bIns="0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映射关系</a:t>
            </a:r>
            <a:endParaRPr lang="en-US" altLang="en-US" sz="16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410" y="1863090"/>
            <a:ext cx="6688455" cy="44100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重要开发工具介绍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图形 64"/>
          <p:cNvSpPr/>
          <p:nvPr>
            <p:custDataLst>
              <p:tags r:id="rId1"/>
            </p:custDataLst>
          </p:nvPr>
        </p:nvSpPr>
        <p:spPr>
          <a:xfrm flipH="1">
            <a:off x="704215" y="3209290"/>
            <a:ext cx="1118870" cy="2952750"/>
          </a:xfrm>
          <a:custGeom>
            <a:avLst/>
            <a:gdLst>
              <a:gd name="connsiteX0" fmla="*/ 1762 w 1762"/>
              <a:gd name="connsiteY0" fmla="*/ 0 h 4650"/>
              <a:gd name="connsiteX1" fmla="*/ 1352 w 1762"/>
              <a:gd name="connsiteY1" fmla="*/ 4478 h 4650"/>
              <a:gd name="connsiteX2" fmla="*/ 1235 w 1762"/>
              <a:gd name="connsiteY2" fmla="*/ 4646 h 4650"/>
              <a:gd name="connsiteX3" fmla="*/ 805 w 1762"/>
              <a:gd name="connsiteY3" fmla="*/ 4650 h 4650"/>
              <a:gd name="connsiteX4" fmla="*/ 0 w 1762"/>
              <a:gd name="connsiteY4" fmla="*/ 4650 h 4650"/>
              <a:gd name="connsiteX5" fmla="*/ 1627 w 1762"/>
              <a:gd name="connsiteY5" fmla="*/ 616 h 4650"/>
              <a:gd name="connsiteX6" fmla="*/ 1762 w 1762"/>
              <a:gd name="connsiteY6" fmla="*/ 0 h 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2" h="4650">
                <a:moveTo>
                  <a:pt x="1762" y="0"/>
                </a:moveTo>
                <a:lnTo>
                  <a:pt x="1352" y="4478"/>
                </a:lnTo>
                <a:cubicBezTo>
                  <a:pt x="1352" y="4558"/>
                  <a:pt x="1309" y="4646"/>
                  <a:pt x="1235" y="4646"/>
                </a:cubicBezTo>
                <a:lnTo>
                  <a:pt x="805" y="4650"/>
                </a:lnTo>
                <a:lnTo>
                  <a:pt x="0" y="4650"/>
                </a:lnTo>
                <a:cubicBezTo>
                  <a:pt x="636" y="4624"/>
                  <a:pt x="747" y="3233"/>
                  <a:pt x="1627" y="616"/>
                </a:cubicBezTo>
                <a:cubicBezTo>
                  <a:pt x="1693" y="350"/>
                  <a:pt x="1714" y="207"/>
                  <a:pt x="1762" y="0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34000"/>
                </a:srgbClr>
              </a:gs>
              <a:gs pos="72000">
                <a:srgbClr val="808080">
                  <a:alpha val="0"/>
                </a:srgbClr>
              </a:gs>
            </a:gsLst>
            <a:lin ang="1080000" scaled="0"/>
          </a:gradFill>
          <a:ln w="3175" cap="flat">
            <a:noFill/>
            <a:prstDash val="solid"/>
            <a:miter/>
          </a:ln>
          <a:effectLst>
            <a:outerShdw blurRad="1028700" dist="38100" dir="8100000" sx="108000" sy="108000" algn="tr" rotWithShape="0">
              <a:srgbClr val="000000">
                <a:alpha val="10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"/>
            </p:custDataLst>
          </p:nvPr>
        </p:nvSpPr>
        <p:spPr>
          <a:xfrm flipH="1">
            <a:off x="697230" y="692150"/>
            <a:ext cx="5807710" cy="5469890"/>
          </a:xfrm>
          <a:custGeom>
            <a:avLst/>
            <a:gdLst>
              <a:gd name="connsiteX0" fmla="*/ 629 w 9146"/>
              <a:gd name="connsiteY0" fmla="*/ 0 h 8614"/>
              <a:gd name="connsiteX1" fmla="*/ 8584 w 9146"/>
              <a:gd name="connsiteY1" fmla="*/ 0 h 8614"/>
              <a:gd name="connsiteX2" fmla="*/ 9135 w 9146"/>
              <a:gd name="connsiteY2" fmla="*/ 551 h 8614"/>
              <a:gd name="connsiteX3" fmla="*/ 9146 w 9146"/>
              <a:gd name="connsiteY3" fmla="*/ 1636 h 8614"/>
              <a:gd name="connsiteX4" fmla="*/ 9146 w 9146"/>
              <a:gd name="connsiteY4" fmla="*/ 3251 h 8614"/>
              <a:gd name="connsiteX5" fmla="*/ 9137 w 9146"/>
              <a:gd name="connsiteY5" fmla="*/ 3623 h 8614"/>
              <a:gd name="connsiteX6" fmla="*/ 9121 w 9146"/>
              <a:gd name="connsiteY6" fmla="*/ 3871 h 8614"/>
              <a:gd name="connsiteX7" fmla="*/ 8886 w 9146"/>
              <a:gd name="connsiteY7" fmla="*/ 5206 h 8614"/>
              <a:gd name="connsiteX8" fmla="*/ 7746 w 9146"/>
              <a:gd name="connsiteY8" fmla="*/ 8358 h 8614"/>
              <a:gd name="connsiteX9" fmla="*/ 7356 w 9146"/>
              <a:gd name="connsiteY9" fmla="*/ 8612 h 8614"/>
              <a:gd name="connsiteX10" fmla="*/ 5638 w 9146"/>
              <a:gd name="connsiteY10" fmla="*/ 8612 h 8614"/>
              <a:gd name="connsiteX11" fmla="*/ 4086 w 9146"/>
              <a:gd name="connsiteY11" fmla="*/ 8612 h 8614"/>
              <a:gd name="connsiteX12" fmla="*/ 4086 w 9146"/>
              <a:gd name="connsiteY12" fmla="*/ 8614 h 8614"/>
              <a:gd name="connsiteX13" fmla="*/ 3047 w 9146"/>
              <a:gd name="connsiteY13" fmla="*/ 8614 h 8614"/>
              <a:gd name="connsiteX14" fmla="*/ 3047 w 9146"/>
              <a:gd name="connsiteY14" fmla="*/ 8612 h 8614"/>
              <a:gd name="connsiteX15" fmla="*/ 1050 w 9146"/>
              <a:gd name="connsiteY15" fmla="*/ 8612 h 8614"/>
              <a:gd name="connsiteX16" fmla="*/ 1050 w 9146"/>
              <a:gd name="connsiteY16" fmla="*/ 8613 h 8614"/>
              <a:gd name="connsiteX17" fmla="*/ 0 w 9146"/>
              <a:gd name="connsiteY17" fmla="*/ 8613 h 8614"/>
              <a:gd name="connsiteX18" fmla="*/ 0 w 9146"/>
              <a:gd name="connsiteY18" fmla="*/ 6 h 8614"/>
              <a:gd name="connsiteX19" fmla="*/ 629 w 9146"/>
              <a:gd name="connsiteY19" fmla="*/ 6 h 8614"/>
              <a:gd name="connsiteX20" fmla="*/ 629 w 9146"/>
              <a:gd name="connsiteY20" fmla="*/ 0 h 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146" h="8614">
                <a:moveTo>
                  <a:pt x="0" y="0"/>
                </a:moveTo>
                <a:lnTo>
                  <a:pt x="629" y="0"/>
                </a:lnTo>
                <a:lnTo>
                  <a:pt x="789" y="0"/>
                </a:lnTo>
                <a:lnTo>
                  <a:pt x="8584" y="0"/>
                </a:lnTo>
                <a:cubicBezTo>
                  <a:pt x="8888" y="0"/>
                  <a:pt x="9135" y="247"/>
                  <a:pt x="9135" y="551"/>
                </a:cubicBezTo>
                <a:lnTo>
                  <a:pt x="9146" y="1636"/>
                </a:lnTo>
                <a:lnTo>
                  <a:pt x="9146" y="3251"/>
                </a:lnTo>
                <a:cubicBezTo>
                  <a:pt x="9146" y="3375"/>
                  <a:pt x="9143" y="3499"/>
                  <a:pt x="9137" y="3623"/>
                </a:cubicBezTo>
                <a:lnTo>
                  <a:pt x="9121" y="3871"/>
                </a:lnTo>
                <a:cubicBezTo>
                  <a:pt x="9084" y="4323"/>
                  <a:pt x="9005" y="4770"/>
                  <a:pt x="8886" y="5206"/>
                </a:cubicBezTo>
                <a:cubicBezTo>
                  <a:pt x="8427" y="6880"/>
                  <a:pt x="7967" y="7915"/>
                  <a:pt x="7746" y="8358"/>
                </a:cubicBezTo>
                <a:cubicBezTo>
                  <a:pt x="7668" y="8515"/>
                  <a:pt x="7518" y="8612"/>
                  <a:pt x="7356" y="8612"/>
                </a:cubicBezTo>
                <a:lnTo>
                  <a:pt x="5638" y="8612"/>
                </a:lnTo>
                <a:lnTo>
                  <a:pt x="4086" y="8612"/>
                </a:lnTo>
                <a:lnTo>
                  <a:pt x="4086" y="8614"/>
                </a:lnTo>
                <a:lnTo>
                  <a:pt x="3047" y="8614"/>
                </a:lnTo>
                <a:lnTo>
                  <a:pt x="3047" y="8612"/>
                </a:lnTo>
                <a:lnTo>
                  <a:pt x="1050" y="8612"/>
                </a:lnTo>
                <a:lnTo>
                  <a:pt x="1050" y="8613"/>
                </a:lnTo>
                <a:lnTo>
                  <a:pt x="0" y="8613"/>
                </a:lnTo>
                <a:lnTo>
                  <a:pt x="0" y="1698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>
            <a:outerShdw blurRad="177800" sx="102000" sy="102000" algn="ctr" rotWithShape="0">
              <a:srgbClr val="000000">
                <a:alpha val="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 flipH="1">
            <a:off x="697230" y="695325"/>
            <a:ext cx="5801360" cy="5469890"/>
          </a:xfrm>
          <a:custGeom>
            <a:avLst/>
            <a:gdLst>
              <a:gd name="connsiteX0" fmla="*/ 619 w 9136"/>
              <a:gd name="connsiteY0" fmla="*/ 0 h 8614"/>
              <a:gd name="connsiteX1" fmla="*/ 8574 w 9136"/>
              <a:gd name="connsiteY1" fmla="*/ 0 h 8614"/>
              <a:gd name="connsiteX2" fmla="*/ 9125 w 9136"/>
              <a:gd name="connsiteY2" fmla="*/ 551 h 8614"/>
              <a:gd name="connsiteX3" fmla="*/ 9136 w 9136"/>
              <a:gd name="connsiteY3" fmla="*/ 1636 h 8614"/>
              <a:gd name="connsiteX4" fmla="*/ 9136 w 9136"/>
              <a:gd name="connsiteY4" fmla="*/ 3251 h 8614"/>
              <a:gd name="connsiteX5" fmla="*/ 9127 w 9136"/>
              <a:gd name="connsiteY5" fmla="*/ 3623 h 8614"/>
              <a:gd name="connsiteX6" fmla="*/ 9111 w 9136"/>
              <a:gd name="connsiteY6" fmla="*/ 3871 h 8614"/>
              <a:gd name="connsiteX7" fmla="*/ 8876 w 9136"/>
              <a:gd name="connsiteY7" fmla="*/ 5206 h 8614"/>
              <a:gd name="connsiteX8" fmla="*/ 7736 w 9136"/>
              <a:gd name="connsiteY8" fmla="*/ 8358 h 8614"/>
              <a:gd name="connsiteX9" fmla="*/ 7346 w 9136"/>
              <a:gd name="connsiteY9" fmla="*/ 8612 h 8614"/>
              <a:gd name="connsiteX10" fmla="*/ 5628 w 9136"/>
              <a:gd name="connsiteY10" fmla="*/ 8612 h 8614"/>
              <a:gd name="connsiteX11" fmla="*/ 4076 w 9136"/>
              <a:gd name="connsiteY11" fmla="*/ 8612 h 8614"/>
              <a:gd name="connsiteX12" fmla="*/ 4076 w 9136"/>
              <a:gd name="connsiteY12" fmla="*/ 8614 h 8614"/>
              <a:gd name="connsiteX13" fmla="*/ 3037 w 9136"/>
              <a:gd name="connsiteY13" fmla="*/ 8614 h 8614"/>
              <a:gd name="connsiteX14" fmla="*/ 3037 w 9136"/>
              <a:gd name="connsiteY14" fmla="*/ 8612 h 8614"/>
              <a:gd name="connsiteX15" fmla="*/ 1051 w 9136"/>
              <a:gd name="connsiteY15" fmla="*/ 8612 h 8614"/>
              <a:gd name="connsiteX16" fmla="*/ 1051 w 9136"/>
              <a:gd name="connsiteY16" fmla="*/ 8613 h 8614"/>
              <a:gd name="connsiteX17" fmla="*/ 0 w 9136"/>
              <a:gd name="connsiteY17" fmla="*/ 8613 h 8614"/>
              <a:gd name="connsiteX18" fmla="*/ 0 w 9136"/>
              <a:gd name="connsiteY18" fmla="*/ 6 h 8614"/>
              <a:gd name="connsiteX19" fmla="*/ 619 w 9136"/>
              <a:gd name="connsiteY19" fmla="*/ 6 h 8614"/>
              <a:gd name="connsiteX20" fmla="*/ 619 w 9136"/>
              <a:gd name="connsiteY20" fmla="*/ 0 h 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136" h="8614">
                <a:moveTo>
                  <a:pt x="619" y="0"/>
                </a:moveTo>
                <a:lnTo>
                  <a:pt x="8574" y="0"/>
                </a:lnTo>
                <a:cubicBezTo>
                  <a:pt x="8878" y="0"/>
                  <a:pt x="9125" y="247"/>
                  <a:pt x="9125" y="551"/>
                </a:cubicBezTo>
                <a:lnTo>
                  <a:pt x="9136" y="1636"/>
                </a:lnTo>
                <a:lnTo>
                  <a:pt x="9136" y="3251"/>
                </a:lnTo>
                <a:cubicBezTo>
                  <a:pt x="9136" y="3375"/>
                  <a:pt x="9133" y="3499"/>
                  <a:pt x="9127" y="3623"/>
                </a:cubicBezTo>
                <a:lnTo>
                  <a:pt x="9111" y="3871"/>
                </a:lnTo>
                <a:cubicBezTo>
                  <a:pt x="9074" y="4323"/>
                  <a:pt x="8995" y="4770"/>
                  <a:pt x="8876" y="5206"/>
                </a:cubicBezTo>
                <a:cubicBezTo>
                  <a:pt x="8417" y="6880"/>
                  <a:pt x="7957" y="7915"/>
                  <a:pt x="7736" y="8358"/>
                </a:cubicBezTo>
                <a:cubicBezTo>
                  <a:pt x="7658" y="8515"/>
                  <a:pt x="7508" y="8612"/>
                  <a:pt x="7346" y="8612"/>
                </a:cubicBezTo>
                <a:lnTo>
                  <a:pt x="5628" y="8612"/>
                </a:lnTo>
                <a:lnTo>
                  <a:pt x="4076" y="8612"/>
                </a:lnTo>
                <a:lnTo>
                  <a:pt x="4076" y="8614"/>
                </a:lnTo>
                <a:lnTo>
                  <a:pt x="3037" y="8614"/>
                </a:lnTo>
                <a:lnTo>
                  <a:pt x="3037" y="8612"/>
                </a:lnTo>
                <a:lnTo>
                  <a:pt x="1051" y="8612"/>
                </a:lnTo>
                <a:lnTo>
                  <a:pt x="1051" y="8613"/>
                </a:lnTo>
                <a:lnTo>
                  <a:pt x="0" y="8613"/>
                </a:lnTo>
                <a:lnTo>
                  <a:pt x="0" y="6"/>
                </a:lnTo>
                <a:lnTo>
                  <a:pt x="619" y="6"/>
                </a:lnTo>
                <a:lnTo>
                  <a:pt x="619" y="0"/>
                </a:lnTo>
                <a:close/>
              </a:path>
            </a:pathLst>
          </a:custGeom>
          <a:gradFill>
            <a:gsLst>
              <a:gs pos="79000">
                <a:srgbClr val="FFFFFF">
                  <a:alpha val="46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1800000" scaled="0"/>
          </a:gradFill>
          <a:ln w="31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9" name="标题 4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640840" y="1714500"/>
            <a:ext cx="4189095" cy="1319530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00000"/>
              </a:lnSpc>
            </a:pPr>
            <a:r>
              <a:rPr lang="zh-CN" altLang="en-US" sz="4000">
                <a:solidFill>
                  <a:srgbClr val="000000"/>
                </a:solidFill>
              </a:rPr>
              <a:t>可视化在线自动化工具</a:t>
            </a:r>
            <a:endParaRPr lang="zh-CN" altLang="en-US" sz="4000">
              <a:solidFill>
                <a:srgbClr val="000000"/>
              </a:solidFill>
            </a:endParaRPr>
          </a:p>
        </p:txBody>
      </p:sp>
      <p:sp>
        <p:nvSpPr>
          <p:cNvPr id="2" name="图形 64"/>
          <p:cNvSpPr/>
          <p:nvPr>
            <p:custDataLst>
              <p:tags r:id="rId5"/>
            </p:custDataLst>
          </p:nvPr>
        </p:nvSpPr>
        <p:spPr>
          <a:xfrm rot="60000" flipH="1">
            <a:off x="761994" y="3686823"/>
            <a:ext cx="1134314" cy="2283527"/>
          </a:xfrm>
          <a:custGeom>
            <a:avLst/>
            <a:gdLst>
              <a:gd name="connsiteX0" fmla="*/ 1786 w 1786"/>
              <a:gd name="connsiteY0" fmla="*/ 0 h 3596"/>
              <a:gd name="connsiteX1" fmla="*/ 337 w 1786"/>
              <a:gd name="connsiteY1" fmla="*/ 2185 h 3596"/>
              <a:gd name="connsiteX2" fmla="*/ 26 w 1786"/>
              <a:gd name="connsiteY2" fmla="*/ 2517 h 3596"/>
              <a:gd name="connsiteX3" fmla="*/ 240 w 1786"/>
              <a:gd name="connsiteY3" fmla="*/ 3146 h 3596"/>
              <a:gd name="connsiteX4" fmla="*/ 360 w 1786"/>
              <a:gd name="connsiteY4" fmla="*/ 3280 h 3596"/>
              <a:gd name="connsiteX5" fmla="*/ 495 w 1786"/>
              <a:gd name="connsiteY5" fmla="*/ 3588 h 3596"/>
              <a:gd name="connsiteX6" fmla="*/ 1786 w 1786"/>
              <a:gd name="connsiteY6" fmla="*/ 0 h 3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6" h="3596">
                <a:moveTo>
                  <a:pt x="1786" y="0"/>
                </a:moveTo>
                <a:cubicBezTo>
                  <a:pt x="1626" y="617"/>
                  <a:pt x="986" y="1602"/>
                  <a:pt x="337" y="2185"/>
                </a:cubicBezTo>
                <a:cubicBezTo>
                  <a:pt x="240" y="2259"/>
                  <a:pt x="79" y="2400"/>
                  <a:pt x="26" y="2517"/>
                </a:cubicBezTo>
                <a:cubicBezTo>
                  <a:pt x="-32" y="2684"/>
                  <a:pt x="-8" y="2899"/>
                  <a:pt x="240" y="3146"/>
                </a:cubicBezTo>
                <a:cubicBezTo>
                  <a:pt x="283" y="3188"/>
                  <a:pt x="324" y="3232"/>
                  <a:pt x="360" y="3280"/>
                </a:cubicBezTo>
                <a:cubicBezTo>
                  <a:pt x="429" y="3364"/>
                  <a:pt x="507" y="3491"/>
                  <a:pt x="495" y="3588"/>
                </a:cubicBezTo>
                <a:cubicBezTo>
                  <a:pt x="481" y="3747"/>
                  <a:pt x="1460" y="1532"/>
                  <a:pt x="1786" y="0"/>
                </a:cubicBezTo>
                <a:close/>
              </a:path>
            </a:pathLst>
          </a:custGeom>
          <a:gradFill flip="none" rotWithShape="1">
            <a:gsLst>
              <a:gs pos="50000">
                <a:schemeClr val="bg2"/>
              </a:gs>
              <a:gs pos="100000">
                <a:schemeClr val="tx1">
                  <a:lumMod val="55000"/>
                  <a:lumOff val="45000"/>
                </a:schemeClr>
              </a:gs>
            </a:gsLst>
            <a:lin ang="1800000" scaled="0"/>
            <a:tileRect/>
          </a:gradFill>
          <a:ln w="3175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6"/>
            </p:custDataLst>
          </p:nvPr>
        </p:nvSpPr>
        <p:spPr>
          <a:xfrm>
            <a:off x="1647190" y="3253740"/>
            <a:ext cx="881380" cy="5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95" y="805180"/>
            <a:ext cx="5419725" cy="512889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HIDL工具链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8" name="图片占位符 17" descr="69b61fc2b8111077b9e88de62a950c70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3430" b="14048"/>
          <a:stretch>
            <a:fillRect/>
          </a:stretch>
        </p:blipFill>
        <p:spPr>
          <a:xfrm>
            <a:off x="7010400" y="1524000"/>
            <a:ext cx="4572000" cy="2209800"/>
          </a:xfrm>
          <a:custGeom>
            <a:avLst/>
            <a:gdLst>
              <a:gd name="connisteX0" fmla="*/ 0 w 4572000"/>
              <a:gd name="connsiteY0" fmla="*/ 0 h 2209800"/>
              <a:gd name="connisteX1" fmla="*/ 4368800 w 4572000"/>
              <a:gd name="connsiteY1" fmla="*/ 0 h 2209800"/>
              <a:gd name="connisteX2" fmla="*/ 4572000 w 4572000"/>
              <a:gd name="connsiteY2" fmla="*/ 203200 h 2209800"/>
              <a:gd name="connisteX3" fmla="*/ 4572000 w 4572000"/>
              <a:gd name="connsiteY3" fmla="*/ 2006600 h 2209800"/>
              <a:gd name="connisteX4" fmla="*/ 4368800 w 4572000"/>
              <a:gd name="connsiteY4" fmla="*/ 2209800 h 2209800"/>
              <a:gd name="connisteX5" fmla="*/ 0 w 4572000"/>
              <a:gd name="connsiteY5" fmla="*/ 2209800 h 2209800"/>
              <a:gd name="connisteX6" fmla="*/ 0 w 4572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0"/>
                </a:moveTo>
                <a:lnTo>
                  <a:pt x="4368800" y="0"/>
                </a:lnTo>
                <a:cubicBezTo>
                  <a:pt x="4481024" y="0"/>
                  <a:pt x="4572000" y="90976"/>
                  <a:pt x="4572000" y="203200"/>
                </a:cubicBezTo>
                <a:lnTo>
                  <a:pt x="4572000" y="2006600"/>
                </a:lnTo>
                <a:cubicBezTo>
                  <a:pt x="4572000" y="2118824"/>
                  <a:pt x="4481024" y="2209800"/>
                  <a:pt x="4368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hidl-gen工具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用于自动生成Stub和Proxy代码，确保API的正确性，支持跨模块通信测试。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9" name="图片占位符 18" descr="de3ef70b14aa71ca6ae408a157e76a51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3753" r="3753"/>
          <a:stretch>
            <a:fillRect/>
          </a:stretch>
        </p:blipFill>
        <p:spPr>
          <a:xfrm>
            <a:off x="609600" y="4038600"/>
            <a:ext cx="4572000" cy="2209800"/>
          </a:xfrm>
          <a:custGeom>
            <a:avLst/>
            <a:gdLst>
              <a:gd name="connisteX0" fmla="*/ 0 w 4572000"/>
              <a:gd name="connsiteY0" fmla="*/ 203200 h 2209800"/>
              <a:gd name="connisteX1" fmla="*/ 203200 w 4572000"/>
              <a:gd name="connsiteY1" fmla="*/ 0 h 2209800"/>
              <a:gd name="connisteX2" fmla="*/ 4572000 w 4572000"/>
              <a:gd name="connsiteY2" fmla="*/ 0 h 2209800"/>
              <a:gd name="connisteX3" fmla="*/ 4572000 w 4572000"/>
              <a:gd name="connsiteY3" fmla="*/ 2209800 h 2209800"/>
              <a:gd name="connisteX4" fmla="*/ 203200 w 4572000"/>
              <a:gd name="connsiteY4" fmla="*/ 2209800 h 2209800"/>
              <a:gd name="connisteX5" fmla="*/ 0 w 4572000"/>
              <a:gd name="connsiteY5" fmla="*/ 2006600 h 2209800"/>
              <a:gd name="connisteX6" fmla="*/ 0 w 4572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hidl-gen -o ./gen -Lc++-impl -randroid.hardware:hardware/interfaces -randroid.hidl:system/libs/hidl/transport</a:t>
            </a:r>
            <a:r>
              <a:rPr lang="" altLang="en-US"/>
              <a:t> </a:t>
            </a:r>
            <a:r>
              <a:rPr lang="en-US" altLang="zh-CN"/>
              <a:t>android.hardware.automotive.vehicle@2.0</a:t>
            </a:r>
            <a:endParaRPr lang="en-US" altLang="zh-CN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调试工具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648200" y="4775200"/>
            <a:ext cx="6934200" cy="1473200"/>
            <a:chOff x="7320" y="7520"/>
            <a:chExt cx="10920" cy="2320"/>
          </a:xfrm>
        </p:grpSpPr>
      </p:grpSp>
      <p:pic>
        <p:nvPicPr>
          <p:cNvPr id="12" name="内容占位符 11" descr="simple_default_02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21193" b="21193"/>
          <a:stretch>
            <a:fillRect/>
          </a:stretch>
        </p:blipFill>
        <p:spPr>
          <a:xfrm>
            <a:off x="609600" y="6096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调试工具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dumpsys是Android系统内置的调试工具，用于帮助开发者快速定位问题。</a:t>
            </a:r>
            <a:endParaRPr lang="zh-CN" altLang="en-US"/>
          </a:p>
          <a:p>
            <a:r>
              <a:rPr lang="zh-CN" altLang="en-US"/>
              <a:t>例：adb shell dumpsys activity service com.android.car inject-vhal-event 0x40402132 10。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系统诊断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通过dumpsys，开发者可以获取系统服务的详细信息，对系统状态进行诊断，是Android开发和调试的有力助手。</a:t>
            </a:r>
            <a:endParaRPr lang="zh-CN" altLang="en-US" sz="1100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内存和性能分析工具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8" name="图片占位符 17" descr="simple_default_04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7672" r="17672"/>
          <a:stretch>
            <a:fillRect/>
          </a:stretch>
        </p:blipFill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Asan：内存检测工具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Asan，内存问题定位利器，配合llvm-symbolizer，精准调试。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pic>
        <p:nvPicPr>
          <p:cNvPr id="19" name="图片占位符 18" descr="ed7a39620fd7ee8e43f13490959967b0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23394"/>
          <a:stretch>
            <a:fillRect/>
          </a:stretch>
        </p:blipFill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simpleperf性能分析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simpleperf，安卓性能分析利器，抓取事件，生成可视化调用栈。</a:t>
            </a:r>
            <a:endParaRPr lang="zh-CN" altLang="en-US"/>
          </a:p>
        </p:txBody>
      </p:sp>
      <p:pic>
        <p:nvPicPr>
          <p:cNvPr id="21" name="图片 20" descr="IMG_26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038600"/>
            <a:ext cx="2595880" cy="22098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最佳实践建议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开发阶段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9600" y="4826000"/>
            <a:ext cx="10972800" cy="1422400"/>
            <a:chOff x="960" y="7600"/>
            <a:chExt cx="17280" cy="2240"/>
          </a:xfrm>
        </p:grpSpPr>
      </p:grpSp>
      <p:pic>
        <p:nvPicPr>
          <p:cNvPr id="17" name="内容占位符 16" descr="simple_default_0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6955" b="26955"/>
          <a:stretch>
            <a:fillRect/>
          </a:stretch>
        </p:blipFill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TDD与google test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采用TDD开发模式（google test）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建立自动化测试用例库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建立自动化测试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示例测试框架代码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测试车辆HAL速度属性获取，确保返回值非负。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集成阶段</a:t>
            </a:r>
            <a:endParaRPr lang="zh-CN" altLang="en-US"/>
          </a:p>
        </p:txBody>
      </p:sp>
      <p:pic>
        <p:nvPicPr>
          <p:cNvPr id="7" name="内容占位符 6" descr="c89a6fc914b7bd77c1a9cbcfe1cba866"/>
          <p:cNvPicPr>
            <a:picLocks noChangeAspect="1"/>
          </p:cNvPicPr>
          <p:nvPr>
            <p:ph idx="16386"/>
            <p:custDataLst>
              <p:tags r:id="rId2"/>
            </p:custDataLst>
          </p:nvPr>
        </p:nvPicPr>
        <p:blipFill>
          <a:blip r:embed="rId3"/>
          <a:srcRect t="810" b="810"/>
          <a:stretch>
            <a:fillRect/>
          </a:stretch>
        </p:blipFill>
        <p:spPr>
          <a:xfrm>
            <a:off x="609600" y="1524000"/>
            <a:ext cx="10972800" cy="4724400"/>
          </a:xfrm>
          <a:custGeom>
            <a:avLst/>
            <a:gdLst>
              <a:gd name="connisteX0" fmla="*/ 0 w 10972800"/>
              <a:gd name="connsiteY0" fmla="*/ 203200 h 4724400"/>
              <a:gd name="connisteX1" fmla="*/ 203200 w 10972800"/>
              <a:gd name="connsiteY1" fmla="*/ 0 h 4724400"/>
              <a:gd name="connisteX2" fmla="*/ 10769600 w 10972800"/>
              <a:gd name="connsiteY2" fmla="*/ 0 h 4724400"/>
              <a:gd name="connisteX3" fmla="*/ 10972800 w 10972800"/>
              <a:gd name="connsiteY3" fmla="*/ 203200 h 4724400"/>
              <a:gd name="connisteX4" fmla="*/ 10972800 w 10972800"/>
              <a:gd name="connsiteY4" fmla="*/ 4521200 h 4724400"/>
              <a:gd name="connisteX5" fmla="*/ 10769600 w 10972800"/>
              <a:gd name="connsiteY5" fmla="*/ 4724400 h 4724400"/>
              <a:gd name="connisteX6" fmla="*/ 203200 w 10972800"/>
              <a:gd name="connsiteY6" fmla="*/ 4724400 h 4724400"/>
              <a:gd name="connisteX7" fmla="*/ 0 w 10972800"/>
              <a:gd name="connsiteY7" fmla="*/ 4521200 h 4724400"/>
              <a:gd name="connisteX8" fmla="*/ 0 w 109728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4521200"/>
                </a:lnTo>
                <a:cubicBezTo>
                  <a:pt x="10972800" y="4633424"/>
                  <a:pt x="10881824" y="4724400"/>
                  <a:pt x="107696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158"/>
  <p:tag name="KSO_WM_TEMPLATE_CATEGORY" val="custom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titlestyle"/>
  <p:tag name="KSO_WM_TEMPLATE_INDEX" val="40490158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158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3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158"/>
  <p:tag name="KSO_WM_TEMPLATE_CATEGORY" val="custom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3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158"/>
  <p:tag name="KSO_WM_TEMPLATE_CATEGORY" val="custom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  <p:tag name="KSO_WM_UNIT_CONTENT_GROUP_TYPE" val="titlestyle"/>
  <p:tag name="KSO_WM_TEMPLATE_INDEX" val="40490158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4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158"/>
  <p:tag name="KSO_WM_TEMPLATE_CATEGORY" val="custom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4*h_a*2_1"/>
  <p:tag name="KSO_WM_UNIT_LAYERLEVEL" val="1_1"/>
  <p:tag name="KSO_WM_TAG_VERSION" val="3.0"/>
  <p:tag name="KSO_WM_BEAUTIFY_FLAG" val="#wm#"/>
  <p:tag name="KSO_WM_TEMPLATE_INDEX" val="40490158"/>
  <p:tag name="KSO_WM_TEMPLATE_CATEGORY" val="custom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4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158"/>
  <p:tag name="KSO_WM_TEMPLATE_CATEGORY" val="custom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4*h_a*1_1"/>
  <p:tag name="KSO_WM_UNIT_LAYERLEVEL" val="1_1"/>
  <p:tag name="KSO_WM_TAG_VERSION" val="3.0"/>
  <p:tag name="KSO_WM_BEAUTIFY_FLAG" val="#wm#"/>
  <p:tag name="KSO_WM_TEMPLATE_INDEX" val="40490158"/>
  <p:tag name="KSO_WM_TEMPLATE_CATEGORY" val="custom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titlestyle"/>
  <p:tag name="KSO_WM_TEMPLATE_INDEX" val="40490158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  <p:tag name="KSO_WM_TEMPLATE_INDEX" val="40490158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7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158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8*b*1"/>
  <p:tag name="KSO_WM_UNIT_LAYERLEVEL" val="1"/>
  <p:tag name="KSO_WM_TAG_VERSION" val="3.0"/>
  <p:tag name="KSO_WM_BEAUTIFY_FLAG" val="#wm#"/>
  <p:tag name="KSO_WM_UNIT_CONTENT_GROUP_TYPE" val="titlestyle"/>
  <p:tag name="KSO_WM_TEMPLATE_INDEX" val="40490158"/>
  <p:tag name="KSO_WM_TEMPLATE_CATEGORY" val="custom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8*a*1"/>
  <p:tag name="KSO_WM_UNIT_LAYERLEVEL" val="1"/>
  <p:tag name="KSO_WM_TAG_VERSION" val="3.0"/>
  <p:tag name="KSO_WM_BEAUTIFY_FLAG" val="#wm#"/>
  <p:tag name="KSO_WM_UNIT_CONTENT_GROUP_TYPE" val="titlestyle"/>
  <p:tag name="KSO_WM_TEMPLATE_INDEX" val="40490158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4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9*i*11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47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48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1e6d0e8283ce794f28a1e14dde4028a9de467544"/>
  <p:tag name="KSO_WM_NEWLAYOUT_ID" val="1266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9*i*8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9*i*9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9*i*10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5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158"/>
  <p:tag name="KSO_WM_TEMPLATE_CATEGORY" val="custom"/>
</p:tagLst>
</file>

<file path=ppt/tags/tag5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158"/>
  <p:tag name="KSO_WM_TEMPLATE_CATEGORY" val="custom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UNIT_TYPE" val="i"/>
  <p:tag name="KSO_WM_UNIT_INDEX" val="3"/>
  <p:tag name="KSO_WM_UNIT_ISNUMDGMTITLE" val="0"/>
  <p:tag name="KSO_WM_UNIT_NOCLEAR" val="0"/>
  <p:tag name="KSO_WM_TEMPLATE_INDEX" val="40490158"/>
  <p:tag name="KSO_WM_TEMPLATE_CATEGORY" val="custom"/>
</p:tagLst>
</file>

<file path=ppt/tags/tag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3.0"/>
  <p:tag name="KSO_WM_UNIT_TYPE" val="i"/>
  <p:tag name="KSO_WM_UNIT_INDEX" val="5"/>
  <p:tag name="KSO_WM_UNIT_ISNUMDGMTITLE" val="0"/>
  <p:tag name="KSO_WM_UNIT_NOCLEAR" val="0"/>
  <p:tag name="KSO_WM_TEMPLATE_INDEX" val="40490158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6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7a00ab6714ff6c0a7b14f011be82fd7b7f178c2b"/>
  <p:tag name="KSO_WM_NEWLAYOUT_ID" val="1272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61.xml><?xml version="1.0" encoding="utf-8"?>
<p:tagLst xmlns:p="http://schemas.openxmlformats.org/presentationml/2006/main">
  <p:tag name="KSO_WM_UNIT_PRESET_TEXT" val="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158"/>
  <p:tag name="KSO_WM_TEMPLATE_CATEGORY" val="custom"/>
</p:tagLst>
</file>

<file path=ppt/tags/tag6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158"/>
  <p:tag name="KSO_WM_TEMPLATE_CATEGORY" val="custom"/>
</p:tagLst>
</file>

<file path=ppt/tags/tag6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  <p:tag name="KSO_WM_UNIT_ISNUMDGMTITLE" val="0"/>
  <p:tag name="KSO_WM_UNIT_NOCLEAR" val="0"/>
  <p:tag name="KSO_WM_TEMPLATE_INDEX" val="40490158"/>
  <p:tag name="KSO_WM_TEMPLATE_CATEGORY" val="custom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  <p:tag name="KSO_WM_UNIT_ISNUMDGMTITLE" val="0"/>
  <p:tag name="KSO_WM_UNIT_NOCLEAR" val="0"/>
  <p:tag name="KSO_WM_TEMPLATE_INDEX" val="40490158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69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7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c0befd9b36d73d881c00b95ab3176b63ce559411"/>
  <p:tag name="KSO_WM_NEWLAYOUT_ID" val="1278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e57c2206199c0605d0daa0590f801f702cdacca"/>
  <p:tag name="KSO_WM_NEWLAYOUT_ID" val="1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072ec050d4c760ac783a343de70562e8b291f8d"/>
  <p:tag name="KSO_WM_NEWLAYOUT_GROUP_ID" val="layout_1-5"/>
  <p:tag name="KSO_WM_NEWLAYOUT_ID" val="slide_61223ae7a7f7aefc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9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6455f824690c159f071261bfe90c0bfe48f729"/>
  <p:tag name="KSO_WM_NEWLAYOUT_GROUP_ID" val="layout_53"/>
  <p:tag name="KSO_WM_NEWLAYOUT_ID" val="slide_d25e2dc535b7d148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1b1d725d7db2c47ee1860b5484d61a60b27a80"/>
  <p:tag name="KSO_WM_NEWLAYOUT_GROUP_ID" val="layout_22"/>
  <p:tag name="KSO_WM_NEWLAYOUT_ID" val="slide_2c75ac79bddf0be4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2768e9dc55d66a2907c6643e196f05fd799711c"/>
  <p:tag name="KSO_WM_NEWLAYOUT_GROUP_ID" val="layout_15"/>
  <p:tag name="KSO_WM_NEWLAYOUT_ID" val="slide_acdcb9a99a376160"/>
</p:tagLst>
</file>

<file path=ppt/tags/tag1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a02d7d750305de4eee34d1c026cd2ecb4a5f0ec"/>
  <p:tag name="KSO_WM_NEWLAYOUT_GROUP_ID" val="layout_39"/>
  <p:tag name="KSO_WM_NEWLAYOUT_ID" val="slide_0d6168c1bb5022a7"/>
</p:tagLst>
</file>

<file path=ppt/tags/tag1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3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13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a01832405f94f975c856c41eb4b75502d0465bc"/>
  <p:tag name="KSO_WM_NEWLAYOUT_GROUP_ID" val="layout_32"/>
  <p:tag name="KSO_WM_NEWLAYOUT_ID" val="slide_0b86848e9fb20af8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4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4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149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5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3_1"/>
  <p:tag name="KSO_WM_UNIT_TYPE" val="l_h_i"/>
</p:tagLst>
</file>

<file path=ppt/tags/tag15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55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db51284cd166c314ab14fc034826e90bd2d4f8"/>
  <p:tag name="KSO_WM_NEWLAYOUT_GROUP_ID" val="layout_61"/>
  <p:tag name="KSO_WM_NEWLAYOUT_ID" val="slide_1d512a589e2c0a59"/>
</p:tagLst>
</file>

<file path=ppt/tags/tag1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3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UNIT_INDEX" val="1_1"/>
  <p:tag name="KSO_WM_UNIT_TYPE" val="l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07e36505e0cdae080fd001a651eab5f2b3fc25"/>
  <p:tag name="KSO_WM_NEWLAYOUT_GROUP_ID" val="layout_59"/>
  <p:tag name="KSO_WM_NEWLAYOUT_ID" val="slide_c59fbf18d7813b6a"/>
</p:tagLst>
</file>

<file path=ppt/tags/tag1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a7bb5215df658487e991086f4e627a59e138af"/>
  <p:tag name="KSO_WM_NEWLAYOUT_GROUP_ID" val="layout_51"/>
  <p:tag name="KSO_WM_NEWLAYOUT_ID" val="slide_aaa6327b7f6ff5c7"/>
</p:tagLst>
</file>

<file path=ppt/tags/tag1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1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033731e9b54d82eebdada9fa175a5cdb60ac21"/>
  <p:tag name="KSO_WM_NEWLAYOUT_GROUP_ID" val="layout_13"/>
  <p:tag name="KSO_WM_NEWLAYOUT_ID" val="slide_e4acea7c077078b0"/>
</p:tagLst>
</file>

<file path=ppt/tags/tag1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274e0c931ce0c449673217819a08193fd95ae12"/>
  <p:tag name="KSO_WM_NEWLAYOUT_GROUP_ID" val="layout_26"/>
  <p:tag name="KSO_WM_NEWLAYOUT_ID" val="slide_5397de42ff9007f8"/>
</p:tagLst>
</file>

<file path=ppt/tags/tag2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e443c17ad3b936bd31c41117f7e4b638aafe53d"/>
  <p:tag name="KSO_WM_NEWLAYOUT_GROUP_ID" val="layout_63"/>
  <p:tag name="KSO_WM_NEWLAYOUT_ID" val="slide_bd0e730e40c5a9b1"/>
</p:tagLst>
</file>

<file path=ppt/tags/tag2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cdac2e56b4d067be1b5660537b21d27a4422ac"/>
  <p:tag name="KSO_WM_NEWLAYOUT_GROUP_ID" val="layout_2"/>
  <p:tag name="KSO_WM_NEWLAYOUT_ID" val="slide_d19e6d640707aedf"/>
</p:tagLst>
</file>

<file path=ppt/tags/tag2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34eb3eabcf18420164c703c8dd567fdc9453ff9"/>
  <p:tag name="KSO_WM_NEWLAYOUT_GROUP_ID" val="layout_42"/>
  <p:tag name="KSO_WM_NEWLAYOUT_ID" val="slide_91d35521429d196c"/>
</p:tagLst>
</file>

<file path=ppt/tags/tag2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0587d151815539cb07a1522b7068e88c5090d2"/>
  <p:tag name="KSO_WM_NEWLAYOUT_GROUP_ID" val="layout_10"/>
  <p:tag name="KSO_WM_NEWLAYOUT_ID" val="slide_628de040b529144d"/>
</p:tagLst>
</file>

<file path=ppt/tags/tag2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aee8691d1e011b44c510c784ab7925cba51efc"/>
  <p:tag name="KSO_WM_NEWLAYOUT_GROUP_ID" val="layout_3"/>
  <p:tag name="KSO_WM_NEWLAYOUT_ID" val="slide_d34ee385bdad3e3c"/>
</p:tagLst>
</file>

<file path=ppt/tags/tag25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0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6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68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9b834ace76b014945aaec8df991b43f15278ec"/>
  <p:tag name="KSO_WM_NEWLAYOUT_GROUP_ID" val="layout_29"/>
  <p:tag name="KSO_WM_NEWLAYOUT_ID" val="slide_71306c912136627e"/>
</p:tagLst>
</file>

<file path=ppt/tags/tag2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7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277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3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2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6439c37b7da11f59906ed1993b1f1f75f046df"/>
  <p:tag name="KSO_WM_NEWLAYOUT_GROUP_ID" val="layout_31"/>
  <p:tag name="KSO_WM_NEWLAYOUT_ID" val="slide_5de812628256de36"/>
</p:tagLst>
</file>

<file path=ppt/tags/tag2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aee8691d1e011b44c510c784ab7925cba51efc"/>
  <p:tag name="KSO_WM_NEWLAYOUT_GROUP_ID" val="layout_3"/>
  <p:tag name="KSO_WM_NEWLAYOUT_ID" val="slide_d34ee385bdad3e3c"/>
</p:tagLst>
</file>

<file path=ppt/tags/tag31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1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18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22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26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223aa0c776103d53ab85c068e9d850b2880ed6"/>
  <p:tag name="KSO_WM_NEWLAYOUT_GROUP_ID" val="layout_10007"/>
  <p:tag name="KSO_WM_NEWLAYOUT_ID" val="slide_5d74a312f6e6264e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b367a7614d17fe6477d0c08183ddb58bdc697a3"/>
  <p:tag name="KSO_WM_NEWLAYOUT_GROUP_ID" val="layout_30"/>
  <p:tag name="KSO_WM_NEWLAYOUT_ID" val="slide_fd0457e5c672de25"/>
</p:tagLst>
</file>

<file path=ppt/tags/tag3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7dcd1283a6e8d737df93b336a01625183fe07e"/>
  <p:tag name="KSO_WM_NEWLAYOUT_GROUP_ID" val="layout_30"/>
  <p:tag name="KSO_WM_NEWLAYOUT_ID" val="slide_a16b2b5fbc98ea23"/>
</p:tagLst>
</file>

<file path=ppt/tags/tag3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36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3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UNIT_ISNUMDGMTITLE" val="0"/>
  <p:tag name="KSO_WM_UNIT_NOCLEAR" val="0"/>
  <p:tag name="KSO_WM_TEMPLATE_INDEX" val="40490158"/>
  <p:tag name="KSO_WM_TEMPLATE_CATEGORY" val="custom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8"/>
  <p:tag name="KSO_WM_TEMPLATE_CATEGORY" val="custom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58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40490158"/>
  <p:tag name="KSO_WM_UNIT_ISNUMDGMTITLE" val="0"/>
</p:tagLst>
</file>

<file path=ppt/tags/tag37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8"/>
  <p:tag name="KSO_WM_TEMPLATE_CATEGORY" val="custom"/>
  <p:tag name="KSO_WM_TEMPLATE_MASTER_TYPE" val="0"/>
  <p:tag name="KSO_WM_TAG_VERSION" val="3.0"/>
</p:tagLst>
</file>

<file path=ppt/tags/tag37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AITEMPLATE_STYLE_ID" val="69796631519"/>
</p:tagLst>
</file>

<file path=ppt/tags/tag378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1e6d0e8283ce794f28a1e14dde4028a9de467544"/>
  <p:tag name="KSO_WM_NEWLAYOUT_ID" val="1266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379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380.xml><?xml version="1.0" encoding="utf-8"?>
<p:tagLst xmlns:p="http://schemas.openxmlformats.org/presentationml/2006/main">
  <p:tag name="KSO_WM_BEAUTIFY_FLAG" val="#wm#"/>
  <p:tag name="KSO_WM_SLIDE_HAS_MASK" val="0"/>
  <p:tag name="KSO_WM_SLIDE_ID" val="custom40490158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INDEX" val="40490158"/>
  <p:tag name="KSO_WM_TEMPLATE_MASTER_TYPE" val="0"/>
  <p:tag name="KSO_WM_TEMPLATE_SLIDE_ID" val="slide_4b787e1769c53a6b"/>
  <p:tag name="KSO_WM_TEMPLATE_SUBCATEGORY" val="29"/>
  <p:tag name="KSO_WM_TEMPLATE_THUMBS_INDEX" val="1、9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072ec050d4c760ac783a343de70562e8b291f8d"/>
  <p:tag name="KSO_WM_NEWLAYOUT_GROUP_ID" val="layout_1-5"/>
  <p:tag name="KSO_WM_NEWLAYOUT_ID" val="slide_61223ae7a7f7aefc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8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  <p:tag name="KSO_WM_UNIT_PRESET_TEXT" val=" "/>
  <p:tag name="KSO_WM_SLIDE_FIGMA_DIAGRAM" val="1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8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  <p:tag name="KSO_WM_UNIT_PRESET_TEXT" val=" "/>
  <p:tag name="KSO_WM_SLIDE_FIGMA_DIAGRAM" val="1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9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  <p:tag name="KSO_WM_UNIT_PRESET_TEXT" val=" "/>
  <p:tag name="KSO_WM_SLIDE_FIGMA_DIAGRAM" val="1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9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  <p:tag name="KSO_WM_UNIT_PRESET_TEXT" val=" "/>
  <p:tag name="KSO_WM_SLIDE_FIGMA_DIAGRAM" val="1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95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TEMPLATE_FIGMA_ID" val="69796631519"/>
  <p:tag name="KSO_WM_TEMPLATE_SLIDE_ID" val="slide_61223ae7a7f7aefc"/>
</p:tagLst>
</file>

<file path=ppt/tags/tag39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7a00ab6714ff6c0a7b14f011be82fd7b7f178c2b"/>
  <p:tag name="KSO_WM_NEWLAYOUT_ID" val="1272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397.xml><?xml version="1.0" encoding="utf-8"?>
<p:tagLst xmlns:p="http://schemas.openxmlformats.org/presentationml/2006/main">
  <p:tag name="KSO_WM_UNIT_PRESET_TEXT" val="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398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HAS_MASK" val="0"/>
  <p:tag name="KSO_WM_SLIDE_ID" val="custom40490158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d635315789958f2d"/>
  <p:tag name="KSO_WM_TEMPLATE_SUBCATEGORY" val="29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6455f824690c159f071261bfe90c0bfe48f729"/>
  <p:tag name="KSO_WM_NEWLAYOUT_GROUP_ID" val="layout_53"/>
  <p:tag name="KSO_WM_NEWLAYOUT_ID" val="slide_d25e2dc535b7d148"/>
  <p:tag name="KSO_WM_UNIT_PRESET_TEXT" val="单击此处添加标题"/>
</p:tagLst>
</file>

<file path=ppt/tags/tag4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  <p:tag name="KSO_WM_UNIT_PRESET_TEXT" val=" 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  <p:tag name="KSO_WM_UNIT_PRESET_TEXT" val=" 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211296248327&quot;}*galley_galley_ai_*1758770579214_42.192_005205178160-slide-3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8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519"/>
  <p:tag name="KSO_WM_TEMPLATE_SLIDE_ID" val="slide_d25e2dc535b7d148"/>
  <p:tag name="resource_record_key" val="{&quot;13&quot;:[4364884,4364886,4364903,4364888,4364878,19972064],&quot;65&quot;:[40490158]}"/>
</p:tagLst>
</file>

<file path=ppt/tags/tag4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9b834ace76b014945aaec8df991b43f15278ec"/>
  <p:tag name="KSO_WM_NEWLAYOUT_GROUP_ID" val="layout_29"/>
  <p:tag name="KSO_WM_NEWLAYOUT_ID" val="slide_71306c912136627e"/>
  <p:tag name="KSO_WM_UNIT_PRESET_TEXT" val="单击此处添加标题"/>
</p:tagLst>
</file>

<file path=ppt/tags/tag41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411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7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0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2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1519"/>
  <p:tag name="KSO_WM_TEMPLATE_SLIDE_ID" val="slide_71306c912136627e"/>
</p:tagLst>
</file>

<file path=ppt/tags/tag4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6439c37b7da11f59906ed1993b1f1f75f046df"/>
  <p:tag name="KSO_WM_NEWLAYOUT_GROUP_ID" val="layout_31"/>
  <p:tag name="KSO_WM_NEWLAYOUT_ID" val="slide_5de812628256de36"/>
  <p:tag name="KSO_WM_UNIT_PRESET_TEXT" val="单击此处添加标题"/>
</p:tagLst>
</file>

<file path=ppt/tags/tag4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155015040&quot;,&quot;product_name&quot;:&quot;wps-wpp-pc&quot;,&quot;intention_code&quot;:&quot;wps_wpp_generate_slide_theme&quot;}*gallery_gallery_ai_v2.1.5_ONLINE*3064316530633838373265373232316334653763386135326439656436333935-slide-0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21677462&quot;,&quot;product_name&quot;:&quot;wps-wpp-pc&quot;,&quot;intention_code&quot;:&quot;wps_wpp_generate_slide_theme&quot;}*gallery_gallery_ai_v2.1.5_ONLINE*3064316530633838373265373232316334653763386135326439656436333935-slide-0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155498043&quot;,&quot;product_name&quot;:&quot;wps-wpp-pc&quot;,&quot;intention_code&quot;:&quot;wps_wpp_generate_slide_theme&quot;}*gallery_gallery_ai_v2.1.5_ONLINE*3064316530633838373265373232316334653763386135326439656436333935-slide-0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VCG41N1390201215&quot;,&quot;product_name&quot;:&quot;wps-wpp-pc&quot;,&quot;intention_code&quot;:&quot;wps_wpp_generate_slide_theme&quot;}*gallery_gallery_ai_v2.1.5_ONLINE*3064316530633838373265373232316334653763386135326439656436333935-slide-0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41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1519"/>
  <p:tag name="KSO_WM_TEMPLATE_SLIDE_ID" val="slide_5de812628256de36"/>
</p:tagLst>
</file>

<file path=ppt/tags/tag4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a02d7d750305de4eee34d1c026cd2ecb4a5f0ec"/>
  <p:tag name="KSO_WM_NEWLAYOUT_GROUP_ID" val="layout_39"/>
  <p:tag name="KSO_WM_NEWLAYOUT_ID" val="slide_0d6168c1bb5022a7"/>
  <p:tag name="KSO_WM_UNIT_PRESET_TEXT" val="单击此处添加标题"/>
</p:tagLst>
</file>

<file path=ppt/tags/tag4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  <p:tag name="KSO_WM_UNIT_PRESET_TEXT" val=" "/>
</p:tagLst>
</file>

<file path=ppt/tags/tag44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  <p:tag name="KSO_WM_UNIT_PRESET_TEXT" val=" "/>
</p:tagLst>
</file>

<file path=ppt/tags/tag44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1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519"/>
  <p:tag name="KSO_WM_TEMPLATE_SLIDE_ID" val="slide_0d6168c1bb5022a7"/>
</p:tagLst>
</file>

<file path=ppt/tags/tag4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aee8691d1e011b44c510c784ab7925cba51efc"/>
  <p:tag name="KSO_WM_NEWLAYOUT_GROUP_ID" val="layout_3"/>
  <p:tag name="KSO_WM_NEWLAYOUT_ID" val="slide_d34ee385bdad3e3c"/>
  <p:tag name="KSO_WM_UNIT_PRESET_TEXT" val="单击此处添加标题"/>
</p:tagLst>
</file>

<file path=ppt/tags/tag45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6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6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1519"/>
  <p:tag name="KSO_WM_TEMPLATE_SLIDE_ID" val="slide_d34ee385bdad3e3c"/>
</p:tagLst>
</file>

<file path=ppt/tags/tag46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7a00ab6714ff6c0a7b14f011be82fd7b7f178c2b"/>
  <p:tag name="KSO_WM_NEWLAYOUT_ID" val="1272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465.xml><?xml version="1.0" encoding="utf-8"?>
<p:tagLst xmlns:p="http://schemas.openxmlformats.org/presentationml/2006/main">
  <p:tag name="KSO_WM_UNIT_PRESET_TEXT" val="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466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HAS_MASK" val="0"/>
  <p:tag name="KSO_WM_SLIDE_ID" val="custom40490158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d635315789958f2d"/>
  <p:tag name="KSO_WM_TEMPLATE_SUBCATEGORY" val="29"/>
</p:tagLst>
</file>

<file path=ppt/tags/tag4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a01832405f94f975c856c41eb4b75502d0465bc"/>
  <p:tag name="KSO_WM_NEWLAYOUT_GROUP_ID" val="layout_32"/>
  <p:tag name="KSO_WM_NEWLAYOUT_ID" val="slide_0b86848e9fb20af8"/>
  <p:tag name="KSO_WM_UNIT_PRESET_TEXT" val="单击此处添加标题"/>
</p:tagLst>
</file>

<file path=ppt/tags/tag4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  <p:tag name="KSO_WM_UNIT_PRESET_TEXT" val=" "/>
</p:tagLst>
</file>

<file path=ppt/tags/tag46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  <p:tag name="KSO_WM_UNIT_PRESET_TEXT" val=" "/>
</p:tagLst>
</file>

<file path=ppt/tags/tag470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  <p:tag name="KSO_WM_UNIT_PRESET_TEXT" val=" "/>
</p:tagLst>
</file>

<file path=ppt/tags/tag47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  <p:tag name="KSO_WM_UNIT_PRESET_TEXT" val=" "/>
</p:tagLst>
</file>

<file path=ppt/tags/tag47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3_1"/>
  <p:tag name="KSO_WM_UNIT_TYPE" val="l_h_i"/>
  <p:tag name="KSO_WM_UNIT_PRESET_TEXT" val=" "/>
</p:tagLst>
</file>

<file path=ppt/tags/tag47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  <p:tag name="KSO_WM_UNIT_PRESET_TEXT" val=" "/>
</p:tagLst>
</file>

<file path=ppt/tags/tag48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8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519"/>
  <p:tag name="KSO_WM_TEMPLATE_SLIDE_ID" val="slide_0b86848e9fb20af8"/>
</p:tagLst>
</file>

<file path=ppt/tags/tag4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db51284cd166c314ab14fc034826e90bd2d4f8"/>
  <p:tag name="KSO_WM_NEWLAYOUT_GROUP_ID" val="layout_61"/>
  <p:tag name="KSO_WM_NEWLAYOUT_ID" val="slide_1d512a589e2c0a59"/>
  <p:tag name="KSO_WM_UNIT_PRESET_TEXT" val="单击此处添加标题"/>
</p:tagLst>
</file>

<file path=ppt/tags/tag485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UNIT_INDEX" val="1_1"/>
  <p:tag name="KSO_WM_UNIT_TYPE" val="l_i"/>
  <p:tag name="KSO_WM_UNIT_PRESET_TEXT" val=" 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95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519"/>
  <p:tag name="KSO_WM_TEMPLATE_SLIDE_ID" val="slide_1d512a589e2c0a59"/>
</p:tagLst>
</file>

<file path=ppt/tags/tag4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191_1*i*1"/>
  <p:tag name="KSO_WM_TEMPLATE_CATEGORY" val="custom"/>
  <p:tag name="KSO_WM_TEMPLATE_INDEX" val="20235191"/>
  <p:tag name="KSO_WM_UNIT_LAYERLEVEL" val="1"/>
  <p:tag name="KSO_WM_TAG_VERSION" val="3.0"/>
  <p:tag name="KSO_WM_UNIT_TYPE" val="i"/>
  <p:tag name="KSO_WM_UNIT_INDEX" val="1"/>
</p:tagLst>
</file>

<file path=ppt/tags/tag4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191_1*i*2"/>
  <p:tag name="KSO_WM_TEMPLATE_CATEGORY" val="custom"/>
  <p:tag name="KSO_WM_TEMPLATE_INDEX" val="20235191"/>
  <p:tag name="KSO_WM_UNIT_LAYERLEVEL" val="1"/>
  <p:tag name="KSO_WM_TAG_VERSION" val="3.0"/>
  <p:tag name="KSO_WM_UNIT_TYPE" val="i"/>
  <p:tag name="KSO_WM_UNIT_INDEX" val="2"/>
</p:tagLst>
</file>

<file path=ppt/tags/tag4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191_1*i*3"/>
  <p:tag name="KSO_WM_TEMPLATE_CATEGORY" val="custom"/>
  <p:tag name="KSO_WM_TEMPLATE_INDEX" val="20235191"/>
  <p:tag name="KSO_WM_UNIT_LAYERLEVEL" val="1"/>
  <p:tag name="KSO_WM_TAG_VERSION" val="3.0"/>
  <p:tag name="KSO_WM_UNIT_TYPE" val="i"/>
  <p:tag name="KSO_WM_UNIT_INDEX" val="3"/>
</p:tagLst>
</file>

<file path=ppt/tags/tag499.xml><?xml version="1.0" encoding="utf-8"?>
<p:tagLst xmlns:p="http://schemas.openxmlformats.org/presentationml/2006/main">
  <p:tag name="PICID" val="{578d7557-5c41-4265-af82-7497c716a6b8}"/>
  <p:tag name="KSO_WM_UNIT_PICTURE_SUBTYPE" val="b"/>
  <p:tag name="KSO_WM_UNIT_VALUE" val="840*2779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191_1*d*1"/>
  <p:tag name="KSO_WM_TEMPLATE_CATEGORY" val="custom"/>
  <p:tag name="KSO_WM_TEMPLATE_INDEX" val="20235191"/>
  <p:tag name="KSO_WM_UNIT_LAYERLEVEL" val="1"/>
  <p:tag name="KSO_WM_TAG_VERSION" val="3.0"/>
  <p:tag name="KSO_WM_BEAUTIFY_FLAG" val="#wm#"/>
</p:tagLst>
</file>

<file path=ppt/tags/tag5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191_1*a*1"/>
  <p:tag name="KSO_WM_TEMPLATE_CATEGORY" val="custom"/>
  <p:tag name="KSO_WM_TEMPLATE_INDEX" val="20235191"/>
  <p:tag name="KSO_WM_UNIT_LAYERLEVEL" val="1"/>
  <p:tag name="KSO_WM_TAG_VERSION" val="3.0"/>
  <p:tag name="KSO_WM_BEAUTIFY_FLAG" val="#wm#"/>
  <p:tag name="KSO_WM_UNIT_VALUE" val="21"/>
  <p:tag name="KSO_WM_UNIT_TEXT_TYPE" val="1"/>
  <p:tag name="KSO_WM_UNIT_PRESET_TEXT" val="单击此处编辑添加标题内容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191_1*i*4"/>
  <p:tag name="KSO_WM_TEMPLATE_CATEGORY" val="custom"/>
  <p:tag name="KSO_WM_TEMPLATE_INDEX" val="20235191"/>
  <p:tag name="KSO_WM_UNIT_LAYERLEVEL" val="1"/>
  <p:tag name="KSO_WM_TAG_VERSION" val="3.0"/>
  <p:tag name="KSO_WM_BEAUTIFY_FLAG" val="#wm#"/>
</p:tagLst>
</file>

<file path=ppt/tags/tag5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191_1*f*1"/>
  <p:tag name="KSO_WM_TEMPLATE_CATEGORY" val="custom"/>
  <p:tag name="KSO_WM_TEMPLATE_INDEX" val="20235191"/>
  <p:tag name="KSO_WM_UNIT_LAYERLEVEL" val="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3"/>
  <p:tag name="KSO_WM_DIAGRAM_MIN_ITEMCNT" val="1"/>
  <p:tag name="KSO_WM_DIAGRAM_VIRTUALLY_FRAME" val="{&quot;height&quot;:96.31921259842525,&quot;left&quot;:148.78606299212598,&quot;top&quot;:380.0154330708661,&quot;width&quot;:666.72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LAYER_COUNT" val="1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</p:tagLst>
</file>

<file path=ppt/tags/tag503.xml><?xml version="1.0" encoding="utf-8"?>
<p:tagLst xmlns:p="http://schemas.openxmlformats.org/presentationml/2006/main">
  <p:tag name="KSO_WM_SLIDE_ID" val="custom20235191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191"/>
  <p:tag name="KSO_WM_SLIDE_TYPE" val="text"/>
  <p:tag name="KSO_WM_SLIDE_SUBTYPE" val="picTxt"/>
  <p:tag name="KSO_WM_SLIDE_SIZE" val="960*496"/>
  <p:tag name="KSO_WM_SLIDE_POSITION" val="0*0"/>
  <p:tag name="KSO_WM_SLIDE_LAYOUT" val="a_d_f"/>
  <p:tag name="KSO_WM_SLIDE_LAYOUT_CNT" val="1_1_1"/>
  <p:tag name="KSO_WM_SPECIAL_SOURCE" val="bdnull"/>
</p:tagLst>
</file>

<file path=ppt/tags/tag5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a7bb5215df658487e991086f4e627a59e138af"/>
  <p:tag name="KSO_WM_NEWLAYOUT_GROUP_ID" val="layout_51"/>
  <p:tag name="KSO_WM_NEWLAYOUT_ID" val="slide_aaa6327b7f6ff5c7"/>
  <p:tag name="KSO_WM_UNIT_PRESET_TEXT" val="单击此处添加标题"/>
</p:tagLst>
</file>

<file path=ppt/tags/tag5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490551991&quot;}*galley_galley_ai_*1758770579214_42.192_005205178160-slide-11"/>
</p:tagLst>
</file>

<file path=ppt/tags/tag5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  <p:tag name="KSO_WM_UNIT_PRESET_TEXT" val=" 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  <p:tag name="KSO_WM_UNIT_PRESET_TEXT" val=" 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  <p:tag name="KSO_WM_UNIT_PRESET_TEXT" val=" 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15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519"/>
  <p:tag name="KSO_WM_TEMPLATE_SLIDE_ID" val="slide_aaa6327b7f6ff5c7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215_1*i*1"/>
  <p:tag name="KSO_WM_TEMPLATE_CATEGORY" val="custom"/>
  <p:tag name="KSO_WM_TEMPLATE_INDEX" val="20235215"/>
  <p:tag name="KSO_WM_UNIT_LAYERLEVEL" val="1"/>
  <p:tag name="KSO_WM_TAG_VERSION" val="3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215_1*i*2"/>
  <p:tag name="KSO_WM_TEMPLATE_CATEGORY" val="custom"/>
  <p:tag name="KSO_WM_TEMPLATE_INDEX" val="20235215"/>
  <p:tag name="KSO_WM_UNIT_LAYERLEVEL" val="1"/>
  <p:tag name="KSO_WM_TAG_VERSION" val="3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215_1*i*3"/>
  <p:tag name="KSO_WM_TEMPLATE_CATEGORY" val="custom"/>
  <p:tag name="KSO_WM_TEMPLATE_INDEX" val="20235215"/>
  <p:tag name="KSO_WM_UNIT_LAYERLEVEL" val="1"/>
  <p:tag name="KSO_WM_TAG_VERSION" val="3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15_1*a*1"/>
  <p:tag name="KSO_WM_TEMPLATE_CATEGORY" val="custom"/>
  <p:tag name="KSO_WM_TEMPLATE_INDEX" val="2023521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6"/>
  <p:tag name="KSO_WM_UNIT_TYPE" val="a"/>
  <p:tag name="KSO_WM_UNIT_INDEX" val="1"/>
  <p:tag name="KSO_WM_UNIT_PRESET_TEXT" val="单击此处&#10;添加你的标题"/>
  <p:tag name="KSO_WM_UNIT_TEXT_TYPE" val="1"/>
</p:tagLst>
</file>

<file path=ppt/tags/tag5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215_1*i*4"/>
  <p:tag name="KSO_WM_TEMPLATE_CATEGORY" val="custom"/>
  <p:tag name="KSO_WM_TEMPLATE_INDEX" val="20235215"/>
  <p:tag name="KSO_WM_UNIT_LAYERLEVEL" val="1"/>
  <p:tag name="KSO_WM_TAG_VERSION" val="3.0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15_1*i*5"/>
  <p:tag name="KSO_WM_TEMPLATE_CATEGORY" val="custom"/>
  <p:tag name="KSO_WM_TEMPLATE_INDEX" val="2023521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15_1*f*1"/>
  <p:tag name="KSO_WM_TEMPLATE_CATEGORY" val="custom"/>
  <p:tag name="KSO_WM_TEMPLATE_INDEX" val="20235215"/>
  <p:tag name="KSO_WM_UNIT_LAYERLEVEL" val="1"/>
  <p:tag name="KSO_WM_TAG_VERSION" val="3.0"/>
  <p:tag name="KSO_WM_BEAUTIFY_FLAG" val="#wm#"/>
  <p:tag name="KSO_WM_UNIT_SUBTYPE" val="a"/>
  <p:tag name="KSO_WM_UNIT_TEXT_LAYER_COUNT" val="1"/>
  <p:tag name="KSO_WM_UNIT_NOCLEAR" val="0"/>
  <p:tag name="KSO_WM_UNIT_VALUE" val="42"/>
  <p:tag name="KSO_WM_UNIT_TYPE" val="f"/>
  <p:tag name="KSO_WM_UNIT_INDEX" val="1"/>
  <p:tag name="KSO_WM_UNIT_PRESET_TEXT" val="PPT不仅是信息的载体，更是创意与灵感的火花碰撞，是一场视觉盛宴。"/>
  <p:tag name="KSO_WM_UNIT_TEXT_TYPE" val="1"/>
</p:tagLst>
</file>

<file path=ppt/tags/tag523.xml><?xml version="1.0" encoding="utf-8"?>
<p:tagLst xmlns:p="http://schemas.openxmlformats.org/presentationml/2006/main">
  <p:tag name="KSO_WM_BEAUTIFY_FLAG" val="#wm#"/>
  <p:tag name="KSO_WM_TEMPLATE_CATEGORY" val="custom"/>
  <p:tag name="KSO_WM_TEMPLATE_INDEX" val="20235215"/>
  <p:tag name="RESOURCE_RECORD_KEY" val="{&quot;10&quot;:[21565021,4122201,20210566,50016350],&quot;65&quot;:[3]}"/>
  <p:tag name="KSO_WM_SLIDE_ID" val="custom2023521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d_f"/>
  <p:tag name="KSO_WM_SLIDE_LAYOUT_CNT" val="1_1_1"/>
  <p:tag name="KSO_WM_SLIDE_TYPE" val="text"/>
  <p:tag name="KSO_WM_SLIDE_SUBTYPE" val="picTxt"/>
  <p:tag name="KSO_WM_SLIDE_SIZE" val="850*430"/>
  <p:tag name="KSO_WM_SLIDE_POSITION" val="54*54"/>
</p:tagLst>
</file>

<file path=ppt/tags/tag5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58_1*a*1"/>
  <p:tag name="KSO_WM_TEMPLATE_CATEGORY" val="custom"/>
  <p:tag name="KSO_WM_TEMPLATE_INDEX" val="20235058"/>
  <p:tag name="KSO_WM_UNIT_LAYERLEVEL" val="1"/>
  <p:tag name="KSO_WM_TAG_VERSION" val="3.0"/>
  <p:tag name="KSO_WM_BEAUTIFY_FLAG" val="#wm#"/>
  <p:tag name="KSO_WM_UNIT_TEXT_TYPE" val="1"/>
  <p:tag name="KSO_WM_UNIT_PRESET_TEXT" val="单击此处编辑&#10;添加标题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058_1*i*1"/>
  <p:tag name="KSO_WM_TEMPLATE_CATEGORY" val="custom"/>
  <p:tag name="KSO_WM_TEMPLATE_INDEX" val="20235058"/>
  <p:tag name="KSO_WM_UNIT_LAYERLEVEL" val="1"/>
  <p:tag name="KSO_WM_TAG_VERSION" val="3.0"/>
  <p:tag name="KSO_WM_BEAUTIFY_FLAG" val="#wm#"/>
</p:tagLst>
</file>

<file path=ppt/tags/tag526.xml><?xml version="1.0" encoding="utf-8"?>
<p:tagLst xmlns:p="http://schemas.openxmlformats.org/presentationml/2006/main">
  <p:tag name="KSO_WM_SLIDE_ID" val="custom20235058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58"/>
  <p:tag name="KSO_WM_SLIDE_TYPE" val="text"/>
  <p:tag name="KSO_WM_SLIDE_SUBTYPE" val="picTxt"/>
  <p:tag name="KSO_WM_SLIDE_SIZE" val="763*500"/>
  <p:tag name="KSO_WM_SLIDE_POSITION" val="76*38"/>
  <p:tag name="KSO_WM_SLIDE_LAYOUT" val="a_d"/>
  <p:tag name="KSO_WM_SLIDE_LAYOUT_CNT" val="1_1"/>
  <p:tag name="KSO_WM_SPECIAL_SOURCE" val="bdnull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m1-1"/>
  <p:tag name="KSO_WM_UNIT_TYPE" val="a"/>
  <p:tag name="KSO_WM_UNIT_INDEX" val="1"/>
  <p:tag name="KSO_WM_TEMPLATE_INDEX" val="20233265"/>
  <p:tag name="KSO_WM_UNIT_ID" val="diagram20233265_4*a*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5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1_1"/>
  <p:tag name="KSO_WM_UNIT_INDEX" val="1_1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，文字是您思想的提炼，请尽量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1_1"/>
  <p:tag name="KSO_WM_UNIT_INDEX" val="1_1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3_1"/>
  <p:tag name="KSO_WM_UNIT_INDEX" val="1_3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具体内容，文字是您思想的提炼，请尽量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3_1"/>
  <p:tag name="KSO_WM_UNIT_INDEX" val="1_3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2_1"/>
  <p:tag name="KSO_WM_UNIT_INDEX" val="1_2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具体内容，文字是您思想的提炼，请尽量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2_1"/>
  <p:tag name="KSO_WM_UNIT_INDEX" val="1_2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3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4_1"/>
  <p:tag name="KSO_WM_UNIT_INDEX" val="1_4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。单击此处输入您的智能图形项正文，文字是您思想的提炼，请言简意赅的阐述观点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4_1"/>
  <p:tag name="KSO_WM_UNIT_INDEX" val="1_4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1_2"/>
  <p:tag name="KSO_WM_UNIT_INDEX" val="1_1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2_2"/>
  <p:tag name="KSO_WM_UNIT_INDEX" val="1_2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3_2"/>
  <p:tag name="KSO_WM_UNIT_INDEX" val="1_3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4_2"/>
  <p:tag name="KSO_WM_UNIT_INDEX" val="1_4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1_1"/>
  <p:tag name="KSO_WM_UNIT_INDEX" val="1_1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2_1"/>
  <p:tag name="KSO_WM_UNIT_INDEX" val="1_2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3_1"/>
  <p:tag name="KSO_WM_UNIT_INDEX" val="1_3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4_1"/>
  <p:tag name="KSO_WM_UNIT_INDEX" val="1_4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5_2"/>
  <p:tag name="KSO_WM_UNIT_INDEX" val="1_5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i*1_5_1"/>
  <p:tag name="KSO_WM_UNIT_INDEX" val="1_5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FILL_FORE_SCHEMECOLOR_INDEX" val="2"/>
  <p:tag name="KSO_WM_UNIT_TEXT_FILL_TYPE" val="1"/>
  <p:tag name="KSO_WM_UNIT_USESOURCEFORMAT_APPLY" val="1"/>
</p:tagLst>
</file>

<file path=ppt/tags/tag5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f*1_5_1"/>
  <p:tag name="KSO_WM_UNIT_INDEX" val="1_5_1"/>
  <p:tag name="KSO_WM_DIAGRAM_GROUP_CODE" val="m1-1"/>
  <p:tag name="KSO_WM_UNIT_TEXT_TYPE" val="1"/>
  <p:tag name="KSO_WM_UNIT_TEXT_LAYER_COUNT" val="1"/>
  <p:tag name="KSO_WM_BEAUTIFY_FLAG" val="#wm#"/>
  <p:tag name="KSO_WM_UNIT_PRESET_TEXT" val="单击此处输入智能图形项正文，文字是您思想的提炼，请言简意赅的阐述观点。单击此处添加正文，文字是您思想的提炼，请言简意赅的阐述您的观点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4*8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3265_4*m_h_x*1_2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5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4*8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3265_4*m_h_x*1_3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5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7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3265_4*m_h_x*1_1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5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65_4*m_h_a*1_5_1"/>
  <p:tag name="KSO_WM_UNIT_INDEX" val="1_5_1"/>
  <p:tag name="KSO_WM_DIAGRAM_GROUP_CODE" val="m1-1"/>
  <p:tag name="KSO_WM_UNIT_TEXT_TYPE" val="1"/>
  <p:tag name="KSO_WM_BEAUTIFY_FLAG" val="#wm#"/>
  <p:tag name="KSO_WM_UNIT_PRESET_TEXT" val="单击添加项标题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5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6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4_1"/>
  <p:tag name="KSO_WM_UNIT_ID" val="diagram20233265_4*m_h_x*1_4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5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6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5_1"/>
  <p:tag name="KSO_WM_UNIT_ID" val="diagram20233265_4*m_h_x*1_5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55.4000041002334,&quot;left&quot;:54.8,&quot;top&quot;:112.47499794988332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55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diagram"/>
  <p:tag name="KSO_WM_SLIDE_TYPE" val="text"/>
  <p:tag name="KSO_WM_SLIDE_SUBTYPE" val="diag"/>
  <p:tag name="KSO_WM_SLIDE_SIZE" val="850.35*344.45"/>
  <p:tag name="KSO_WM_SLIDE_POSITION" val="54.8*117.95"/>
  <p:tag name="KSO_WM_SLIDE_LAYOUT" val="a_m"/>
  <p:tag name="KSO_WM_SLIDE_LAYOUT_CNT" val="1_1"/>
  <p:tag name="KSO_WM_SPECIAL_SOURCE" val="bdnull"/>
  <p:tag name="KSO_WM_DIAGRAM_GROUP_CODE" val="m1-1"/>
  <p:tag name="KSO_WM_SLIDE_DIAGTYPE" val="m"/>
  <p:tag name="KSO_WM_TEMPLATE_INDEX" val="20233265"/>
  <p:tag name="KSO_WM_TEMPLATE_SUBCATEGORY" val="0"/>
  <p:tag name="KSO_WM_SLIDE_INDEX" val="4"/>
  <p:tag name="KSO_WM_TAG_VERSION" val="3.0"/>
  <p:tag name="KSO_WM_SLIDE_ID" val="diagram20233265_4"/>
  <p:tag name="KSO_WM_SLIDE_ITEM_CNT" val="5"/>
</p:tagLst>
</file>

<file path=ppt/tags/tag5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458_1*a*1"/>
  <p:tag name="KSO_WM_TEMPLATE_CATEGORY" val="custom"/>
  <p:tag name="KSO_WM_TEMPLATE_INDEX" val="20235458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页面标题"/>
  <p:tag name="KSO_WM_UNIT_TEXT_FILL_FORE_SCHEMECOLOR_INDEX" val="13"/>
  <p:tag name="KSO_WM_UNIT_TEXT_FILL_TYPE" val="1"/>
  <p:tag name="KSO_WM_UNIT_USESOURCEFORMAT_APPLY" val="1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458_1*i*1"/>
  <p:tag name="KSO_WM_TEMPLATE_CATEGORY" val="custom"/>
  <p:tag name="KSO_WM_TEMPLATE_INDEX" val="2023545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"/>
  <p:tag name="KSO_WM_UNIT_ID" val="diagram20235593_2*l_i*1_1"/>
  <p:tag name="KSO_WM_TEMPLATE_CATEGORY" val="diagram"/>
  <p:tag name="KSO_WM_TEMPLATE_INDEX" val="20235593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0.2,&quot;left&quot;:624.3504022407532,&quot;top&quot;:133.75,&quot;width&quot;:264.6491955184937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5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593_2*l_h_f*1_1_1"/>
  <p:tag name="KSO_WM_TEMPLATE_CATEGORY" val="diagram"/>
  <p:tag name="KSO_WM_TEMPLATE_INDEX" val="20235593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0.2,&quot;left&quot;:624.3504022407532,&quot;top&quot;:133.75,&quot;width&quot;:264.6491955184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LAYER_COUNT" val="1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请尽量简明扼要地阐述您的内容观点。根据需要可酌情增减文字，以便观者能够准确地理解您传达的思想。"/>
  <p:tag name="KSO_WM_UNIT_TEXT_FILL_FORE_SCHEMECOLOR_INDEX" val="1"/>
  <p:tag name="KSO_WM_UNIT_TEXT_FILL_TYPE" val="1"/>
  <p:tag name="KSO_WM_UNIT_USESOURCEFORMAT_APPLY" val="1"/>
</p:tagLst>
</file>

<file path=ppt/tags/tag5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5593_2*l_h_a*1_1_1"/>
  <p:tag name="KSO_WM_TEMPLATE_CATEGORY" val="diagram"/>
  <p:tag name="KSO_WM_TEMPLATE_INDEX" val="20235593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624.3504022407532,&quot;top&quot;:133.75,&quot;width&quot;:264.6491955184937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593_2*l_h_f*1_2_1"/>
  <p:tag name="KSO_WM_TEMPLATE_CATEGORY" val="diagram"/>
  <p:tag name="KSO_WM_TEMPLATE_INDEX" val="20235593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0.2,&quot;left&quot;:624.3504022407532,&quot;top&quot;:133.75,&quot;width&quot;:264.6491955184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LAYER_COUNT" val="1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请单击此处输入你的正文具体内容，文字是您思想的重要提炼，为了最终演示发布的良好效果，可酌情增减你的文字。"/>
  <p:tag name="KSO_WM_UNIT_TEXT_FILL_FORE_SCHEMECOLOR_INDEX" val="1"/>
  <p:tag name="KSO_WM_UNIT_TEXT_FILL_TYPE" val="1"/>
  <p:tag name="KSO_WM_UNIT_USESOURCEFORMAT_APPLY" val="1"/>
</p:tagLst>
</file>

<file path=ppt/tags/tag5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5593_2*l_h_a*1_2_1"/>
  <p:tag name="KSO_WM_TEMPLATE_CATEGORY" val="diagram"/>
  <p:tag name="KSO_WM_TEMPLATE_INDEX" val="20235593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624.3504022407532,&quot;top&quot;:133.75,&quot;width&quot;:264.6491955184937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593_2*l_h_f*1_3_1"/>
  <p:tag name="KSO_WM_TEMPLATE_CATEGORY" val="diagram"/>
  <p:tag name="KSO_WM_TEMPLATE_INDEX" val="20235593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0.2,&quot;left&quot;:624.3504022407532,&quot;top&quot;:133.75,&quot;width&quot;:264.6491955184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LAYER_COUNT" val="1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请尽量简明扼要地阐述您的内容观点。根据需要可酌情增减文字，以便观者能够准确地理解您传达的思想。"/>
  <p:tag name="KSO_WM_UNIT_TEXT_FILL_FORE_SCHEMECOLOR_INDEX" val="1"/>
  <p:tag name="KSO_WM_UNIT_TEXT_FILL_TYPE" val="1"/>
  <p:tag name="KSO_WM_UNIT_USESOURCEFORMAT_APPLY" val="1"/>
</p:tagLst>
</file>

<file path=ppt/tags/tag5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5593_2*l_h_a*1_3_1"/>
  <p:tag name="KSO_WM_TEMPLATE_CATEGORY" val="diagram"/>
  <p:tag name="KSO_WM_TEMPLATE_INDEX" val="20235593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624.3504022407532,&quot;top&quot;:133.75,&quot;width&quot;:264.6491955184937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BEAUTIFY_FLAG" val="#wm#"/>
  <p:tag name="KSO_WM_DIAGRAM_VERSION" val="3"/>
  <p:tag name="KSO_WM_DIAGRAM_COLOR_TRICK" val="1"/>
  <p:tag name="KSO_WM_DIAGRAM_COLOR_TEXT_CAN_REMOVE" val="n"/>
  <p:tag name="KSO_WM_UNIT_PRESET_TEXT" val="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63.xml><?xml version="1.0" encoding="utf-8"?>
<p:tagLst xmlns:p="http://schemas.openxmlformats.org/presentationml/2006/main">
  <p:tag name="KSO_WM_SLIDE_ID" val="custom20235458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5458"/>
  <p:tag name="KSO_WM_SLIDE_TYPE" val="text"/>
  <p:tag name="KSO_WM_SLIDE_SUBTYPE" val="picTxt"/>
  <p:tag name="KSO_WM_SLIDE_SIZE" val="264.25*360.15"/>
  <p:tag name="KSO_WM_SLIDE_POSITION" val="624.55*133.7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56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7a00ab6714ff6c0a7b14f011be82fd7b7f178c2b"/>
  <p:tag name="KSO_WM_NEWLAYOUT_ID" val="1272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565.xml><?xml version="1.0" encoding="utf-8"?>
<p:tagLst xmlns:p="http://schemas.openxmlformats.org/presentationml/2006/main">
  <p:tag name="KSO_WM_UNIT_PRESET_TEXT" val="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566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HAS_MASK" val="0"/>
  <p:tag name="KSO_WM_SLIDE_ID" val="custom40490158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d635315789958f2d"/>
  <p:tag name="KSO_WM_TEMPLATE_SUBCATEGORY" val="29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215_1*i*1"/>
  <p:tag name="KSO_WM_TEMPLATE_CATEGORY" val="custom"/>
  <p:tag name="KSO_WM_TEMPLATE_INDEX" val="20235215"/>
  <p:tag name="KSO_WM_UNIT_LAYERLEVEL" val="1"/>
  <p:tag name="KSO_WM_TAG_VERSION" val="3.0"/>
  <p:tag name="KSO_WM_BEAUTIFY_FLAG" val="#wm#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215_1*i*2"/>
  <p:tag name="KSO_WM_TEMPLATE_CATEGORY" val="custom"/>
  <p:tag name="KSO_WM_TEMPLATE_INDEX" val="20235215"/>
  <p:tag name="KSO_WM_UNIT_LAYERLEVEL" val="1"/>
  <p:tag name="KSO_WM_TAG_VERSION" val="3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215_1*i*3"/>
  <p:tag name="KSO_WM_TEMPLATE_CATEGORY" val="custom"/>
  <p:tag name="KSO_WM_TEMPLATE_INDEX" val="20235215"/>
  <p:tag name="KSO_WM_UNIT_LAYERLEVEL" val="1"/>
  <p:tag name="KSO_WM_TAG_VERSION" val="3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15_1*a*1"/>
  <p:tag name="KSO_WM_TEMPLATE_CATEGORY" val="custom"/>
  <p:tag name="KSO_WM_TEMPLATE_INDEX" val="2023521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6"/>
  <p:tag name="KSO_WM_UNIT_TYPE" val="a"/>
  <p:tag name="KSO_WM_UNIT_INDEX" val="1"/>
  <p:tag name="KSO_WM_UNIT_PRESET_TEXT" val="单击此处&#10;添加你的标题"/>
  <p:tag name="KSO_WM_UNIT_TEXT_TYPE" val="1"/>
</p:tagLst>
</file>

<file path=ppt/tags/tag5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215_1*i*4"/>
  <p:tag name="KSO_WM_TEMPLATE_CATEGORY" val="custom"/>
  <p:tag name="KSO_WM_TEMPLATE_INDEX" val="20235215"/>
  <p:tag name="KSO_WM_UNIT_LAYERLEVEL" val="1"/>
  <p:tag name="KSO_WM_TAG_VERSION" val="3.0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15_1*i*5"/>
  <p:tag name="KSO_WM_TEMPLATE_CATEGORY" val="custom"/>
  <p:tag name="KSO_WM_TEMPLATE_INDEX" val="2023521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73.xml><?xml version="1.0" encoding="utf-8"?>
<p:tagLst xmlns:p="http://schemas.openxmlformats.org/presentationml/2006/main">
  <p:tag name="KSO_WM_BEAUTIFY_FLAG" val="#wm#"/>
  <p:tag name="KSO_WM_TEMPLATE_CATEGORY" val="custom"/>
  <p:tag name="KSO_WM_TEMPLATE_INDEX" val="20235215"/>
  <p:tag name="RESOURCE_RECORD_KEY" val="{&quot;10&quot;:[21565021,4122201,20210566,50016350],&quot;65&quot;:[3]}"/>
  <p:tag name="KSO_WM_SLIDE_ID" val="custom2023521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d_f"/>
  <p:tag name="KSO_WM_SLIDE_LAYOUT_CNT" val="1_1_1"/>
  <p:tag name="KSO_WM_SLIDE_TYPE" val="text"/>
  <p:tag name="KSO_WM_SLIDE_SUBTYPE" val="picTxt"/>
  <p:tag name="KSO_WM_SLIDE_SIZE" val="850*430"/>
  <p:tag name="KSO_WM_SLIDE_POSITION" val="54*54"/>
</p:tagLst>
</file>

<file path=ppt/tags/tag5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274e0c931ce0c449673217819a08193fd95ae12"/>
  <p:tag name="KSO_WM_NEWLAYOUT_GROUP_ID" val="layout_26"/>
  <p:tag name="KSO_WM_NEWLAYOUT_ID" val="slide_5397de42ff9007f8"/>
  <p:tag name="KSO_WM_UNIT_PRESET_TEXT" val="单击此处添加标题"/>
</p:tagLst>
</file>

<file path=ppt/tags/tag5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  <p:tag name="KSO_WM_UNIT_PRESET_TEXT" val=" 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1329026077&quot;}*galley_galley_ai_*1758770579214_42.192_005205178160-slide-14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  <p:tag name="KSO_WM_UNIT_PRESET_TEXT" val=" 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211424927835&quot;}*galley_galley_ai_*1758770579214_42.192_005205178160-slide-14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8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519"/>
  <p:tag name="KSO_WM_TEMPLATE_SLIDE_ID" val="slide_5397de42ff9007f8"/>
</p:tagLst>
</file>

<file path=ppt/tags/tag5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e443c17ad3b936bd31c41117f7e4b638aafe53d"/>
  <p:tag name="KSO_WM_NEWLAYOUT_GROUP_ID" val="layout_63"/>
  <p:tag name="KSO_WM_NEWLAYOUT_ID" val="slide_bd0e730e40c5a9b1"/>
  <p:tag name="KSO_WM_UNIT_PRESET_TEXT" val="单击此处添加标题"/>
</p:tagLst>
</file>

<file path=ppt/tags/tag5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s://ai-generator-dimension.wpscdn.cn/slide_res/20250326/simple_default_02.png&quot;}*galley_preset_ai_*1758770579214_42.192_005205178160-slide-15"/>
</p:tagLst>
</file>

<file path=ppt/tags/tag5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9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519"/>
  <p:tag name="KSO_WM_TEMPLATE_SLIDE_ID" val="slide_bd0e730e40c5a9b1"/>
</p:tagLst>
</file>

<file path=ppt/tags/tag5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cdac2e56b4d067be1b5660537b21d27a4422ac"/>
  <p:tag name="KSO_WM_NEWLAYOUT_GROUP_ID" val="layout_2"/>
  <p:tag name="KSO_WM_NEWLAYOUT_ID" val="slide_d19e6d640707aedf"/>
  <p:tag name="KSO_WM_UNIT_PRESET_TEXT" val="单击此处添加标题"/>
</p:tagLst>
</file>

<file path=ppt/tags/tag5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  <p:tag name="KSO_WM_UNIT_PRESET_TEXT" val=" "/>
</p:tagLst>
</file>

<file path=ppt/tags/tag5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s://ai-generator-dimension.wpscdn.cn/slide_res/20250326/simple_default_04.png&quot;}*galley_preset_ai_*1758770579214_42.192_005205178160-slide-16"/>
</p:tagLst>
</file>

<file path=ppt/tags/tag5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  <p:tag name="KSO_WM_UNIT_PRESET_TEXT" val=" "/>
</p:tagLst>
</file>

<file path=ppt/tags/tag5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1366274530&quot;}*galley_galley_ai_*1758770579214_42.192_005205178160-slide-16"/>
</p:tagLst>
</file>

<file path=ppt/tags/tag5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519"/>
  <p:tag name="KSO_WM_TEMPLATE_SLIDE_ID" val="slide_d19e6d640707aedf"/>
</p:tagLst>
</file>

<file path=ppt/tags/tag601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7a00ab6714ff6c0a7b14f011be82fd7b7f178c2b"/>
  <p:tag name="KSO_WM_NEWLAYOUT_ID" val="1272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602.xml><?xml version="1.0" encoding="utf-8"?>
<p:tagLst xmlns:p="http://schemas.openxmlformats.org/presentationml/2006/main">
  <p:tag name="KSO_WM_UNIT_PRESET_TEXT" val="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60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HAS_MASK" val="0"/>
  <p:tag name="KSO_WM_SLIDE_ID" val="custom40490158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d635315789958f2d"/>
  <p:tag name="KSO_WM_TEMPLATE_SUBCATEGORY" val="29"/>
</p:tagLst>
</file>

<file path=ppt/tags/tag6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34eb3eabcf18420164c703c8dd567fdc9453ff9"/>
  <p:tag name="KSO_WM_NEWLAYOUT_GROUP_ID" val="layout_42"/>
  <p:tag name="KSO_WM_NEWLAYOUT_ID" val="slide_91d35521429d196c"/>
  <p:tag name="KSO_WM_UNIT_PRESET_TEXT" val="单击此处添加标题"/>
</p:tagLst>
</file>

<file path=ppt/tags/tag6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s://ai-generator-dimension.wpscdn.cn/slide_res/20250326/simple_default_03.png&quot;}*galley_preset_ai_*1758770579214_42.192_005205178160-slide-18"/>
</p:tagLst>
</file>

<file path=ppt/tags/tag6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  <p:tag name="KSO_WM_UNIT_PRESET_TEXT" val=" "/>
</p:tagLst>
</file>

<file path=ppt/tags/tag6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  <p:tag name="KSO_WM_UNIT_PRESET_TEXT" val=" 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  <p:tag name="KSO_WM_UNIT_PRESET_TEXT" val=" "/>
</p:tagLst>
</file>

<file path=ppt/tags/tag6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15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519"/>
  <p:tag name="KSO_WM_TEMPLATE_SLIDE_ID" val="slide_91d35521429d196c"/>
</p:tagLst>
</file>

<file path=ppt/tags/tag6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0587d151815539cb07a1522b7068e88c5090d2"/>
  <p:tag name="KSO_WM_NEWLAYOUT_GROUP_ID" val="layout_10"/>
  <p:tag name="KSO_WM_NEWLAYOUT_ID" val="slide_628de040b529144d"/>
  <p:tag name="KSO_WM_UNIT_PRESET_TEXT" val="单击此处添加标题"/>
</p:tagLst>
</file>

<file path=ppt/tags/tag6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401866183&quot;}*galley_galley_ai_*1758770579214_42.192_005205178160-slide-19"/>
</p:tagLst>
</file>

<file path=ppt/tags/tag618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TEMPLATE_FIGMA_ID" val="69796631519"/>
  <p:tag name="KSO_WM_TEMPLATE_SLIDE_ID" val="slide_628de040b529144d"/>
</p:tagLst>
</file>

<file path=ppt/tags/tag619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62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c0befd9b36d73d881c00b95ab3176b63ce559411"/>
  <p:tag name="KSO_WM_NEWLAYOUT_ID" val="1278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8"/>
  <p:tag name="KSO_WM_TEMPLATE_CATEGORY" val="custom"/>
</p:tagLst>
</file>

<file path=ppt/tags/tag621.xml><?xml version="1.0" encoding="utf-8"?>
<p:tagLst xmlns:p="http://schemas.openxmlformats.org/presentationml/2006/main">
  <p:tag name="KSO_WM_BEAUTIFY_FLAG" val="#wm#"/>
  <p:tag name="KSO_WM_TEMPLATE_CATEGORY" val="custom"/>
  <p:tag name="KSO_WM_TEMPLATE_INDEX" val="40490158"/>
  <p:tag name="KSO_WM_SLIDE_HAS_MASK" val="0"/>
  <p:tag name="KSO_WM_SLIDE_ID" val="custom40490158_9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MASTER_TYPE" val="0"/>
  <p:tag name="KSO_WM_TEMPLATE_SLIDE_ID" val="slide_2f1bc384a532e0ce"/>
  <p:tag name="KSO_WM_TEMPLATE_SUBCATEGORY" val="29"/>
</p:tagLst>
</file>

<file path=ppt/tags/tag622.xml><?xml version="1.0" encoding="utf-8"?>
<p:tagLst xmlns:p="http://schemas.openxmlformats.org/presentationml/2006/main">
  <p:tag name="KSO_WM_PRESENTATION_SOURCE" val="WPPAIGeneratePPT"/>
  <p:tag name="resource_record_key" val="{&quot;13&quot;:[4364884,4364886,4364903,4364888,4364878,19972064],&quot;65&quot;:[40490158]}"/>
</p:tagLst>
</file>

<file path=ppt/theme/theme1.xml><?xml version="1.0" encoding="utf-8"?>
<a:theme xmlns:a="http://schemas.openxmlformats.org/drawingml/2006/main" name="Office 主题">
  <a:themeElements>
    <a:clrScheme name="自定义 3">
      <a:dk1>
        <a:srgbClr val="000000"/>
      </a:dk1>
      <a:lt1>
        <a:srgbClr val="FFFFFF"/>
      </a:lt1>
      <a:dk2>
        <a:srgbClr val="011163"/>
      </a:dk2>
      <a:lt2>
        <a:srgbClr val="EFF4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4010</Words>
  <Application>WPS 演示</Application>
  <PresentationFormat>宽屏</PresentationFormat>
  <Paragraphs>297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Normal</vt:lpstr>
      <vt:lpstr>MiSans Heavy</vt:lpstr>
      <vt:lpstr>汉仪中宋简</vt:lpstr>
      <vt:lpstr>思源黑体 CN Medium</vt:lpstr>
      <vt:lpstr>黑体</vt:lpstr>
      <vt:lpstr>MiSans Light</vt:lpstr>
      <vt:lpstr>汉仪细秀体简 L</vt:lpstr>
      <vt:lpstr>MiSans</vt:lpstr>
      <vt:lpstr>演示秋鸿楷</vt:lpstr>
      <vt:lpstr>汉仪古隶简</vt:lpstr>
      <vt:lpstr>等线</vt:lpstr>
      <vt:lpstr>MiSans Medium</vt:lpstr>
      <vt:lpstr>Office 主题</vt:lpstr>
      <vt:lpstr>PowerPoint 演示文稿</vt:lpstr>
      <vt:lpstr>PowerPoint 演示文稿</vt:lpstr>
      <vt:lpstr>PowerPoint 演示文稿</vt:lpstr>
      <vt:lpstr>PowerPoint 演示文稿</vt:lpstr>
      <vt:lpstr>标准化接口与属性访问方法</vt:lpstr>
      <vt:lpstr>HAL层在车载Android平台化中的作用</vt:lpstr>
      <vt:lpstr>PowerPoint 演示文稿</vt:lpstr>
      <vt:lpstr>车载Android平台化Vehicle HAL架构图</vt:lpstr>
      <vt:lpstr>PowerPoint 演示文稿</vt:lpstr>
      <vt:lpstr>PowerPoint 演示文稿</vt:lpstr>
      <vt:lpstr>PowerPoint 演示文稿</vt:lpstr>
      <vt:lpstr>权限控制机制</vt:lpstr>
      <vt:lpstr>PowerPoint 演示文稿</vt:lpstr>
      <vt:lpstr>代码目录结构</vt:lpstr>
      <vt:lpstr>IPC协议架构图</vt:lpstr>
      <vt:lpstr>车载Android平台化架构层级详解</vt:lpstr>
      <vt:lpstr>VehicleProperty结构调整</vt:lpstr>
      <vt:lpstr>PowerPoint 演示文稿</vt:lpstr>
      <vt:lpstr>可视化在线自动化工具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纯洁的铭铭</cp:lastModifiedBy>
  <cp:revision>177</cp:revision>
  <dcterms:created xsi:type="dcterms:W3CDTF">2019-06-19T02:08:00Z</dcterms:created>
  <dcterms:modified xsi:type="dcterms:W3CDTF">2025-09-25T06:16:51Z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7BDBCAE4477A4EDB9491ABB7EE6EB818_11</vt:lpwstr>
  </property>
  <property fmtid="{D5CDD505-2E9C-101B-9397-08002B2CF9AE}" pid="4" name="KSOTemplateUUID">
    <vt:lpwstr>v1.0_ai_69796631519</vt:lpwstr>
  </property>
</Properties>
</file>