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notesSlides/notesSlide23.xml" ContentType="application/vnd.openxmlformats-officedocument.presentationml.notesSlide+xml"/>
  <Override PartName="/ppt/tags/tag20.xml" ContentType="application/vnd.openxmlformats-officedocument.presentationml.tags+xml"/>
  <Override PartName="/ppt/notesSlides/notesSlide24.xml" ContentType="application/vnd.openxmlformats-officedocument.presentationml.notesSlide+xml"/>
  <Override PartName="/ppt/tags/tag21.xml" ContentType="application/vnd.openxmlformats-officedocument.presentationml.tags+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tags/tag27.xml" ContentType="application/vnd.openxmlformats-officedocument.presentationml.tags+xml"/>
  <Override PartName="/ppt/notesSlides/notesSlide3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tags/tag32.xml" ContentType="application/vnd.openxmlformats-officedocument.presentationml.tags+xml"/>
  <Override PartName="/ppt/notesSlides/notesSlide35.xml" ContentType="application/vnd.openxmlformats-officedocument.presentationml.notesSlide+xml"/>
  <Override PartName="/ppt/tags/tag33.xml" ContentType="application/vnd.openxmlformats-officedocument.presentationml.tags+xml"/>
  <Override PartName="/ppt/notesSlides/notesSlide36.xml" ContentType="application/vnd.openxmlformats-officedocument.presentationml.notesSlide+xml"/>
  <Override PartName="/ppt/tags/tag34.xml" ContentType="application/vnd.openxmlformats-officedocument.presentationml.tags+xml"/>
  <Override PartName="/ppt/notesSlides/notesSlide37.xml" ContentType="application/vnd.openxmlformats-officedocument.presentationml.notesSlide+xml"/>
  <Override PartName="/ppt/tags/tag35.xml" ContentType="application/vnd.openxmlformats-officedocument.presentationml.tags+xml"/>
  <Override PartName="/ppt/notesSlides/notesSlide38.xml" ContentType="application/vnd.openxmlformats-officedocument.presentationml.notesSlide+xml"/>
  <Override PartName="/ppt/tags/tag36.xml" ContentType="application/vnd.openxmlformats-officedocument.presentationml.tags+xml"/>
  <Override PartName="/ppt/notesSlides/notesSlide39.xml" ContentType="application/vnd.openxmlformats-officedocument.presentationml.notesSlide+xml"/>
  <Override PartName="/ppt/tags/tag37.xml" ContentType="application/vnd.openxmlformats-officedocument.presentationml.tags+xml"/>
  <Override PartName="/ppt/notesSlides/notesSlide40.xml" ContentType="application/vnd.openxmlformats-officedocument.presentationml.notesSlide+xml"/>
  <Override PartName="/ppt/tags/tag38.xml" ContentType="application/vnd.openxmlformats-officedocument.presentationml.tags+xml"/>
  <Override PartName="/ppt/notesSlides/notesSlide41.xml" ContentType="application/vnd.openxmlformats-officedocument.presentationml.notesSlide+xml"/>
  <Override PartName="/ppt/tags/tag39.xml" ContentType="application/vnd.openxmlformats-officedocument.presentationml.tags+xml"/>
  <Override PartName="/ppt/notesSlides/notesSlide42.xml" ContentType="application/vnd.openxmlformats-officedocument.presentationml.notesSlide+xml"/>
  <Override PartName="/ppt/tags/tag40.xml" ContentType="application/vnd.openxmlformats-officedocument.presentationml.tags+xml"/>
  <Override PartName="/ppt/notesSlides/notesSlide43.xml" ContentType="application/vnd.openxmlformats-officedocument.presentationml.notesSlide+xml"/>
  <Override PartName="/ppt/tags/tag41.xml" ContentType="application/vnd.openxmlformats-officedocument.presentationml.tags+xml"/>
  <Override PartName="/ppt/notesSlides/notesSlide44.xml" ContentType="application/vnd.openxmlformats-officedocument.presentationml.notesSlide+xml"/>
  <Override PartName="/ppt/tags/tag42.xml" ContentType="application/vnd.openxmlformats-officedocument.presentationml.tags+xml"/>
  <Override PartName="/ppt/notesSlides/notesSlide45.xml" ContentType="application/vnd.openxmlformats-officedocument.presentationml.notesSlide+xml"/>
  <Override PartName="/ppt/tags/tag43.xml" ContentType="application/vnd.openxmlformats-officedocument.presentationml.tags+xml"/>
  <Override PartName="/ppt/notesSlides/notesSlide46.xml" ContentType="application/vnd.openxmlformats-officedocument.presentationml.notesSlide+xml"/>
  <Override PartName="/ppt/tags/tag44.xml" ContentType="application/vnd.openxmlformats-officedocument.presentationml.tags+xml"/>
  <Override PartName="/ppt/notesSlides/notesSlide47.xml" ContentType="application/vnd.openxmlformats-officedocument.presentationml.notesSlide+xml"/>
  <Override PartName="/ppt/tags/tag45.xml" ContentType="application/vnd.openxmlformats-officedocument.presentationml.tags+xml"/>
  <Override PartName="/ppt/notesSlides/notesSlide48.xml" ContentType="application/vnd.openxmlformats-officedocument.presentationml.notesSlide+xml"/>
  <Override PartName="/ppt/tags/tag46.xml" ContentType="application/vnd.openxmlformats-officedocument.presentationml.tags+xml"/>
  <Override PartName="/ppt/notesSlides/notesSlide49.xml" ContentType="application/vnd.openxmlformats-officedocument.presentationml.notesSlide+xml"/>
  <Override PartName="/ppt/tags/tag47.xml" ContentType="application/vnd.openxmlformats-officedocument.presentationml.tags+xml"/>
  <Override PartName="/ppt/notesSlides/notesSlide50.xml" ContentType="application/vnd.openxmlformats-officedocument.presentationml.notesSlide+xml"/>
  <Override PartName="/ppt/tags/tag48.xml" ContentType="application/vnd.openxmlformats-officedocument.presentationml.tags+xml"/>
  <Override PartName="/ppt/notesSlides/notesSlide51.xml" ContentType="application/vnd.openxmlformats-officedocument.presentationml.notesSlide+xml"/>
  <Override PartName="/ppt/tags/tag49.xml" ContentType="application/vnd.openxmlformats-officedocument.presentationml.tags+xml"/>
  <Override PartName="/ppt/notesSlides/notesSlide52.xml" ContentType="application/vnd.openxmlformats-officedocument.presentationml.notesSlide+xml"/>
  <Override PartName="/ppt/tags/tag50.xml" ContentType="application/vnd.openxmlformats-officedocument.presentationml.tags+xml"/>
  <Override PartName="/ppt/notesSlides/notesSlide53.xml" ContentType="application/vnd.openxmlformats-officedocument.presentationml.notesSlide+xml"/>
  <Override PartName="/ppt/tags/tag51.xml" ContentType="application/vnd.openxmlformats-officedocument.presentationml.tags+xml"/>
  <Override PartName="/ppt/notesSlides/notesSlide54.xml" ContentType="application/vnd.openxmlformats-officedocument.presentationml.notesSlide+xml"/>
  <Override PartName="/ppt/tags/tag52.xml" ContentType="application/vnd.openxmlformats-officedocument.presentationml.tags+xml"/>
  <Override PartName="/ppt/notesSlides/notesSlide55.xml" ContentType="application/vnd.openxmlformats-officedocument.presentationml.notesSlide+xml"/>
  <Override PartName="/ppt/tags/tag53.xml" ContentType="application/vnd.openxmlformats-officedocument.presentationml.tags+xml"/>
  <Override PartName="/ppt/notesSlides/notesSlide56.xml" ContentType="application/vnd.openxmlformats-officedocument.presentationml.notesSlide+xml"/>
  <Override PartName="/ppt/tags/tag54.xml" ContentType="application/vnd.openxmlformats-officedocument.presentationml.tags+xml"/>
  <Override PartName="/ppt/notesSlides/notesSlide57.xml" ContentType="application/vnd.openxmlformats-officedocument.presentationml.notesSlide+xml"/>
  <Override PartName="/ppt/tags/tag55.xml" ContentType="application/vnd.openxmlformats-officedocument.presentationml.tags+xml"/>
  <Override PartName="/ppt/notesSlides/notesSlide58.xml" ContentType="application/vnd.openxmlformats-officedocument.presentationml.notesSlide+xml"/>
  <Override PartName="/ppt/tags/tag56.xml" ContentType="application/vnd.openxmlformats-officedocument.presentationml.tags+xml"/>
  <Override PartName="/ppt/notesSlides/notesSlide59.xml" ContentType="application/vnd.openxmlformats-officedocument.presentationml.notesSlide+xml"/>
  <Override PartName="/ppt/tags/tag57.xml" ContentType="application/vnd.openxmlformats-officedocument.presentationml.tags+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74"/>
  </p:notesMasterIdLst>
  <p:handoutMasterIdLst>
    <p:handoutMasterId r:id="rId75"/>
  </p:handoutMasterIdLst>
  <p:sldIdLst>
    <p:sldId id="462" r:id="rId3"/>
    <p:sldId id="442" r:id="rId4"/>
    <p:sldId id="829" r:id="rId5"/>
    <p:sldId id="908" r:id="rId6"/>
    <p:sldId id="970" r:id="rId7"/>
    <p:sldId id="971" r:id="rId8"/>
    <p:sldId id="975" r:id="rId9"/>
    <p:sldId id="976" r:id="rId10"/>
    <p:sldId id="974" r:id="rId11"/>
    <p:sldId id="972" r:id="rId12"/>
    <p:sldId id="973" r:id="rId13"/>
    <p:sldId id="977" r:id="rId14"/>
    <p:sldId id="968" r:id="rId15"/>
    <p:sldId id="969" r:id="rId16"/>
    <p:sldId id="978" r:id="rId17"/>
    <p:sldId id="979" r:id="rId18"/>
    <p:sldId id="980" r:id="rId19"/>
    <p:sldId id="982" r:id="rId20"/>
    <p:sldId id="981" r:id="rId21"/>
    <p:sldId id="842" r:id="rId22"/>
    <p:sldId id="983" r:id="rId23"/>
    <p:sldId id="984" r:id="rId24"/>
    <p:sldId id="985" r:id="rId25"/>
    <p:sldId id="986" r:id="rId26"/>
    <p:sldId id="987" r:id="rId27"/>
    <p:sldId id="960" r:id="rId28"/>
    <p:sldId id="959" r:id="rId29"/>
    <p:sldId id="988" r:id="rId30"/>
    <p:sldId id="989" r:id="rId31"/>
    <p:sldId id="990" r:id="rId32"/>
    <p:sldId id="998" r:id="rId33"/>
    <p:sldId id="999" r:id="rId34"/>
    <p:sldId id="991" r:id="rId35"/>
    <p:sldId id="992" r:id="rId36"/>
    <p:sldId id="995" r:id="rId37"/>
    <p:sldId id="993" r:id="rId38"/>
    <p:sldId id="994" r:id="rId39"/>
    <p:sldId id="996" r:id="rId40"/>
    <p:sldId id="997" r:id="rId41"/>
    <p:sldId id="1024" r:id="rId42"/>
    <p:sldId id="1000" r:id="rId43"/>
    <p:sldId id="1003" r:id="rId44"/>
    <p:sldId id="1002" r:id="rId45"/>
    <p:sldId id="1005" r:id="rId46"/>
    <p:sldId id="1006" r:id="rId47"/>
    <p:sldId id="1028" r:id="rId48"/>
    <p:sldId id="1009" r:id="rId49"/>
    <p:sldId id="1010" r:id="rId50"/>
    <p:sldId id="1012" r:id="rId51"/>
    <p:sldId id="1013" r:id="rId52"/>
    <p:sldId id="1014" r:id="rId53"/>
    <p:sldId id="957" r:id="rId54"/>
    <p:sldId id="1015" r:id="rId55"/>
    <p:sldId id="1016" r:id="rId56"/>
    <p:sldId id="1017" r:id="rId57"/>
    <p:sldId id="1018" r:id="rId58"/>
    <p:sldId id="1019" r:id="rId59"/>
    <p:sldId id="1020" r:id="rId60"/>
    <p:sldId id="1021" r:id="rId61"/>
    <p:sldId id="1022" r:id="rId62"/>
    <p:sldId id="1023" r:id="rId63"/>
    <p:sldId id="1025" r:id="rId64"/>
    <p:sldId id="1001" r:id="rId65"/>
    <p:sldId id="1026" r:id="rId66"/>
    <p:sldId id="1004" r:id="rId67"/>
    <p:sldId id="1027" r:id="rId68"/>
    <p:sldId id="1007" r:id="rId69"/>
    <p:sldId id="1008" r:id="rId70"/>
    <p:sldId id="1029" r:id="rId71"/>
    <p:sldId id="1011" r:id="rId72"/>
    <p:sldId id="861" r:id="rId73"/>
  </p:sldIdLst>
  <p:sldSz cx="12192000" cy="6858000"/>
  <p:notesSz cx="7315200" cy="9601200"/>
  <p:custDataLst>
    <p:tags r:id="rId7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2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97D"/>
    <a:srgbClr val="004852"/>
    <a:srgbClr val="000000"/>
    <a:srgbClr val="0070C0"/>
    <a:srgbClr val="DCDEE0"/>
    <a:srgbClr val="389AE0"/>
    <a:srgbClr val="246390"/>
    <a:srgbClr val="65ADE0"/>
    <a:srgbClr val="7095D4"/>
    <a:srgbClr val="F0F4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92" autoAdjust="0"/>
    <p:restoredTop sz="96424" autoAdjust="0"/>
  </p:normalViewPr>
  <p:slideViewPr>
    <p:cSldViewPr snapToGrid="0" showGuides="1">
      <p:cViewPr varScale="1">
        <p:scale>
          <a:sx n="116" d="100"/>
          <a:sy n="116" d="100"/>
        </p:scale>
        <p:origin x="408" y="102"/>
      </p:cViewPr>
      <p:guideLst>
        <p:guide pos="3840"/>
        <p:guide orient="horz" pos="2292"/>
      </p:guideLst>
    </p:cSldViewPr>
  </p:slideViewPr>
  <p:outlineViewPr>
    <p:cViewPr>
      <p:scale>
        <a:sx n="33" d="100"/>
        <a:sy n="33" d="100"/>
      </p:scale>
      <p:origin x="0" y="-992"/>
    </p:cViewPr>
  </p:outlineViewPr>
  <p:notesTextViewPr>
    <p:cViewPr>
      <p:scale>
        <a:sx n="100" d="100"/>
        <a:sy n="100" d="100"/>
      </p:scale>
      <p:origin x="0" y="0"/>
    </p:cViewPr>
  </p:notesTextViewPr>
  <p:sorterViewPr>
    <p:cViewPr>
      <p:scale>
        <a:sx n="125" d="100"/>
        <a:sy n="125" d="100"/>
      </p:scale>
      <p:origin x="0" y="0"/>
    </p:cViewPr>
  </p:sorterViewPr>
  <p:notesViewPr>
    <p:cSldViewPr snapToGrid="0">
      <p:cViewPr varScale="1">
        <p:scale>
          <a:sx n="51" d="100"/>
          <a:sy n="51" d="100"/>
        </p:scale>
        <p:origin x="2016"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gs" Target="tags/tag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B401EE8B-D289-4982-8DA6-393B02BCD2AE}" type="datetimeFigureOut">
              <a:rPr lang="zh-CN" altLang="en-US" smtClean="0"/>
              <a:t>2023/7/12</a:t>
            </a:fld>
            <a:endParaRPr lang="zh-CN" altLang="en-US"/>
          </a:p>
        </p:txBody>
      </p:sp>
      <p:sp>
        <p:nvSpPr>
          <p:cNvPr id="4" name="页脚占位符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r>
              <a:rPr lang="en-US" altLang="zh-CN" smtClean="0"/>
              <a:t>1</a:t>
            </a:r>
            <a:endParaRPr lang="zh-CN" altLang="en-US"/>
          </a:p>
        </p:txBody>
      </p:sp>
      <p:sp>
        <p:nvSpPr>
          <p:cNvPr id="5" name="灯片编号占位符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859DC033-7BEA-4C6E-A430-5D509879AFD7}" type="slidenum">
              <a:rPr lang="zh-CN" altLang="en-US" smtClean="0"/>
              <a:t>‹#›</a:t>
            </a:fld>
            <a:endParaRPr lang="zh-CN" altLang="en-US"/>
          </a:p>
        </p:txBody>
      </p:sp>
    </p:spTree>
    <p:extLst>
      <p:ext uri="{BB962C8B-B14F-4D97-AF65-F5344CB8AC3E}">
        <p14:creationId xmlns:p14="http://schemas.microsoft.com/office/powerpoint/2010/main" val="127007807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zh-CN" altLang="en-US"/>
          </a:p>
        </p:txBody>
      </p:sp>
      <p:sp>
        <p:nvSpPr>
          <p:cNvPr id="3" name="日期占位符 2"/>
          <p:cNvSpPr>
            <a:spLocks noGrp="1"/>
          </p:cNvSpPr>
          <p:nvPr>
            <p:ph type="dt" idx="1"/>
          </p:nvPr>
        </p:nvSpPr>
        <p:spPr>
          <a:xfrm>
            <a:off x="4143588" y="0"/>
            <a:ext cx="3169920" cy="481727"/>
          </a:xfrm>
          <a:prstGeom prst="rect">
            <a:avLst/>
          </a:prstGeom>
        </p:spPr>
        <p:txBody>
          <a:bodyPr vert="horz" lIns="96661" tIns="48331" rIns="96661" bIns="48331" rtlCol="0"/>
          <a:lstStyle>
            <a:lvl1pPr algn="r">
              <a:defRPr sz="1300"/>
            </a:lvl1pPr>
          </a:lstStyle>
          <a:p>
            <a:fld id="{36606CF4-FA77-4E71-BDBB-B62F97D48318}" type="datetimeFigureOut">
              <a:rPr lang="zh-CN" altLang="en-US" smtClean="0"/>
              <a:t>2023/7/12</a:t>
            </a:fld>
            <a:endParaRPr lang="zh-CN" altLang="en-US"/>
          </a:p>
        </p:txBody>
      </p:sp>
      <p:sp>
        <p:nvSpPr>
          <p:cNvPr id="4" name="幻灯片图像占位符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zh-CN" altLang="en-US"/>
          </a:p>
        </p:txBody>
      </p:sp>
      <p:sp>
        <p:nvSpPr>
          <p:cNvPr id="5" name="备注占位符 4"/>
          <p:cNvSpPr>
            <a:spLocks noGrp="1"/>
          </p:cNvSpPr>
          <p:nvPr>
            <p:ph type="body" sz="quarter" idx="3"/>
          </p:nvPr>
        </p:nvSpPr>
        <p:spPr>
          <a:xfrm>
            <a:off x="731520" y="4620578"/>
            <a:ext cx="5852160" cy="3780473"/>
          </a:xfrm>
          <a:prstGeom prst="rect">
            <a:avLst/>
          </a:prstGeom>
        </p:spPr>
        <p:txBody>
          <a:bodyPr vert="horz" lIns="96661" tIns="48331" rIns="96661" bIns="48331"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r>
              <a:rPr lang="en-US" altLang="zh-CN" smtClean="0"/>
              <a:t>1</a:t>
            </a:r>
            <a:endParaRPr lang="zh-CN" altLang="en-US"/>
          </a:p>
        </p:txBody>
      </p:sp>
      <p:sp>
        <p:nvSpPr>
          <p:cNvPr id="7" name="灯片编号占位符 6"/>
          <p:cNvSpPr>
            <a:spLocks noGrp="1"/>
          </p:cNvSpPr>
          <p:nvPr>
            <p:ph type="sldNum" sz="quarter" idx="5"/>
          </p:nvPr>
        </p:nvSpPr>
        <p:spPr>
          <a:xfrm>
            <a:off x="4143588" y="9119474"/>
            <a:ext cx="3169920" cy="481726"/>
          </a:xfrm>
          <a:prstGeom prst="rect">
            <a:avLst/>
          </a:prstGeom>
        </p:spPr>
        <p:txBody>
          <a:bodyPr vert="horz" lIns="96661" tIns="48331" rIns="96661" bIns="48331" rtlCol="0" anchor="b"/>
          <a:lstStyle>
            <a:lvl1pPr algn="r">
              <a:defRPr sz="1300"/>
            </a:lvl1pPr>
          </a:lstStyle>
          <a:p>
            <a:fld id="{4A7EA511-84E0-4AE0-9842-AB0E10994BF1}" type="slidenum">
              <a:rPr lang="zh-CN" altLang="en-US" smtClean="0"/>
              <a:t>‹#›</a:t>
            </a:fld>
            <a:endParaRPr lang="zh-CN" altLang="en-US"/>
          </a:p>
        </p:txBody>
      </p:sp>
    </p:spTree>
    <p:extLst>
      <p:ext uri="{BB962C8B-B14F-4D97-AF65-F5344CB8AC3E}">
        <p14:creationId xmlns:p14="http://schemas.microsoft.com/office/powerpoint/2010/main" val="423211338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46186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6037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02306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381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01391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45941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64356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71626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988323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6594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30861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41363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02667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31394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47337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11931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20780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18267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73668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60927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45312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52994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87077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29832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54696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45740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844937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32642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090005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85044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462970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75325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9999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614765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40766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921859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835293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6194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534929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20184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30327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315320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377739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883497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02184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921856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871986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67591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643883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450493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18651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624611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004233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567573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634795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159948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789571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506493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558222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01683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02" name="图片 1101"/>
          <p:cNvPicPr>
            <a:picLocks noChangeAspect="1"/>
          </p:cNvPicPr>
          <p:nvPr userDrawn="1"/>
        </p:nvPicPr>
        <p:blipFill>
          <a:blip r:embed="rId2"/>
          <a:stretch>
            <a:fillRect/>
          </a:stretch>
        </p:blipFill>
        <p:spPr>
          <a:xfrm>
            <a:off x="0" y="3037350"/>
            <a:ext cx="7930836" cy="3820649"/>
          </a:xfrm>
          <a:prstGeom prst="rect">
            <a:avLst/>
          </a:prstGeom>
        </p:spPr>
      </p:pic>
      <p:sp>
        <p:nvSpPr>
          <p:cNvPr id="9801" name="副标题 2"/>
          <p:cNvSpPr>
            <a:spLocks noGrp="1"/>
          </p:cNvSpPr>
          <p:nvPr userDrawn="1">
            <p:ph type="subTitle" idx="1"/>
          </p:nvPr>
        </p:nvSpPr>
        <p:spPr>
          <a:xfrm>
            <a:off x="669925" y="3079043"/>
            <a:ext cx="10850563" cy="475132"/>
          </a:xfrm>
        </p:spPr>
        <p:txBody>
          <a:bodyPr anchor="ctr">
            <a:normAutofit/>
          </a:bodyPr>
          <a:lstStyle>
            <a:lvl1pPr marL="0" indent="0" algn="r">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9802" name="标题 1"/>
          <p:cNvSpPr>
            <a:spLocks noGrp="1"/>
          </p:cNvSpPr>
          <p:nvPr userDrawn="1">
            <p:ph type="ctrTitle"/>
          </p:nvPr>
        </p:nvSpPr>
        <p:spPr>
          <a:xfrm>
            <a:off x="669926" y="2321170"/>
            <a:ext cx="10850562" cy="749082"/>
          </a:xfrm>
        </p:spPr>
        <p:txBody>
          <a:bodyPr anchor="ctr">
            <a:normAutofit/>
          </a:bodyPr>
          <a:lstStyle>
            <a:lvl1pPr algn="r">
              <a:defRPr sz="3600" b="1">
                <a:solidFill>
                  <a:schemeClr val="tx1"/>
                </a:solidFill>
              </a:defRPr>
            </a:lvl1pPr>
          </a:lstStyle>
          <a:p>
            <a:endParaRPr lang="zh-CN" alt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46495" y="0"/>
            <a:ext cx="11473992" cy="2693989"/>
          </a:xfrm>
          <a:prstGeom prst="rect">
            <a:avLst/>
          </a:prstGeom>
        </p:spPr>
      </p:pic>
      <p:sp>
        <p:nvSpPr>
          <p:cNvPr id="20" name="标题 1"/>
          <p:cNvSpPr>
            <a:spLocks noGrp="1"/>
          </p:cNvSpPr>
          <p:nvPr userDrawn="1">
            <p:ph type="title" hasCustomPrompt="1"/>
          </p:nvPr>
        </p:nvSpPr>
        <p:spPr>
          <a:xfrm>
            <a:off x="669924" y="2927838"/>
            <a:ext cx="10850564" cy="501162"/>
          </a:xfrm>
          <a:noFill/>
        </p:spPr>
        <p:txBody>
          <a:bodyPr anchor="ctr">
            <a:normAutofit/>
          </a:bodyPr>
          <a:lstStyle>
            <a:lvl1pPr>
              <a:defRPr sz="2800" b="1">
                <a:solidFill>
                  <a:schemeClr val="tx1"/>
                </a:solidFill>
              </a:defRPr>
            </a:lvl1pPr>
          </a:lstStyle>
          <a:p>
            <a:r>
              <a:rPr lang="zh-CN" altLang="en-US" dirty="0"/>
              <a:t>单击此处添加幻灯片章节标题</a:t>
            </a:r>
          </a:p>
        </p:txBody>
      </p:sp>
      <p:sp>
        <p:nvSpPr>
          <p:cNvPr id="21" name="文本占位符 2"/>
          <p:cNvSpPr>
            <a:spLocks noGrp="1"/>
          </p:cNvSpPr>
          <p:nvPr userDrawn="1">
            <p:ph type="body" idx="1"/>
          </p:nvPr>
        </p:nvSpPr>
        <p:spPr>
          <a:xfrm>
            <a:off x="669924" y="3472000"/>
            <a:ext cx="10850564" cy="1082874"/>
          </a:xfrm>
          <a:noFill/>
        </p:spPr>
        <p:txBody>
          <a:bodyPr anchor="t">
            <a:normAutofit/>
          </a:bodyPr>
          <a:lstStyle>
            <a:lvl1pPr marL="0" indent="0">
              <a:lnSpc>
                <a:spcPct val="150000"/>
              </a:lnSpc>
              <a:spcBef>
                <a:spcPts val="0"/>
              </a:spcBef>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cxnSp>
        <p:nvCxnSpPr>
          <p:cNvPr id="3" name="直接连接符 2"/>
          <p:cNvCxnSpPr/>
          <p:nvPr userDrawn="1"/>
        </p:nvCxnSpPr>
        <p:spPr>
          <a:xfrm>
            <a:off x="669925" y="3450500"/>
            <a:ext cx="108505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a:xfrm>
            <a:off x="5401732" y="6515100"/>
            <a:ext cx="1388536" cy="206381"/>
          </a:xfrm>
          <a:prstGeom prst="rect">
            <a:avLst/>
          </a:prstGeom>
        </p:spPr>
        <p:txBody>
          <a:bodyPr/>
          <a:lstStyle/>
          <a:p>
            <a:endParaRPr lang="zh-CN" altLang="en-US"/>
          </a:p>
        </p:txBody>
      </p:sp>
      <p:sp>
        <p:nvSpPr>
          <p:cNvPr id="5" name="页脚占位符 4"/>
          <p:cNvSpPr>
            <a:spLocks noGrp="1"/>
          </p:cNvSpPr>
          <p:nvPr>
            <p:ph type="ftr" sz="quarter" idx="11"/>
          </p:nvPr>
        </p:nvSpPr>
        <p:spPr>
          <a:xfrm>
            <a:off x="669924" y="6515100"/>
            <a:ext cx="4140201" cy="206381"/>
          </a:xfrm>
          <a:prstGeom prst="rect">
            <a:avLst/>
          </a:prstGeom>
        </p:spPr>
        <p:txBody>
          <a:bodyPr/>
          <a:lstStyle>
            <a:lvl1pPr>
              <a:defRPr lang="en-US" altLang="zh-CN" b="0" i="0" smtClean="0">
                <a:effectLst/>
              </a:defRPr>
            </a:lvl1pPr>
          </a:lstStyle>
          <a:p>
            <a:endParaRPr lang="en-US" altLang="zh-CN"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 name="矩形 1"/>
          <p:cNvSpPr/>
          <p:nvPr userDrawn="1"/>
        </p:nvSpPr>
        <p:spPr bwMode="auto">
          <a:xfrm>
            <a:off x="-1" y="938890"/>
            <a:ext cx="12192000" cy="5295800"/>
          </a:xfrm>
          <a:prstGeom prst="rect">
            <a:avLst/>
          </a:prstGeom>
          <a:gradFill>
            <a:gsLst>
              <a:gs pos="0">
                <a:schemeClr val="accent1">
                  <a:lumMod val="5000"/>
                  <a:lumOff val="95000"/>
                  <a:alpha val="0"/>
                </a:schemeClr>
              </a:gs>
              <a:gs pos="90000">
                <a:srgbClr val="FFFFFF"/>
              </a:gs>
              <a:gs pos="10000">
                <a:srgbClr val="FDFDFE"/>
              </a:gs>
              <a:gs pos="51000">
                <a:srgbClr val="FEFEFF"/>
              </a:gs>
              <a:gs pos="100000">
                <a:schemeClr val="bg1">
                  <a:alpha val="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2"/>
              </a:solidFill>
              <a:effectLst/>
              <a:latin typeface="+mj-ea"/>
              <a:ea typeface="+mj-ea"/>
            </a:endParaRPr>
          </a:p>
        </p:txBody>
      </p:sp>
      <p:grpSp>
        <p:nvGrpSpPr>
          <p:cNvPr id="10" name="组合 9"/>
          <p:cNvGrpSpPr/>
          <p:nvPr userDrawn="1"/>
        </p:nvGrpSpPr>
        <p:grpSpPr>
          <a:xfrm>
            <a:off x="3137652" y="1705976"/>
            <a:ext cx="6010718" cy="1463755"/>
            <a:chOff x="3104236" y="1705976"/>
            <a:chExt cx="6010718" cy="1463755"/>
          </a:xfrm>
        </p:grpSpPr>
        <p:sp>
          <p:nvSpPr>
            <p:cNvPr id="3" name="矩形 7"/>
            <p:cNvSpPr/>
            <p:nvPr userDrawn="1"/>
          </p:nvSpPr>
          <p:spPr>
            <a:xfrm>
              <a:off x="3104236" y="1705976"/>
              <a:ext cx="4143892" cy="1463755"/>
            </a:xfrm>
            <a:custGeom>
              <a:avLst/>
              <a:gdLst/>
              <a:ahLst/>
              <a:cxnLst/>
              <a:rect l="l" t="t" r="r" b="b"/>
              <a:pathLst>
                <a:path w="4724750" h="1668933">
                  <a:moveTo>
                    <a:pt x="633670" y="0"/>
                  </a:moveTo>
                  <a:lnTo>
                    <a:pt x="4724750" y="0"/>
                  </a:lnTo>
                  <a:lnTo>
                    <a:pt x="4091079" y="1668933"/>
                  </a:lnTo>
                  <a:lnTo>
                    <a:pt x="0" y="1668933"/>
                  </a:lnTo>
                  <a:close/>
                </a:path>
              </a:pathLst>
            </a:custGeom>
            <a:blipFill dpi="0" rotWithShape="1">
              <a:blip r:embed="rId2" cstate="email">
                <a:extLst>
                  <a:ext uri="{28A0092B-C50C-407E-A947-70E740481C1C}">
                    <a14:useLocalDpi xmlns:a14="http://schemas.microsoft.com/office/drawing/2010/main" val="0"/>
                  </a:ext>
                </a:extLst>
              </a:blip>
              <a:srcRect/>
              <a:tile tx="0" ty="0" sx="95000" sy="9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10"/>
            <p:cNvSpPr/>
            <p:nvPr userDrawn="1"/>
          </p:nvSpPr>
          <p:spPr>
            <a:xfrm>
              <a:off x="6744072" y="1705976"/>
              <a:ext cx="2370882" cy="1463755"/>
            </a:xfrm>
            <a:custGeom>
              <a:avLst/>
              <a:gdLst/>
              <a:ahLst/>
              <a:cxnLst/>
              <a:rect l="l" t="t" r="r" b="b"/>
              <a:pathLst>
                <a:path w="2703213" h="1668932">
                  <a:moveTo>
                    <a:pt x="628357" y="0"/>
                  </a:moveTo>
                  <a:lnTo>
                    <a:pt x="2703213" y="0"/>
                  </a:lnTo>
                  <a:lnTo>
                    <a:pt x="2069543" y="1668932"/>
                  </a:lnTo>
                  <a:lnTo>
                    <a:pt x="0" y="1668932"/>
                  </a:lnTo>
                  <a:lnTo>
                    <a:pt x="0" y="1654938"/>
                  </a:lnTo>
                  <a:close/>
                </a:path>
              </a:pathLst>
            </a:custGeom>
            <a:blipFill dpi="0" rotWithShape="1">
              <a:blip r:embed="rId3" cstate="email">
                <a:extLst>
                  <a:ext uri="{28A0092B-C50C-407E-A947-70E740481C1C}">
                    <a14:useLocalDpi xmlns:a14="http://schemas.microsoft.com/office/drawing/2010/main" val="0"/>
                  </a:ext>
                </a:extLst>
              </a:blip>
              <a:srcRect/>
              <a:tile tx="0" ty="0" sx="90000" sy="9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7"/>
          <p:cNvSpPr/>
          <p:nvPr userDrawn="1"/>
        </p:nvSpPr>
        <p:spPr>
          <a:xfrm>
            <a:off x="8350261" y="1520393"/>
            <a:ext cx="3841739" cy="1649338"/>
          </a:xfrm>
          <a:custGeom>
            <a:avLst/>
            <a:gdLst/>
            <a:ahLst/>
            <a:cxnLst/>
            <a:rect l="l" t="t" r="r" b="b"/>
            <a:pathLst>
              <a:path w="2843807" h="1220905">
                <a:moveTo>
                  <a:pt x="463561" y="0"/>
                </a:moveTo>
                <a:lnTo>
                  <a:pt x="2843807" y="0"/>
                </a:lnTo>
                <a:lnTo>
                  <a:pt x="2843807" y="1220905"/>
                </a:lnTo>
                <a:lnTo>
                  <a:pt x="0" y="1220905"/>
                </a:lnTo>
                <a:close/>
              </a:path>
            </a:pathLst>
          </a:custGeom>
          <a:solidFill>
            <a:srgbClr val="558E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7"/>
          <p:cNvSpPr/>
          <p:nvPr userDrawn="1"/>
        </p:nvSpPr>
        <p:spPr>
          <a:xfrm>
            <a:off x="1" y="1705976"/>
            <a:ext cx="3935759" cy="1621664"/>
          </a:xfrm>
          <a:custGeom>
            <a:avLst/>
            <a:gdLst/>
            <a:ahLst/>
            <a:cxnLst/>
            <a:rect l="l" t="t" r="r" b="b"/>
            <a:pathLst>
              <a:path w="3063717" h="1239673">
                <a:moveTo>
                  <a:pt x="0" y="0"/>
                </a:moveTo>
                <a:lnTo>
                  <a:pt x="24887" y="0"/>
                </a:lnTo>
                <a:lnTo>
                  <a:pt x="1816819" y="0"/>
                </a:lnTo>
                <a:lnTo>
                  <a:pt x="3063717" y="0"/>
                </a:lnTo>
                <a:lnTo>
                  <a:pt x="2593030" y="1239673"/>
                </a:lnTo>
                <a:lnTo>
                  <a:pt x="1346133" y="1239673"/>
                </a:lnTo>
                <a:lnTo>
                  <a:pt x="0" y="1239673"/>
                </a:lnTo>
                <a:close/>
              </a:path>
            </a:pathLst>
          </a:cu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7"/>
          <p:cNvSpPr/>
          <p:nvPr userDrawn="1"/>
        </p:nvSpPr>
        <p:spPr>
          <a:xfrm>
            <a:off x="5447928" y="5394245"/>
            <a:ext cx="4143892" cy="1463755"/>
          </a:xfrm>
          <a:custGeom>
            <a:avLst/>
            <a:gdLst/>
            <a:ahLst/>
            <a:cxnLst/>
            <a:rect l="l" t="t" r="r" b="b"/>
            <a:pathLst>
              <a:path w="4724750" h="1668933">
                <a:moveTo>
                  <a:pt x="633670" y="0"/>
                </a:moveTo>
                <a:lnTo>
                  <a:pt x="4724750" y="0"/>
                </a:lnTo>
                <a:lnTo>
                  <a:pt x="4091079" y="1668933"/>
                </a:lnTo>
                <a:lnTo>
                  <a:pt x="0" y="1668933"/>
                </a:lnTo>
                <a:close/>
              </a:path>
            </a:pathLst>
          </a:custGeom>
          <a:solidFill>
            <a:schemeClr val="bg1">
              <a:lumMod val="8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userDrawn="1"/>
        </p:nvSpPr>
        <p:spPr>
          <a:xfrm>
            <a:off x="-1" y="3974537"/>
            <a:ext cx="3020077" cy="1463755"/>
          </a:xfrm>
          <a:custGeom>
            <a:avLst/>
            <a:gdLst/>
            <a:ahLst/>
            <a:cxnLst/>
            <a:rect l="l" t="t" r="r" b="b"/>
            <a:pathLst>
              <a:path w="2343636" h="1135901">
                <a:moveTo>
                  <a:pt x="0" y="0"/>
                </a:moveTo>
                <a:lnTo>
                  <a:pt x="2343636" y="0"/>
                </a:lnTo>
                <a:lnTo>
                  <a:pt x="1912350" y="1135901"/>
                </a:lnTo>
                <a:lnTo>
                  <a:pt x="0" y="1135901"/>
                </a:lnTo>
                <a:close/>
              </a:path>
            </a:pathLst>
          </a:cu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7"/>
          <p:cNvSpPr/>
          <p:nvPr userDrawn="1"/>
        </p:nvSpPr>
        <p:spPr>
          <a:xfrm>
            <a:off x="3935760" y="-13637"/>
            <a:ext cx="4012143" cy="1116764"/>
          </a:xfrm>
          <a:custGeom>
            <a:avLst/>
            <a:gdLst/>
            <a:ahLst/>
            <a:cxnLst/>
            <a:rect l="l" t="t" r="r" b="b"/>
            <a:pathLst>
              <a:path w="3113499" h="866630">
                <a:moveTo>
                  <a:pt x="329047" y="0"/>
                </a:moveTo>
                <a:lnTo>
                  <a:pt x="3113499" y="0"/>
                </a:lnTo>
                <a:lnTo>
                  <a:pt x="2784451" y="866630"/>
                </a:lnTo>
                <a:lnTo>
                  <a:pt x="0" y="866630"/>
                </a:lnTo>
                <a:close/>
              </a:path>
            </a:pathLst>
          </a:custGeom>
          <a:solidFill>
            <a:schemeClr val="bg1">
              <a:lumMod val="9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标题 1"/>
          <p:cNvSpPr>
            <a:spLocks noGrp="1"/>
          </p:cNvSpPr>
          <p:nvPr>
            <p:ph type="title"/>
          </p:nvPr>
        </p:nvSpPr>
        <p:spPr>
          <a:xfrm>
            <a:off x="1696800" y="3523810"/>
            <a:ext cx="8798400" cy="701858"/>
          </a:xfrm>
        </p:spPr>
        <p:txBody>
          <a:bodyPr anchor="ctr">
            <a:noAutofit/>
          </a:bodyPr>
          <a:lstStyle>
            <a:lvl1pPr algn="ctr">
              <a:defRPr sz="3600" b="1">
                <a:solidFill>
                  <a:srgbClr val="0070C0"/>
                </a:solidFill>
              </a:defRPr>
            </a:lvl1pPr>
          </a:lstStyle>
          <a:p>
            <a:endParaRPr lang="zh-CN" altLang="en-US" dirty="0"/>
          </a:p>
        </p:txBody>
      </p:sp>
      <p:grpSp>
        <p:nvGrpSpPr>
          <p:cNvPr id="27" name="组合 26"/>
          <p:cNvGrpSpPr/>
          <p:nvPr userDrawn="1"/>
        </p:nvGrpSpPr>
        <p:grpSpPr>
          <a:xfrm>
            <a:off x="9601200" y="574007"/>
            <a:ext cx="1919288" cy="456511"/>
            <a:chOff x="7836774" y="258763"/>
            <a:chExt cx="4044824" cy="906292"/>
          </a:xfrm>
        </p:grpSpPr>
        <p:sp>
          <p:nvSpPr>
            <p:cNvPr id="28" name="Freeform 5"/>
            <p:cNvSpPr/>
            <p:nvPr/>
          </p:nvSpPr>
          <p:spPr bwMode="auto">
            <a:xfrm>
              <a:off x="8618538"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29" name="Freeform 6"/>
            <p:cNvSpPr/>
            <p:nvPr/>
          </p:nvSpPr>
          <p:spPr bwMode="auto">
            <a:xfrm>
              <a:off x="7974013" y="271463"/>
              <a:ext cx="593725"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30" name="Freeform 7"/>
            <p:cNvSpPr>
              <a:spLocks noEditPoints="1"/>
            </p:cNvSpPr>
            <p:nvPr/>
          </p:nvSpPr>
          <p:spPr bwMode="auto">
            <a:xfrm>
              <a:off x="9163051"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1" name="Freeform 8"/>
            <p:cNvSpPr/>
            <p:nvPr/>
          </p:nvSpPr>
          <p:spPr bwMode="auto">
            <a:xfrm>
              <a:off x="9882188" y="282576"/>
              <a:ext cx="569913"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2" name="Freeform 9"/>
            <p:cNvSpPr>
              <a:spLocks noEditPoints="1"/>
            </p:cNvSpPr>
            <p:nvPr/>
          </p:nvSpPr>
          <p:spPr bwMode="auto">
            <a:xfrm>
              <a:off x="10612438" y="258763"/>
              <a:ext cx="520700"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3" name="Freeform 10"/>
            <p:cNvSpPr>
              <a:spLocks noEditPoints="1"/>
            </p:cNvSpPr>
            <p:nvPr/>
          </p:nvSpPr>
          <p:spPr bwMode="auto">
            <a:xfrm>
              <a:off x="11220451" y="258763"/>
              <a:ext cx="508000"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4" name="文本框 33"/>
            <p:cNvSpPr txBox="1"/>
            <p:nvPr/>
          </p:nvSpPr>
          <p:spPr>
            <a:xfrm>
              <a:off x="7836774" y="706794"/>
              <a:ext cx="4044824" cy="458261"/>
            </a:xfrm>
            <a:prstGeom prst="rect">
              <a:avLst/>
            </a:prstGeom>
            <a:noFill/>
          </p:spPr>
          <p:txBody>
            <a:bodyPr wrap="square" rtlCol="0">
              <a:spAutoFit/>
            </a:bodyPr>
            <a:lstStyle/>
            <a:p>
              <a:pPr algn="just"/>
              <a:r>
                <a:rPr lang="zh-CN" altLang="en-US" sz="900" dirty="0" smtClean="0">
                  <a:solidFill>
                    <a:schemeClr val="bg1">
                      <a:lumMod val="50000"/>
                    </a:schemeClr>
                  </a:solidFill>
                </a:rPr>
                <a:t>科   技   创   新  </a:t>
              </a:r>
              <a:r>
                <a:rPr lang="zh-CN" altLang="en-US" sz="900" baseline="0" dirty="0" smtClean="0">
                  <a:solidFill>
                    <a:schemeClr val="bg1">
                      <a:lumMod val="50000"/>
                    </a:schemeClr>
                  </a:solidFill>
                </a:rPr>
                <a:t>    </a:t>
              </a:r>
              <a:r>
                <a:rPr lang="zh-CN" altLang="en-US" sz="900" dirty="0" smtClean="0">
                  <a:solidFill>
                    <a:schemeClr val="bg1">
                      <a:lumMod val="50000"/>
                    </a:schemeClr>
                  </a:solidFill>
                </a:rPr>
                <a:t> 文   化   护   航</a:t>
              </a:r>
              <a:endParaRPr lang="zh-CN" altLang="en-US" sz="900" dirty="0">
                <a:solidFill>
                  <a:schemeClr val="bg1">
                    <a:lumMod val="50000"/>
                  </a:schemeClr>
                </a:solidFill>
              </a:endParaRPr>
            </a:p>
          </p:txBody>
        </p:sp>
      </p:grpSp>
      <p:sp>
        <p:nvSpPr>
          <p:cNvPr id="21" name="矩形 20"/>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11" name="ïṩḷídê"/>
          <p:cNvSpPr/>
          <p:nvPr userDrawn="1"/>
        </p:nvSpPr>
        <p:spPr>
          <a:xfrm>
            <a:off x="0" y="0"/>
            <a:ext cx="12192000" cy="46529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2" name="文本占位符 12"/>
          <p:cNvSpPr>
            <a:spLocks noGrp="1"/>
          </p:cNvSpPr>
          <p:nvPr>
            <p:ph type="body" sz="quarter" idx="11" hasCustomPrompt="1"/>
          </p:nvPr>
        </p:nvSpPr>
        <p:spPr>
          <a:xfrm>
            <a:off x="6057265" y="5714996"/>
            <a:ext cx="5774083" cy="296271"/>
          </a:xfrm>
        </p:spPr>
        <p:txBody>
          <a:bodyPr vert="horz" anchor="ctr">
            <a:noAutofit/>
          </a:bodyPr>
          <a:lstStyle>
            <a:lvl1pPr marL="0" indent="0" algn="r">
              <a:buNone/>
              <a:defRPr sz="16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13" name="标题 9801"/>
          <p:cNvSpPr>
            <a:spLocks noGrp="1"/>
          </p:cNvSpPr>
          <p:nvPr>
            <p:ph type="ctrTitle"/>
          </p:nvPr>
        </p:nvSpPr>
        <p:spPr>
          <a:xfrm>
            <a:off x="2105892" y="1863222"/>
            <a:ext cx="9727046" cy="1266373"/>
          </a:xfrm>
        </p:spPr>
        <p:txBody>
          <a:bodyPr anchor="ctr">
            <a:noAutofit/>
          </a:bodyPr>
          <a:lstStyle>
            <a:lvl1pPr algn="r">
              <a:defRPr sz="5400">
                <a:solidFill>
                  <a:schemeClr val="bg1"/>
                </a:solidFill>
              </a:defRPr>
            </a:lvl1pPr>
          </a:lstStyle>
          <a:p>
            <a:r>
              <a:rPr lang="en-US" dirty="0"/>
              <a:t>Click to edit Master title style</a:t>
            </a:r>
            <a:endParaRPr lang="zh-CN" altLang="en-US" dirty="0"/>
          </a:p>
        </p:txBody>
      </p:sp>
      <p:sp>
        <p:nvSpPr>
          <p:cNvPr id="14" name="文本占位符 11"/>
          <p:cNvSpPr>
            <a:spLocks noGrp="1"/>
          </p:cNvSpPr>
          <p:nvPr>
            <p:ph type="body" sz="quarter" idx="10" hasCustomPrompt="1"/>
          </p:nvPr>
        </p:nvSpPr>
        <p:spPr>
          <a:xfrm>
            <a:off x="6058854" y="5280173"/>
            <a:ext cx="5774083" cy="296271"/>
          </a:xfrm>
        </p:spPr>
        <p:txBody>
          <a:bodyPr vert="horz" anchor="ctr">
            <a:noAutofit/>
          </a:bodyPr>
          <a:lstStyle>
            <a:lvl1pPr marL="0" indent="0" algn="r">
              <a:buNone/>
              <a:defRPr sz="18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grpSp>
        <p:nvGrpSpPr>
          <p:cNvPr id="15" name="969b7ff7-461c-4c06-8a93-c57159ac15d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755217" y="3065320"/>
            <a:ext cx="6900559" cy="1622664"/>
            <a:chOff x="2776538" y="2559050"/>
            <a:chExt cx="7108825" cy="1671638"/>
          </a:xfrm>
          <a:solidFill>
            <a:schemeClr val="bg1">
              <a:alpha val="32000"/>
            </a:schemeClr>
          </a:solidFill>
        </p:grpSpPr>
        <p:sp>
          <p:nvSpPr>
            <p:cNvPr id="16" name="iślíďè"/>
            <p:cNvSpPr/>
            <p:nvPr userDrawn="1"/>
          </p:nvSpPr>
          <p:spPr bwMode="auto">
            <a:xfrm>
              <a:off x="4356100" y="2890838"/>
              <a:ext cx="1452563" cy="1339850"/>
            </a:xfrm>
            <a:custGeom>
              <a:avLst/>
              <a:gdLst>
                <a:gd name="T0" fmla="*/ 915 w 915"/>
                <a:gd name="T1" fmla="*/ 801 h 844"/>
                <a:gd name="T2" fmla="*/ 884 w 915"/>
                <a:gd name="T3" fmla="*/ 801 h 844"/>
                <a:gd name="T4" fmla="*/ 884 w 915"/>
                <a:gd name="T5" fmla="*/ 544 h 844"/>
                <a:gd name="T6" fmla="*/ 828 w 915"/>
                <a:gd name="T7" fmla="*/ 544 h 844"/>
                <a:gd name="T8" fmla="*/ 828 w 915"/>
                <a:gd name="T9" fmla="*/ 282 h 844"/>
                <a:gd name="T10" fmla="*/ 789 w 915"/>
                <a:gd name="T11" fmla="*/ 282 h 844"/>
                <a:gd name="T12" fmla="*/ 789 w 915"/>
                <a:gd name="T13" fmla="*/ 86 h 844"/>
                <a:gd name="T14" fmla="*/ 665 w 915"/>
                <a:gd name="T15" fmla="*/ 146 h 844"/>
                <a:gd name="T16" fmla="*/ 665 w 915"/>
                <a:gd name="T17" fmla="*/ 282 h 844"/>
                <a:gd name="T18" fmla="*/ 644 w 915"/>
                <a:gd name="T19" fmla="*/ 282 h 844"/>
                <a:gd name="T20" fmla="*/ 644 w 915"/>
                <a:gd name="T21" fmla="*/ 166 h 844"/>
                <a:gd name="T22" fmla="*/ 601 w 915"/>
                <a:gd name="T23" fmla="*/ 88 h 844"/>
                <a:gd name="T24" fmla="*/ 583 w 915"/>
                <a:gd name="T25" fmla="*/ 88 h 844"/>
                <a:gd name="T26" fmla="*/ 577 w 915"/>
                <a:gd name="T27" fmla="*/ 50 h 844"/>
                <a:gd name="T28" fmla="*/ 569 w 915"/>
                <a:gd name="T29" fmla="*/ 0 h 844"/>
                <a:gd name="T30" fmla="*/ 561 w 915"/>
                <a:gd name="T31" fmla="*/ 50 h 844"/>
                <a:gd name="T32" fmla="*/ 555 w 915"/>
                <a:gd name="T33" fmla="*/ 88 h 844"/>
                <a:gd name="T34" fmla="*/ 533 w 915"/>
                <a:gd name="T35" fmla="*/ 88 h 844"/>
                <a:gd name="T36" fmla="*/ 488 w 915"/>
                <a:gd name="T37" fmla="*/ 166 h 844"/>
                <a:gd name="T38" fmla="*/ 488 w 915"/>
                <a:gd name="T39" fmla="*/ 360 h 844"/>
                <a:gd name="T40" fmla="*/ 468 w 915"/>
                <a:gd name="T41" fmla="*/ 360 h 844"/>
                <a:gd name="T42" fmla="*/ 468 w 915"/>
                <a:gd name="T43" fmla="*/ 614 h 844"/>
                <a:gd name="T44" fmla="*/ 450 w 915"/>
                <a:gd name="T45" fmla="*/ 614 h 844"/>
                <a:gd name="T46" fmla="*/ 450 w 915"/>
                <a:gd name="T47" fmla="*/ 494 h 844"/>
                <a:gd name="T48" fmla="*/ 339 w 915"/>
                <a:gd name="T49" fmla="*/ 494 h 844"/>
                <a:gd name="T50" fmla="*/ 339 w 915"/>
                <a:gd name="T51" fmla="*/ 343 h 844"/>
                <a:gd name="T52" fmla="*/ 293 w 915"/>
                <a:gd name="T53" fmla="*/ 343 h 844"/>
                <a:gd name="T54" fmla="*/ 293 w 915"/>
                <a:gd name="T55" fmla="*/ 302 h 844"/>
                <a:gd name="T56" fmla="*/ 280 w 915"/>
                <a:gd name="T57" fmla="*/ 302 h 844"/>
                <a:gd name="T58" fmla="*/ 280 w 915"/>
                <a:gd name="T59" fmla="*/ 268 h 844"/>
                <a:gd name="T60" fmla="*/ 271 w 915"/>
                <a:gd name="T61" fmla="*/ 268 h 844"/>
                <a:gd name="T62" fmla="*/ 271 w 915"/>
                <a:gd name="T63" fmla="*/ 302 h 844"/>
                <a:gd name="T64" fmla="*/ 254 w 915"/>
                <a:gd name="T65" fmla="*/ 302 h 844"/>
                <a:gd name="T66" fmla="*/ 254 w 915"/>
                <a:gd name="T67" fmla="*/ 245 h 844"/>
                <a:gd name="T68" fmla="*/ 248 w 915"/>
                <a:gd name="T69" fmla="*/ 245 h 844"/>
                <a:gd name="T70" fmla="*/ 248 w 915"/>
                <a:gd name="T71" fmla="*/ 302 h 844"/>
                <a:gd name="T72" fmla="*/ 236 w 915"/>
                <a:gd name="T73" fmla="*/ 302 h 844"/>
                <a:gd name="T74" fmla="*/ 236 w 915"/>
                <a:gd name="T75" fmla="*/ 343 h 844"/>
                <a:gd name="T76" fmla="*/ 219 w 915"/>
                <a:gd name="T77" fmla="*/ 343 h 844"/>
                <a:gd name="T78" fmla="*/ 219 w 915"/>
                <a:gd name="T79" fmla="*/ 566 h 844"/>
                <a:gd name="T80" fmla="*/ 188 w 915"/>
                <a:gd name="T81" fmla="*/ 566 h 844"/>
                <a:gd name="T82" fmla="*/ 188 w 915"/>
                <a:gd name="T83" fmla="*/ 488 h 844"/>
                <a:gd name="T84" fmla="*/ 28 w 915"/>
                <a:gd name="T85" fmla="*/ 488 h 844"/>
                <a:gd name="T86" fmla="*/ 28 w 915"/>
                <a:gd name="T87" fmla="*/ 801 h 844"/>
                <a:gd name="T88" fmla="*/ 0 w 915"/>
                <a:gd name="T89" fmla="*/ 801 h 844"/>
                <a:gd name="T90" fmla="*/ 0 w 915"/>
                <a:gd name="T91" fmla="*/ 844 h 844"/>
                <a:gd name="T92" fmla="*/ 915 w 915"/>
                <a:gd name="T93" fmla="*/ 844 h 844"/>
                <a:gd name="T94" fmla="*/ 915 w 915"/>
                <a:gd name="T95" fmla="*/ 801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15" h="844">
                  <a:moveTo>
                    <a:pt x="915" y="801"/>
                  </a:moveTo>
                  <a:lnTo>
                    <a:pt x="884" y="801"/>
                  </a:lnTo>
                  <a:lnTo>
                    <a:pt x="884" y="544"/>
                  </a:lnTo>
                  <a:lnTo>
                    <a:pt x="828" y="544"/>
                  </a:lnTo>
                  <a:lnTo>
                    <a:pt x="828" y="282"/>
                  </a:lnTo>
                  <a:lnTo>
                    <a:pt x="789" y="282"/>
                  </a:lnTo>
                  <a:lnTo>
                    <a:pt x="789" y="86"/>
                  </a:lnTo>
                  <a:lnTo>
                    <a:pt x="665" y="146"/>
                  </a:lnTo>
                  <a:lnTo>
                    <a:pt x="665" y="282"/>
                  </a:lnTo>
                  <a:lnTo>
                    <a:pt x="644" y="282"/>
                  </a:lnTo>
                  <a:lnTo>
                    <a:pt x="644" y="166"/>
                  </a:lnTo>
                  <a:lnTo>
                    <a:pt x="601" y="88"/>
                  </a:lnTo>
                  <a:lnTo>
                    <a:pt x="583" y="88"/>
                  </a:lnTo>
                  <a:lnTo>
                    <a:pt x="577" y="50"/>
                  </a:lnTo>
                  <a:lnTo>
                    <a:pt x="569" y="0"/>
                  </a:lnTo>
                  <a:lnTo>
                    <a:pt x="561" y="50"/>
                  </a:lnTo>
                  <a:lnTo>
                    <a:pt x="555" y="88"/>
                  </a:lnTo>
                  <a:lnTo>
                    <a:pt x="533" y="88"/>
                  </a:lnTo>
                  <a:lnTo>
                    <a:pt x="488" y="166"/>
                  </a:lnTo>
                  <a:lnTo>
                    <a:pt x="488" y="360"/>
                  </a:lnTo>
                  <a:lnTo>
                    <a:pt x="468" y="360"/>
                  </a:lnTo>
                  <a:lnTo>
                    <a:pt x="468" y="614"/>
                  </a:lnTo>
                  <a:lnTo>
                    <a:pt x="450" y="614"/>
                  </a:lnTo>
                  <a:lnTo>
                    <a:pt x="450" y="494"/>
                  </a:lnTo>
                  <a:lnTo>
                    <a:pt x="339" y="494"/>
                  </a:lnTo>
                  <a:lnTo>
                    <a:pt x="339" y="343"/>
                  </a:lnTo>
                  <a:lnTo>
                    <a:pt x="293" y="343"/>
                  </a:lnTo>
                  <a:lnTo>
                    <a:pt x="293" y="302"/>
                  </a:lnTo>
                  <a:lnTo>
                    <a:pt x="280" y="302"/>
                  </a:lnTo>
                  <a:lnTo>
                    <a:pt x="280" y="268"/>
                  </a:lnTo>
                  <a:lnTo>
                    <a:pt x="271" y="268"/>
                  </a:lnTo>
                  <a:lnTo>
                    <a:pt x="271" y="302"/>
                  </a:lnTo>
                  <a:lnTo>
                    <a:pt x="254" y="302"/>
                  </a:lnTo>
                  <a:lnTo>
                    <a:pt x="254" y="245"/>
                  </a:lnTo>
                  <a:lnTo>
                    <a:pt x="248" y="245"/>
                  </a:lnTo>
                  <a:lnTo>
                    <a:pt x="248" y="302"/>
                  </a:lnTo>
                  <a:lnTo>
                    <a:pt x="236" y="302"/>
                  </a:lnTo>
                  <a:lnTo>
                    <a:pt x="236" y="343"/>
                  </a:lnTo>
                  <a:lnTo>
                    <a:pt x="219" y="343"/>
                  </a:lnTo>
                  <a:lnTo>
                    <a:pt x="219" y="566"/>
                  </a:lnTo>
                  <a:lnTo>
                    <a:pt x="188" y="566"/>
                  </a:lnTo>
                  <a:lnTo>
                    <a:pt x="188" y="488"/>
                  </a:lnTo>
                  <a:lnTo>
                    <a:pt x="28" y="488"/>
                  </a:lnTo>
                  <a:lnTo>
                    <a:pt x="28" y="801"/>
                  </a:lnTo>
                  <a:lnTo>
                    <a:pt x="0" y="801"/>
                  </a:lnTo>
                  <a:lnTo>
                    <a:pt x="0" y="844"/>
                  </a:lnTo>
                  <a:lnTo>
                    <a:pt x="915" y="844"/>
                  </a:lnTo>
                  <a:lnTo>
                    <a:pt x="915" y="8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7" name="îŝḷíḓé"/>
            <p:cNvSpPr/>
            <p:nvPr userDrawn="1"/>
          </p:nvSpPr>
          <p:spPr bwMode="auto">
            <a:xfrm>
              <a:off x="9344025" y="3665538"/>
              <a:ext cx="541338" cy="492125"/>
            </a:xfrm>
            <a:custGeom>
              <a:avLst/>
              <a:gdLst>
                <a:gd name="T0" fmla="*/ 0 w 335"/>
                <a:gd name="T1" fmla="*/ 124 h 304"/>
                <a:gd name="T2" fmla="*/ 21 w 335"/>
                <a:gd name="T3" fmla="*/ 124 h 304"/>
                <a:gd name="T4" fmla="*/ 21 w 335"/>
                <a:gd name="T5" fmla="*/ 112 h 304"/>
                <a:gd name="T6" fmla="*/ 54 w 335"/>
                <a:gd name="T7" fmla="*/ 33 h 304"/>
                <a:gd name="T8" fmla="*/ 133 w 335"/>
                <a:gd name="T9" fmla="*/ 0 h 304"/>
                <a:gd name="T10" fmla="*/ 206 w 335"/>
                <a:gd name="T11" fmla="*/ 0 h 304"/>
                <a:gd name="T12" fmla="*/ 286 w 335"/>
                <a:gd name="T13" fmla="*/ 33 h 304"/>
                <a:gd name="T14" fmla="*/ 318 w 335"/>
                <a:gd name="T15" fmla="*/ 112 h 304"/>
                <a:gd name="T16" fmla="*/ 318 w 335"/>
                <a:gd name="T17" fmla="*/ 124 h 304"/>
                <a:gd name="T18" fmla="*/ 335 w 335"/>
                <a:gd name="T19" fmla="*/ 124 h 304"/>
                <a:gd name="T20" fmla="*/ 335 w 335"/>
                <a:gd name="T21" fmla="*/ 251 h 304"/>
                <a:gd name="T22" fmla="*/ 306 w 335"/>
                <a:gd name="T23" fmla="*/ 251 h 304"/>
                <a:gd name="T24" fmla="*/ 306 w 335"/>
                <a:gd name="T25" fmla="*/ 304 h 304"/>
                <a:gd name="T26" fmla="*/ 243 w 335"/>
                <a:gd name="T27" fmla="*/ 304 h 304"/>
                <a:gd name="T28" fmla="*/ 243 w 335"/>
                <a:gd name="T29" fmla="*/ 251 h 304"/>
                <a:gd name="T30" fmla="*/ 91 w 335"/>
                <a:gd name="T31" fmla="*/ 251 h 304"/>
                <a:gd name="T32" fmla="*/ 91 w 335"/>
                <a:gd name="T33" fmla="*/ 304 h 304"/>
                <a:gd name="T34" fmla="*/ 28 w 335"/>
                <a:gd name="T35" fmla="*/ 304 h 304"/>
                <a:gd name="T36" fmla="*/ 28 w 335"/>
                <a:gd name="T37" fmla="*/ 251 h 304"/>
                <a:gd name="T38" fmla="*/ 0 w 335"/>
                <a:gd name="T39" fmla="*/ 251 h 304"/>
                <a:gd name="T40" fmla="*/ 0 w 335"/>
                <a:gd name="T41" fmla="*/ 124 h 304"/>
                <a:gd name="T42" fmla="*/ 67 w 335"/>
                <a:gd name="T43" fmla="*/ 124 h 304"/>
                <a:gd name="T44" fmla="*/ 272 w 335"/>
                <a:gd name="T45" fmla="*/ 124 h 304"/>
                <a:gd name="T46" fmla="*/ 272 w 335"/>
                <a:gd name="T47" fmla="*/ 112 h 304"/>
                <a:gd name="T48" fmla="*/ 253 w 335"/>
                <a:gd name="T49" fmla="*/ 66 h 304"/>
                <a:gd name="T50" fmla="*/ 206 w 335"/>
                <a:gd name="T51" fmla="*/ 46 h 304"/>
                <a:gd name="T52" fmla="*/ 133 w 335"/>
                <a:gd name="T53" fmla="*/ 46 h 304"/>
                <a:gd name="T54" fmla="*/ 86 w 335"/>
                <a:gd name="T55" fmla="*/ 66 h 304"/>
                <a:gd name="T56" fmla="*/ 67 w 335"/>
                <a:gd name="T57" fmla="*/ 112 h 304"/>
                <a:gd name="T58" fmla="*/ 67 w 335"/>
                <a:gd name="T59" fmla="*/ 124 h 304"/>
                <a:gd name="T60" fmla="*/ 304 w 335"/>
                <a:gd name="T61" fmla="*/ 162 h 304"/>
                <a:gd name="T62" fmla="*/ 230 w 335"/>
                <a:gd name="T63" fmla="*/ 173 h 304"/>
                <a:gd name="T64" fmla="*/ 230 w 335"/>
                <a:gd name="T65" fmla="*/ 206 h 304"/>
                <a:gd name="T66" fmla="*/ 272 w 335"/>
                <a:gd name="T67" fmla="*/ 206 h 304"/>
                <a:gd name="T68" fmla="*/ 304 w 335"/>
                <a:gd name="T69" fmla="*/ 206 h 304"/>
                <a:gd name="T70" fmla="*/ 304 w 335"/>
                <a:gd name="T71" fmla="*/ 162 h 304"/>
                <a:gd name="T72" fmla="*/ 30 w 335"/>
                <a:gd name="T73" fmla="*/ 162 h 304"/>
                <a:gd name="T74" fmla="*/ 30 w 335"/>
                <a:gd name="T75" fmla="*/ 206 h 304"/>
                <a:gd name="T76" fmla="*/ 67 w 335"/>
                <a:gd name="T77" fmla="*/ 206 h 304"/>
                <a:gd name="T78" fmla="*/ 104 w 335"/>
                <a:gd name="T79" fmla="*/ 206 h 304"/>
                <a:gd name="T80" fmla="*/ 104 w 335"/>
                <a:gd name="T81" fmla="*/ 173 h 304"/>
                <a:gd name="T82" fmla="*/ 30 w 335"/>
                <a:gd name="T83" fmla="*/ 162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35" h="304">
                  <a:moveTo>
                    <a:pt x="0" y="124"/>
                  </a:moveTo>
                  <a:cubicBezTo>
                    <a:pt x="21" y="124"/>
                    <a:pt x="21" y="124"/>
                    <a:pt x="21" y="124"/>
                  </a:cubicBezTo>
                  <a:cubicBezTo>
                    <a:pt x="21" y="112"/>
                    <a:pt x="21" y="112"/>
                    <a:pt x="21" y="112"/>
                  </a:cubicBezTo>
                  <a:cubicBezTo>
                    <a:pt x="21" y="81"/>
                    <a:pt x="33" y="53"/>
                    <a:pt x="54" y="33"/>
                  </a:cubicBezTo>
                  <a:cubicBezTo>
                    <a:pt x="74" y="12"/>
                    <a:pt x="102" y="0"/>
                    <a:pt x="133" y="0"/>
                  </a:cubicBezTo>
                  <a:cubicBezTo>
                    <a:pt x="206" y="0"/>
                    <a:pt x="206" y="0"/>
                    <a:pt x="206" y="0"/>
                  </a:cubicBezTo>
                  <a:cubicBezTo>
                    <a:pt x="237" y="0"/>
                    <a:pt x="265" y="12"/>
                    <a:pt x="286" y="33"/>
                  </a:cubicBezTo>
                  <a:cubicBezTo>
                    <a:pt x="306" y="53"/>
                    <a:pt x="318" y="81"/>
                    <a:pt x="318" y="112"/>
                  </a:cubicBezTo>
                  <a:cubicBezTo>
                    <a:pt x="318" y="124"/>
                    <a:pt x="318" y="124"/>
                    <a:pt x="318" y="124"/>
                  </a:cubicBezTo>
                  <a:cubicBezTo>
                    <a:pt x="335" y="124"/>
                    <a:pt x="335" y="124"/>
                    <a:pt x="335" y="124"/>
                  </a:cubicBezTo>
                  <a:cubicBezTo>
                    <a:pt x="335" y="251"/>
                    <a:pt x="335" y="251"/>
                    <a:pt x="335" y="251"/>
                  </a:cubicBezTo>
                  <a:cubicBezTo>
                    <a:pt x="306" y="251"/>
                    <a:pt x="306" y="251"/>
                    <a:pt x="306" y="251"/>
                  </a:cubicBezTo>
                  <a:cubicBezTo>
                    <a:pt x="306" y="304"/>
                    <a:pt x="306" y="304"/>
                    <a:pt x="306" y="304"/>
                  </a:cubicBezTo>
                  <a:cubicBezTo>
                    <a:pt x="243" y="304"/>
                    <a:pt x="243" y="304"/>
                    <a:pt x="243" y="304"/>
                  </a:cubicBezTo>
                  <a:cubicBezTo>
                    <a:pt x="243" y="251"/>
                    <a:pt x="243" y="251"/>
                    <a:pt x="243" y="251"/>
                  </a:cubicBezTo>
                  <a:cubicBezTo>
                    <a:pt x="91" y="251"/>
                    <a:pt x="91" y="251"/>
                    <a:pt x="91" y="251"/>
                  </a:cubicBezTo>
                  <a:cubicBezTo>
                    <a:pt x="91" y="304"/>
                    <a:pt x="91" y="304"/>
                    <a:pt x="91" y="304"/>
                  </a:cubicBezTo>
                  <a:cubicBezTo>
                    <a:pt x="28" y="304"/>
                    <a:pt x="28" y="304"/>
                    <a:pt x="28" y="304"/>
                  </a:cubicBezTo>
                  <a:cubicBezTo>
                    <a:pt x="28" y="251"/>
                    <a:pt x="28" y="251"/>
                    <a:pt x="28" y="251"/>
                  </a:cubicBezTo>
                  <a:cubicBezTo>
                    <a:pt x="0" y="251"/>
                    <a:pt x="0" y="251"/>
                    <a:pt x="0" y="251"/>
                  </a:cubicBezTo>
                  <a:cubicBezTo>
                    <a:pt x="0" y="124"/>
                    <a:pt x="0" y="124"/>
                    <a:pt x="0" y="124"/>
                  </a:cubicBezTo>
                  <a:close/>
                  <a:moveTo>
                    <a:pt x="67" y="124"/>
                  </a:moveTo>
                  <a:cubicBezTo>
                    <a:pt x="272" y="124"/>
                    <a:pt x="272" y="124"/>
                    <a:pt x="272" y="124"/>
                  </a:cubicBezTo>
                  <a:cubicBezTo>
                    <a:pt x="272" y="112"/>
                    <a:pt x="272" y="112"/>
                    <a:pt x="272" y="112"/>
                  </a:cubicBezTo>
                  <a:cubicBezTo>
                    <a:pt x="272" y="94"/>
                    <a:pt x="265" y="77"/>
                    <a:pt x="253" y="66"/>
                  </a:cubicBezTo>
                  <a:cubicBezTo>
                    <a:pt x="241" y="54"/>
                    <a:pt x="224" y="46"/>
                    <a:pt x="206" y="46"/>
                  </a:cubicBezTo>
                  <a:cubicBezTo>
                    <a:pt x="133" y="46"/>
                    <a:pt x="133" y="46"/>
                    <a:pt x="133" y="46"/>
                  </a:cubicBezTo>
                  <a:cubicBezTo>
                    <a:pt x="115" y="46"/>
                    <a:pt x="98" y="54"/>
                    <a:pt x="86" y="66"/>
                  </a:cubicBezTo>
                  <a:cubicBezTo>
                    <a:pt x="75" y="77"/>
                    <a:pt x="67" y="94"/>
                    <a:pt x="67" y="112"/>
                  </a:cubicBezTo>
                  <a:cubicBezTo>
                    <a:pt x="67" y="124"/>
                    <a:pt x="67" y="124"/>
                    <a:pt x="67" y="124"/>
                  </a:cubicBezTo>
                  <a:close/>
                  <a:moveTo>
                    <a:pt x="304" y="162"/>
                  </a:moveTo>
                  <a:cubicBezTo>
                    <a:pt x="230" y="173"/>
                    <a:pt x="230" y="173"/>
                    <a:pt x="230" y="173"/>
                  </a:cubicBezTo>
                  <a:cubicBezTo>
                    <a:pt x="230" y="206"/>
                    <a:pt x="230" y="206"/>
                    <a:pt x="230" y="206"/>
                  </a:cubicBezTo>
                  <a:cubicBezTo>
                    <a:pt x="272" y="206"/>
                    <a:pt x="272" y="206"/>
                    <a:pt x="272" y="206"/>
                  </a:cubicBezTo>
                  <a:cubicBezTo>
                    <a:pt x="304" y="206"/>
                    <a:pt x="304" y="206"/>
                    <a:pt x="304" y="206"/>
                  </a:cubicBezTo>
                  <a:cubicBezTo>
                    <a:pt x="304" y="162"/>
                    <a:pt x="304" y="162"/>
                    <a:pt x="304" y="162"/>
                  </a:cubicBezTo>
                  <a:close/>
                  <a:moveTo>
                    <a:pt x="30" y="162"/>
                  </a:moveTo>
                  <a:cubicBezTo>
                    <a:pt x="30" y="206"/>
                    <a:pt x="30" y="206"/>
                    <a:pt x="30" y="206"/>
                  </a:cubicBezTo>
                  <a:cubicBezTo>
                    <a:pt x="67" y="206"/>
                    <a:pt x="67" y="206"/>
                    <a:pt x="67" y="206"/>
                  </a:cubicBezTo>
                  <a:cubicBezTo>
                    <a:pt x="104" y="206"/>
                    <a:pt x="104" y="206"/>
                    <a:pt x="104" y="206"/>
                  </a:cubicBezTo>
                  <a:cubicBezTo>
                    <a:pt x="104" y="173"/>
                    <a:pt x="104" y="173"/>
                    <a:pt x="104" y="173"/>
                  </a:cubicBezTo>
                  <a:lnTo>
                    <a:pt x="30" y="1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8" name="ïsḷiḍe"/>
            <p:cNvSpPr/>
            <p:nvPr userDrawn="1"/>
          </p:nvSpPr>
          <p:spPr bwMode="auto">
            <a:xfrm>
              <a:off x="5667375" y="3552825"/>
              <a:ext cx="700088" cy="627063"/>
            </a:xfrm>
            <a:custGeom>
              <a:avLst/>
              <a:gdLst>
                <a:gd name="T0" fmla="*/ 217 w 433"/>
                <a:gd name="T1" fmla="*/ 0 h 387"/>
                <a:gd name="T2" fmla="*/ 433 w 433"/>
                <a:gd name="T3" fmla="*/ 216 h 387"/>
                <a:gd name="T4" fmla="*/ 351 w 433"/>
                <a:gd name="T5" fmla="*/ 386 h 387"/>
                <a:gd name="T6" fmla="*/ 315 w 433"/>
                <a:gd name="T7" fmla="*/ 345 h 387"/>
                <a:gd name="T8" fmla="*/ 283 w 433"/>
                <a:gd name="T9" fmla="*/ 345 h 387"/>
                <a:gd name="T10" fmla="*/ 293 w 433"/>
                <a:gd name="T11" fmla="*/ 387 h 387"/>
                <a:gd name="T12" fmla="*/ 143 w 433"/>
                <a:gd name="T13" fmla="*/ 387 h 387"/>
                <a:gd name="T14" fmla="*/ 153 w 433"/>
                <a:gd name="T15" fmla="*/ 345 h 387"/>
                <a:gd name="T16" fmla="*/ 120 w 433"/>
                <a:gd name="T17" fmla="*/ 345 h 387"/>
                <a:gd name="T18" fmla="*/ 84 w 433"/>
                <a:gd name="T19" fmla="*/ 387 h 387"/>
                <a:gd name="T20" fmla="*/ 83 w 433"/>
                <a:gd name="T21" fmla="*/ 387 h 387"/>
                <a:gd name="T22" fmla="*/ 0 w 433"/>
                <a:gd name="T23" fmla="*/ 216 h 387"/>
                <a:gd name="T24" fmla="*/ 217 w 433"/>
                <a:gd name="T25" fmla="*/ 0 h 387"/>
                <a:gd name="T26" fmla="*/ 111 w 433"/>
                <a:gd name="T27" fmla="*/ 308 h 387"/>
                <a:gd name="T28" fmla="*/ 111 w 433"/>
                <a:gd name="T29" fmla="*/ 328 h 387"/>
                <a:gd name="T30" fmla="*/ 325 w 433"/>
                <a:gd name="T31" fmla="*/ 328 h 387"/>
                <a:gd name="T32" fmla="*/ 325 w 433"/>
                <a:gd name="T33" fmla="*/ 308 h 387"/>
                <a:gd name="T34" fmla="*/ 111 w 433"/>
                <a:gd name="T35" fmla="*/ 308 h 387"/>
                <a:gd name="T36" fmla="*/ 274 w 433"/>
                <a:gd name="T37" fmla="*/ 223 h 387"/>
                <a:gd name="T38" fmla="*/ 249 w 433"/>
                <a:gd name="T39" fmla="*/ 248 h 387"/>
                <a:gd name="T40" fmla="*/ 274 w 433"/>
                <a:gd name="T41" fmla="*/ 274 h 387"/>
                <a:gd name="T42" fmla="*/ 299 w 433"/>
                <a:gd name="T43" fmla="*/ 248 h 387"/>
                <a:gd name="T44" fmla="*/ 274 w 433"/>
                <a:gd name="T45" fmla="*/ 223 h 387"/>
                <a:gd name="T46" fmla="*/ 160 w 433"/>
                <a:gd name="T47" fmla="*/ 223 h 387"/>
                <a:gd name="T48" fmla="*/ 135 w 433"/>
                <a:gd name="T49" fmla="*/ 248 h 387"/>
                <a:gd name="T50" fmla="*/ 160 w 433"/>
                <a:gd name="T51" fmla="*/ 274 h 387"/>
                <a:gd name="T52" fmla="*/ 185 w 433"/>
                <a:gd name="T53" fmla="*/ 248 h 387"/>
                <a:gd name="T54" fmla="*/ 160 w 433"/>
                <a:gd name="T55" fmla="*/ 223 h 387"/>
                <a:gd name="T56" fmla="*/ 134 w 433"/>
                <a:gd name="T57" fmla="*/ 97 h 387"/>
                <a:gd name="T58" fmla="*/ 128 w 433"/>
                <a:gd name="T59" fmla="*/ 190 h 387"/>
                <a:gd name="T60" fmla="*/ 306 w 433"/>
                <a:gd name="T61" fmla="*/ 190 h 387"/>
                <a:gd name="T62" fmla="*/ 300 w 433"/>
                <a:gd name="T63" fmla="*/ 97 h 387"/>
                <a:gd name="T64" fmla="*/ 134 w 433"/>
                <a:gd name="T65" fmla="*/ 97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3" h="387">
                  <a:moveTo>
                    <a:pt x="217" y="0"/>
                  </a:moveTo>
                  <a:cubicBezTo>
                    <a:pt x="336" y="0"/>
                    <a:pt x="433" y="97"/>
                    <a:pt x="433" y="216"/>
                  </a:cubicBezTo>
                  <a:cubicBezTo>
                    <a:pt x="433" y="285"/>
                    <a:pt x="401" y="346"/>
                    <a:pt x="351" y="386"/>
                  </a:cubicBezTo>
                  <a:cubicBezTo>
                    <a:pt x="315" y="345"/>
                    <a:pt x="315" y="345"/>
                    <a:pt x="315" y="345"/>
                  </a:cubicBezTo>
                  <a:cubicBezTo>
                    <a:pt x="283" y="345"/>
                    <a:pt x="283" y="345"/>
                    <a:pt x="283" y="345"/>
                  </a:cubicBezTo>
                  <a:cubicBezTo>
                    <a:pt x="293" y="387"/>
                    <a:pt x="293" y="387"/>
                    <a:pt x="293" y="387"/>
                  </a:cubicBezTo>
                  <a:cubicBezTo>
                    <a:pt x="143" y="387"/>
                    <a:pt x="143" y="387"/>
                    <a:pt x="143" y="387"/>
                  </a:cubicBezTo>
                  <a:cubicBezTo>
                    <a:pt x="153" y="345"/>
                    <a:pt x="153" y="345"/>
                    <a:pt x="153" y="345"/>
                  </a:cubicBezTo>
                  <a:cubicBezTo>
                    <a:pt x="120" y="345"/>
                    <a:pt x="120" y="345"/>
                    <a:pt x="120" y="345"/>
                  </a:cubicBezTo>
                  <a:cubicBezTo>
                    <a:pt x="84" y="387"/>
                    <a:pt x="84" y="387"/>
                    <a:pt x="84" y="387"/>
                  </a:cubicBezTo>
                  <a:cubicBezTo>
                    <a:pt x="83" y="387"/>
                    <a:pt x="83" y="387"/>
                    <a:pt x="83" y="387"/>
                  </a:cubicBezTo>
                  <a:cubicBezTo>
                    <a:pt x="33" y="347"/>
                    <a:pt x="0" y="286"/>
                    <a:pt x="0" y="216"/>
                  </a:cubicBezTo>
                  <a:cubicBezTo>
                    <a:pt x="0" y="97"/>
                    <a:pt x="97" y="0"/>
                    <a:pt x="217" y="0"/>
                  </a:cubicBezTo>
                  <a:close/>
                  <a:moveTo>
                    <a:pt x="111" y="308"/>
                  </a:moveTo>
                  <a:cubicBezTo>
                    <a:pt x="111" y="328"/>
                    <a:pt x="111" y="328"/>
                    <a:pt x="111" y="328"/>
                  </a:cubicBezTo>
                  <a:cubicBezTo>
                    <a:pt x="325" y="328"/>
                    <a:pt x="325" y="328"/>
                    <a:pt x="325" y="328"/>
                  </a:cubicBezTo>
                  <a:cubicBezTo>
                    <a:pt x="325" y="308"/>
                    <a:pt x="325" y="308"/>
                    <a:pt x="325" y="308"/>
                  </a:cubicBezTo>
                  <a:cubicBezTo>
                    <a:pt x="111" y="308"/>
                    <a:pt x="111" y="308"/>
                    <a:pt x="111" y="308"/>
                  </a:cubicBezTo>
                  <a:close/>
                  <a:moveTo>
                    <a:pt x="274" y="223"/>
                  </a:moveTo>
                  <a:cubicBezTo>
                    <a:pt x="260" y="223"/>
                    <a:pt x="249" y="235"/>
                    <a:pt x="249" y="248"/>
                  </a:cubicBezTo>
                  <a:cubicBezTo>
                    <a:pt x="249" y="262"/>
                    <a:pt x="260" y="274"/>
                    <a:pt x="274" y="274"/>
                  </a:cubicBezTo>
                  <a:cubicBezTo>
                    <a:pt x="288" y="274"/>
                    <a:pt x="299" y="262"/>
                    <a:pt x="299" y="248"/>
                  </a:cubicBezTo>
                  <a:cubicBezTo>
                    <a:pt x="299" y="235"/>
                    <a:pt x="288" y="223"/>
                    <a:pt x="274" y="223"/>
                  </a:cubicBezTo>
                  <a:close/>
                  <a:moveTo>
                    <a:pt x="160" y="223"/>
                  </a:moveTo>
                  <a:cubicBezTo>
                    <a:pt x="146" y="223"/>
                    <a:pt x="135" y="235"/>
                    <a:pt x="135" y="248"/>
                  </a:cubicBezTo>
                  <a:cubicBezTo>
                    <a:pt x="135" y="262"/>
                    <a:pt x="146" y="274"/>
                    <a:pt x="160" y="274"/>
                  </a:cubicBezTo>
                  <a:cubicBezTo>
                    <a:pt x="174" y="274"/>
                    <a:pt x="185" y="262"/>
                    <a:pt x="185" y="248"/>
                  </a:cubicBezTo>
                  <a:cubicBezTo>
                    <a:pt x="185" y="235"/>
                    <a:pt x="174" y="223"/>
                    <a:pt x="160" y="223"/>
                  </a:cubicBezTo>
                  <a:close/>
                  <a:moveTo>
                    <a:pt x="134" y="97"/>
                  </a:moveTo>
                  <a:cubicBezTo>
                    <a:pt x="128" y="190"/>
                    <a:pt x="128" y="190"/>
                    <a:pt x="128" y="190"/>
                  </a:cubicBezTo>
                  <a:cubicBezTo>
                    <a:pt x="306" y="190"/>
                    <a:pt x="306" y="190"/>
                    <a:pt x="306" y="190"/>
                  </a:cubicBezTo>
                  <a:cubicBezTo>
                    <a:pt x="300" y="97"/>
                    <a:pt x="300" y="97"/>
                    <a:pt x="300" y="97"/>
                  </a:cubicBezTo>
                  <a:lnTo>
                    <a:pt x="134" y="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9" name="îśḻîḍé"/>
            <p:cNvSpPr/>
            <p:nvPr userDrawn="1"/>
          </p:nvSpPr>
          <p:spPr bwMode="auto">
            <a:xfrm>
              <a:off x="3552825" y="3122613"/>
              <a:ext cx="1031875" cy="1079500"/>
            </a:xfrm>
            <a:custGeom>
              <a:avLst/>
              <a:gdLst>
                <a:gd name="T0" fmla="*/ 565 w 650"/>
                <a:gd name="T1" fmla="*/ 189 h 680"/>
                <a:gd name="T2" fmla="*/ 532 w 650"/>
                <a:gd name="T3" fmla="*/ 189 h 680"/>
                <a:gd name="T4" fmla="*/ 532 w 650"/>
                <a:gd name="T5" fmla="*/ 94 h 680"/>
                <a:gd name="T6" fmla="*/ 494 w 650"/>
                <a:gd name="T7" fmla="*/ 94 h 680"/>
                <a:gd name="T8" fmla="*/ 494 w 650"/>
                <a:gd name="T9" fmla="*/ 126 h 680"/>
                <a:gd name="T10" fmla="*/ 478 w 650"/>
                <a:gd name="T11" fmla="*/ 126 h 680"/>
                <a:gd name="T12" fmla="*/ 478 w 650"/>
                <a:gd name="T13" fmla="*/ 16 h 680"/>
                <a:gd name="T14" fmla="*/ 446 w 650"/>
                <a:gd name="T15" fmla="*/ 0 h 680"/>
                <a:gd name="T16" fmla="*/ 374 w 650"/>
                <a:gd name="T17" fmla="*/ 14 h 680"/>
                <a:gd name="T18" fmla="*/ 374 w 650"/>
                <a:gd name="T19" fmla="*/ 60 h 680"/>
                <a:gd name="T20" fmla="*/ 357 w 650"/>
                <a:gd name="T21" fmla="*/ 52 h 680"/>
                <a:gd name="T22" fmla="*/ 302 w 650"/>
                <a:gd name="T23" fmla="*/ 62 h 680"/>
                <a:gd name="T24" fmla="*/ 301 w 650"/>
                <a:gd name="T25" fmla="*/ 262 h 680"/>
                <a:gd name="T26" fmla="*/ 266 w 650"/>
                <a:gd name="T27" fmla="*/ 262 h 680"/>
                <a:gd name="T28" fmla="*/ 266 w 650"/>
                <a:gd name="T29" fmla="*/ 118 h 680"/>
                <a:gd name="T30" fmla="*/ 238 w 650"/>
                <a:gd name="T31" fmla="*/ 118 h 680"/>
                <a:gd name="T32" fmla="*/ 238 w 650"/>
                <a:gd name="T33" fmla="*/ 60 h 680"/>
                <a:gd name="T34" fmla="*/ 102 w 650"/>
                <a:gd name="T35" fmla="*/ 60 h 680"/>
                <a:gd name="T36" fmla="*/ 102 w 650"/>
                <a:gd name="T37" fmla="*/ 247 h 680"/>
                <a:gd name="T38" fmla="*/ 0 w 650"/>
                <a:gd name="T39" fmla="*/ 247 h 680"/>
                <a:gd name="T40" fmla="*/ 0 w 650"/>
                <a:gd name="T41" fmla="*/ 679 h 680"/>
                <a:gd name="T42" fmla="*/ 102 w 650"/>
                <a:gd name="T43" fmla="*/ 679 h 680"/>
                <a:gd name="T44" fmla="*/ 133 w 650"/>
                <a:gd name="T45" fmla="*/ 679 h 680"/>
                <a:gd name="T46" fmla="*/ 218 w 650"/>
                <a:gd name="T47" fmla="*/ 679 h 680"/>
                <a:gd name="T48" fmla="*/ 218 w 650"/>
                <a:gd name="T49" fmla="*/ 680 h 680"/>
                <a:gd name="T50" fmla="*/ 299 w 650"/>
                <a:gd name="T51" fmla="*/ 680 h 680"/>
                <a:gd name="T52" fmla="*/ 335 w 650"/>
                <a:gd name="T53" fmla="*/ 680 h 680"/>
                <a:gd name="T54" fmla="*/ 371 w 650"/>
                <a:gd name="T55" fmla="*/ 680 h 680"/>
                <a:gd name="T56" fmla="*/ 380 w 650"/>
                <a:gd name="T57" fmla="*/ 680 h 680"/>
                <a:gd name="T58" fmla="*/ 476 w 650"/>
                <a:gd name="T59" fmla="*/ 680 h 680"/>
                <a:gd name="T60" fmla="*/ 476 w 650"/>
                <a:gd name="T61" fmla="*/ 677 h 680"/>
                <a:gd name="T62" fmla="*/ 586 w 650"/>
                <a:gd name="T63" fmla="*/ 677 h 680"/>
                <a:gd name="T64" fmla="*/ 586 w 650"/>
                <a:gd name="T65" fmla="*/ 411 h 680"/>
                <a:gd name="T66" fmla="*/ 650 w 650"/>
                <a:gd name="T67" fmla="*/ 411 h 680"/>
                <a:gd name="T68" fmla="*/ 650 w 650"/>
                <a:gd name="T69" fmla="*/ 110 h 680"/>
                <a:gd name="T70" fmla="*/ 594 w 650"/>
                <a:gd name="T71" fmla="*/ 110 h 680"/>
                <a:gd name="T72" fmla="*/ 594 w 650"/>
                <a:gd name="T73" fmla="*/ 4 h 680"/>
                <a:gd name="T74" fmla="*/ 585 w 650"/>
                <a:gd name="T75" fmla="*/ 4 h 680"/>
                <a:gd name="T76" fmla="*/ 585 w 650"/>
                <a:gd name="T77" fmla="*/ 110 h 680"/>
                <a:gd name="T78" fmla="*/ 565 w 650"/>
                <a:gd name="T79" fmla="*/ 110 h 680"/>
                <a:gd name="T80" fmla="*/ 565 w 650"/>
                <a:gd name="T81" fmla="*/ 189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0" h="680">
                  <a:moveTo>
                    <a:pt x="565" y="189"/>
                  </a:moveTo>
                  <a:lnTo>
                    <a:pt x="532" y="189"/>
                  </a:lnTo>
                  <a:lnTo>
                    <a:pt x="532" y="94"/>
                  </a:lnTo>
                  <a:lnTo>
                    <a:pt x="494" y="94"/>
                  </a:lnTo>
                  <a:lnTo>
                    <a:pt x="494" y="126"/>
                  </a:lnTo>
                  <a:lnTo>
                    <a:pt x="478" y="126"/>
                  </a:lnTo>
                  <a:lnTo>
                    <a:pt x="478" y="16"/>
                  </a:lnTo>
                  <a:lnTo>
                    <a:pt x="446" y="0"/>
                  </a:lnTo>
                  <a:lnTo>
                    <a:pt x="374" y="14"/>
                  </a:lnTo>
                  <a:lnTo>
                    <a:pt x="374" y="60"/>
                  </a:lnTo>
                  <a:lnTo>
                    <a:pt x="357" y="52"/>
                  </a:lnTo>
                  <a:lnTo>
                    <a:pt x="302" y="62"/>
                  </a:lnTo>
                  <a:lnTo>
                    <a:pt x="301" y="262"/>
                  </a:lnTo>
                  <a:lnTo>
                    <a:pt x="266" y="262"/>
                  </a:lnTo>
                  <a:lnTo>
                    <a:pt x="266" y="118"/>
                  </a:lnTo>
                  <a:lnTo>
                    <a:pt x="238" y="118"/>
                  </a:lnTo>
                  <a:lnTo>
                    <a:pt x="238" y="60"/>
                  </a:lnTo>
                  <a:lnTo>
                    <a:pt x="102" y="60"/>
                  </a:lnTo>
                  <a:lnTo>
                    <a:pt x="102" y="247"/>
                  </a:lnTo>
                  <a:lnTo>
                    <a:pt x="0" y="247"/>
                  </a:lnTo>
                  <a:lnTo>
                    <a:pt x="0" y="679"/>
                  </a:lnTo>
                  <a:lnTo>
                    <a:pt x="102" y="679"/>
                  </a:lnTo>
                  <a:lnTo>
                    <a:pt x="133" y="679"/>
                  </a:lnTo>
                  <a:lnTo>
                    <a:pt x="218" y="679"/>
                  </a:lnTo>
                  <a:lnTo>
                    <a:pt x="218" y="680"/>
                  </a:lnTo>
                  <a:lnTo>
                    <a:pt x="299" y="680"/>
                  </a:lnTo>
                  <a:lnTo>
                    <a:pt x="335" y="680"/>
                  </a:lnTo>
                  <a:lnTo>
                    <a:pt x="371" y="680"/>
                  </a:lnTo>
                  <a:lnTo>
                    <a:pt x="380" y="680"/>
                  </a:lnTo>
                  <a:lnTo>
                    <a:pt x="476" y="680"/>
                  </a:lnTo>
                  <a:lnTo>
                    <a:pt x="476" y="677"/>
                  </a:lnTo>
                  <a:lnTo>
                    <a:pt x="586" y="677"/>
                  </a:lnTo>
                  <a:lnTo>
                    <a:pt x="586" y="411"/>
                  </a:lnTo>
                  <a:lnTo>
                    <a:pt x="650" y="411"/>
                  </a:lnTo>
                  <a:lnTo>
                    <a:pt x="650" y="110"/>
                  </a:lnTo>
                  <a:lnTo>
                    <a:pt x="594" y="110"/>
                  </a:lnTo>
                  <a:lnTo>
                    <a:pt x="594" y="4"/>
                  </a:lnTo>
                  <a:lnTo>
                    <a:pt x="585" y="4"/>
                  </a:lnTo>
                  <a:lnTo>
                    <a:pt x="585" y="110"/>
                  </a:lnTo>
                  <a:lnTo>
                    <a:pt x="565" y="110"/>
                  </a:lnTo>
                  <a:lnTo>
                    <a:pt x="565" y="1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0" name="ísḷïďe"/>
            <p:cNvSpPr/>
            <p:nvPr userDrawn="1"/>
          </p:nvSpPr>
          <p:spPr bwMode="auto">
            <a:xfrm>
              <a:off x="6718300" y="2859088"/>
              <a:ext cx="1022350" cy="1335088"/>
            </a:xfrm>
            <a:custGeom>
              <a:avLst/>
              <a:gdLst>
                <a:gd name="T0" fmla="*/ 188 w 644"/>
                <a:gd name="T1" fmla="*/ 138 h 841"/>
                <a:gd name="T2" fmla="*/ 188 w 644"/>
                <a:gd name="T3" fmla="*/ 553 h 841"/>
                <a:gd name="T4" fmla="*/ 270 w 644"/>
                <a:gd name="T5" fmla="*/ 553 h 841"/>
                <a:gd name="T6" fmla="*/ 270 w 644"/>
                <a:gd name="T7" fmla="*/ 322 h 841"/>
                <a:gd name="T8" fmla="*/ 395 w 644"/>
                <a:gd name="T9" fmla="*/ 322 h 841"/>
                <a:gd name="T10" fmla="*/ 395 w 644"/>
                <a:gd name="T11" fmla="*/ 276 h 841"/>
                <a:gd name="T12" fmla="*/ 432 w 644"/>
                <a:gd name="T13" fmla="*/ 243 h 841"/>
                <a:gd name="T14" fmla="*/ 515 w 644"/>
                <a:gd name="T15" fmla="*/ 276 h 841"/>
                <a:gd name="T16" fmla="*/ 515 w 644"/>
                <a:gd name="T17" fmla="*/ 442 h 841"/>
                <a:gd name="T18" fmla="*/ 566 w 644"/>
                <a:gd name="T19" fmla="*/ 442 h 841"/>
                <a:gd name="T20" fmla="*/ 566 w 644"/>
                <a:gd name="T21" fmla="*/ 389 h 841"/>
                <a:gd name="T22" fmla="*/ 609 w 644"/>
                <a:gd name="T23" fmla="*/ 389 h 841"/>
                <a:gd name="T24" fmla="*/ 609 w 644"/>
                <a:gd name="T25" fmla="*/ 321 h 841"/>
                <a:gd name="T26" fmla="*/ 644 w 644"/>
                <a:gd name="T27" fmla="*/ 321 h 841"/>
                <a:gd name="T28" fmla="*/ 644 w 644"/>
                <a:gd name="T29" fmla="*/ 389 h 841"/>
                <a:gd name="T30" fmla="*/ 644 w 644"/>
                <a:gd name="T31" fmla="*/ 630 h 841"/>
                <a:gd name="T32" fmla="*/ 644 w 644"/>
                <a:gd name="T33" fmla="*/ 638 h 841"/>
                <a:gd name="T34" fmla="*/ 611 w 644"/>
                <a:gd name="T35" fmla="*/ 638 h 841"/>
                <a:gd name="T36" fmla="*/ 611 w 644"/>
                <a:gd name="T37" fmla="*/ 841 h 841"/>
                <a:gd name="T38" fmla="*/ 501 w 644"/>
                <a:gd name="T39" fmla="*/ 841 h 841"/>
                <a:gd name="T40" fmla="*/ 501 w 644"/>
                <a:gd name="T41" fmla="*/ 839 h 841"/>
                <a:gd name="T42" fmla="*/ 395 w 644"/>
                <a:gd name="T43" fmla="*/ 839 h 841"/>
                <a:gd name="T44" fmla="*/ 395 w 644"/>
                <a:gd name="T45" fmla="*/ 831 h 841"/>
                <a:gd name="T46" fmla="*/ 188 w 644"/>
                <a:gd name="T47" fmla="*/ 831 h 841"/>
                <a:gd name="T48" fmla="*/ 188 w 644"/>
                <a:gd name="T49" fmla="*/ 834 h 841"/>
                <a:gd name="T50" fmla="*/ 0 w 644"/>
                <a:gd name="T51" fmla="*/ 834 h 841"/>
                <a:gd name="T52" fmla="*/ 0 w 644"/>
                <a:gd name="T53" fmla="*/ 138 h 841"/>
                <a:gd name="T54" fmla="*/ 47 w 644"/>
                <a:gd name="T55" fmla="*/ 68 h 841"/>
                <a:gd name="T56" fmla="*/ 94 w 644"/>
                <a:gd name="T57" fmla="*/ 0 h 841"/>
                <a:gd name="T58" fmla="*/ 141 w 644"/>
                <a:gd name="T59" fmla="*/ 68 h 841"/>
                <a:gd name="T60" fmla="*/ 188 w 644"/>
                <a:gd name="T61" fmla="*/ 138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4" h="841">
                  <a:moveTo>
                    <a:pt x="188" y="138"/>
                  </a:moveTo>
                  <a:lnTo>
                    <a:pt x="188" y="553"/>
                  </a:lnTo>
                  <a:lnTo>
                    <a:pt x="270" y="553"/>
                  </a:lnTo>
                  <a:lnTo>
                    <a:pt x="270" y="322"/>
                  </a:lnTo>
                  <a:lnTo>
                    <a:pt x="395" y="322"/>
                  </a:lnTo>
                  <a:lnTo>
                    <a:pt x="395" y="276"/>
                  </a:lnTo>
                  <a:lnTo>
                    <a:pt x="432" y="243"/>
                  </a:lnTo>
                  <a:lnTo>
                    <a:pt x="515" y="276"/>
                  </a:lnTo>
                  <a:lnTo>
                    <a:pt x="515" y="442"/>
                  </a:lnTo>
                  <a:lnTo>
                    <a:pt x="566" y="442"/>
                  </a:lnTo>
                  <a:lnTo>
                    <a:pt x="566" y="389"/>
                  </a:lnTo>
                  <a:lnTo>
                    <a:pt x="609" y="389"/>
                  </a:lnTo>
                  <a:lnTo>
                    <a:pt x="609" y="321"/>
                  </a:lnTo>
                  <a:lnTo>
                    <a:pt x="644" y="321"/>
                  </a:lnTo>
                  <a:lnTo>
                    <a:pt x="644" y="389"/>
                  </a:lnTo>
                  <a:lnTo>
                    <a:pt x="644" y="630"/>
                  </a:lnTo>
                  <a:lnTo>
                    <a:pt x="644" y="638"/>
                  </a:lnTo>
                  <a:lnTo>
                    <a:pt x="611" y="638"/>
                  </a:lnTo>
                  <a:lnTo>
                    <a:pt x="611" y="841"/>
                  </a:lnTo>
                  <a:lnTo>
                    <a:pt x="501" y="841"/>
                  </a:lnTo>
                  <a:lnTo>
                    <a:pt x="501" y="839"/>
                  </a:lnTo>
                  <a:lnTo>
                    <a:pt x="395" y="839"/>
                  </a:lnTo>
                  <a:lnTo>
                    <a:pt x="395" y="831"/>
                  </a:lnTo>
                  <a:lnTo>
                    <a:pt x="188" y="831"/>
                  </a:lnTo>
                  <a:lnTo>
                    <a:pt x="188" y="834"/>
                  </a:lnTo>
                  <a:lnTo>
                    <a:pt x="0" y="834"/>
                  </a:lnTo>
                  <a:lnTo>
                    <a:pt x="0" y="138"/>
                  </a:lnTo>
                  <a:lnTo>
                    <a:pt x="47" y="68"/>
                  </a:lnTo>
                  <a:lnTo>
                    <a:pt x="94" y="0"/>
                  </a:lnTo>
                  <a:lnTo>
                    <a:pt x="141" y="68"/>
                  </a:lnTo>
                  <a:lnTo>
                    <a:pt x="188" y="1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1" name="iṡlïďê"/>
            <p:cNvSpPr/>
            <p:nvPr userDrawn="1"/>
          </p:nvSpPr>
          <p:spPr bwMode="auto">
            <a:xfrm>
              <a:off x="7575550" y="3108325"/>
              <a:ext cx="611188" cy="1101725"/>
            </a:xfrm>
            <a:custGeom>
              <a:avLst/>
              <a:gdLst>
                <a:gd name="T0" fmla="*/ 126 w 385"/>
                <a:gd name="T1" fmla="*/ 365 h 694"/>
                <a:gd name="T2" fmla="*/ 229 w 385"/>
                <a:gd name="T3" fmla="*/ 365 h 694"/>
                <a:gd name="T4" fmla="*/ 229 w 385"/>
                <a:gd name="T5" fmla="*/ 262 h 694"/>
                <a:gd name="T6" fmla="*/ 235 w 385"/>
                <a:gd name="T7" fmla="*/ 262 h 694"/>
                <a:gd name="T8" fmla="*/ 235 w 385"/>
                <a:gd name="T9" fmla="*/ 187 h 694"/>
                <a:gd name="T10" fmla="*/ 280 w 385"/>
                <a:gd name="T11" fmla="*/ 187 h 694"/>
                <a:gd name="T12" fmla="*/ 280 w 385"/>
                <a:gd name="T13" fmla="*/ 138 h 694"/>
                <a:gd name="T14" fmla="*/ 284 w 385"/>
                <a:gd name="T15" fmla="*/ 138 h 694"/>
                <a:gd name="T16" fmla="*/ 284 w 385"/>
                <a:gd name="T17" fmla="*/ 0 h 694"/>
                <a:gd name="T18" fmla="*/ 296 w 385"/>
                <a:gd name="T19" fmla="*/ 0 h 694"/>
                <a:gd name="T20" fmla="*/ 296 w 385"/>
                <a:gd name="T21" fmla="*/ 138 h 694"/>
                <a:gd name="T22" fmla="*/ 327 w 385"/>
                <a:gd name="T23" fmla="*/ 138 h 694"/>
                <a:gd name="T24" fmla="*/ 327 w 385"/>
                <a:gd name="T25" fmla="*/ 262 h 694"/>
                <a:gd name="T26" fmla="*/ 366 w 385"/>
                <a:gd name="T27" fmla="*/ 262 h 694"/>
                <a:gd name="T28" fmla="*/ 366 w 385"/>
                <a:gd name="T29" fmla="*/ 376 h 694"/>
                <a:gd name="T30" fmla="*/ 385 w 385"/>
                <a:gd name="T31" fmla="*/ 376 h 694"/>
                <a:gd name="T32" fmla="*/ 385 w 385"/>
                <a:gd name="T33" fmla="*/ 663 h 694"/>
                <a:gd name="T34" fmla="*/ 366 w 385"/>
                <a:gd name="T35" fmla="*/ 663 h 694"/>
                <a:gd name="T36" fmla="*/ 366 w 385"/>
                <a:gd name="T37" fmla="*/ 694 h 694"/>
                <a:gd name="T38" fmla="*/ 229 w 385"/>
                <a:gd name="T39" fmla="*/ 694 h 694"/>
                <a:gd name="T40" fmla="*/ 229 w 385"/>
                <a:gd name="T41" fmla="*/ 689 h 694"/>
                <a:gd name="T42" fmla="*/ 126 w 385"/>
                <a:gd name="T43" fmla="*/ 689 h 694"/>
                <a:gd name="T44" fmla="*/ 126 w 385"/>
                <a:gd name="T45" fmla="*/ 683 h 694"/>
                <a:gd name="T46" fmla="*/ 0 w 385"/>
                <a:gd name="T47" fmla="*/ 683 h 694"/>
                <a:gd name="T48" fmla="*/ 0 w 385"/>
                <a:gd name="T49" fmla="*/ 445 h 694"/>
                <a:gd name="T50" fmla="*/ 126 w 385"/>
                <a:gd name="T51" fmla="*/ 445 h 694"/>
                <a:gd name="T52" fmla="*/ 126 w 385"/>
                <a:gd name="T53" fmla="*/ 365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5" h="694">
                  <a:moveTo>
                    <a:pt x="126" y="365"/>
                  </a:moveTo>
                  <a:lnTo>
                    <a:pt x="229" y="365"/>
                  </a:lnTo>
                  <a:lnTo>
                    <a:pt x="229" y="262"/>
                  </a:lnTo>
                  <a:lnTo>
                    <a:pt x="235" y="262"/>
                  </a:lnTo>
                  <a:lnTo>
                    <a:pt x="235" y="187"/>
                  </a:lnTo>
                  <a:lnTo>
                    <a:pt x="280" y="187"/>
                  </a:lnTo>
                  <a:lnTo>
                    <a:pt x="280" y="138"/>
                  </a:lnTo>
                  <a:lnTo>
                    <a:pt x="284" y="138"/>
                  </a:lnTo>
                  <a:lnTo>
                    <a:pt x="284" y="0"/>
                  </a:lnTo>
                  <a:lnTo>
                    <a:pt x="296" y="0"/>
                  </a:lnTo>
                  <a:lnTo>
                    <a:pt x="296" y="138"/>
                  </a:lnTo>
                  <a:lnTo>
                    <a:pt x="327" y="138"/>
                  </a:lnTo>
                  <a:lnTo>
                    <a:pt x="327" y="262"/>
                  </a:lnTo>
                  <a:lnTo>
                    <a:pt x="366" y="262"/>
                  </a:lnTo>
                  <a:lnTo>
                    <a:pt x="366" y="376"/>
                  </a:lnTo>
                  <a:lnTo>
                    <a:pt x="385" y="376"/>
                  </a:lnTo>
                  <a:lnTo>
                    <a:pt x="385" y="663"/>
                  </a:lnTo>
                  <a:lnTo>
                    <a:pt x="366" y="663"/>
                  </a:lnTo>
                  <a:lnTo>
                    <a:pt x="366" y="694"/>
                  </a:lnTo>
                  <a:lnTo>
                    <a:pt x="229" y="694"/>
                  </a:lnTo>
                  <a:lnTo>
                    <a:pt x="229" y="689"/>
                  </a:lnTo>
                  <a:lnTo>
                    <a:pt x="126" y="689"/>
                  </a:lnTo>
                  <a:lnTo>
                    <a:pt x="126" y="683"/>
                  </a:lnTo>
                  <a:lnTo>
                    <a:pt x="0" y="683"/>
                  </a:lnTo>
                  <a:lnTo>
                    <a:pt x="0" y="445"/>
                  </a:lnTo>
                  <a:lnTo>
                    <a:pt x="126" y="445"/>
                  </a:lnTo>
                  <a:lnTo>
                    <a:pt x="126" y="3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2" name="iş1íde"/>
            <p:cNvSpPr/>
            <p:nvPr userDrawn="1"/>
          </p:nvSpPr>
          <p:spPr bwMode="auto">
            <a:xfrm>
              <a:off x="8215313" y="3255963"/>
              <a:ext cx="395288" cy="954088"/>
            </a:xfrm>
            <a:custGeom>
              <a:avLst/>
              <a:gdLst>
                <a:gd name="T0" fmla="*/ 0 w 249"/>
                <a:gd name="T1" fmla="*/ 270 h 601"/>
                <a:gd name="T2" fmla="*/ 78 w 249"/>
                <a:gd name="T3" fmla="*/ 270 h 601"/>
                <a:gd name="T4" fmla="*/ 78 w 249"/>
                <a:gd name="T5" fmla="*/ 144 h 601"/>
                <a:gd name="T6" fmla="*/ 110 w 249"/>
                <a:gd name="T7" fmla="*/ 144 h 601"/>
                <a:gd name="T8" fmla="*/ 110 w 249"/>
                <a:gd name="T9" fmla="*/ 0 h 601"/>
                <a:gd name="T10" fmla="*/ 120 w 249"/>
                <a:gd name="T11" fmla="*/ 0 h 601"/>
                <a:gd name="T12" fmla="*/ 120 w 249"/>
                <a:gd name="T13" fmla="*/ 144 h 601"/>
                <a:gd name="T14" fmla="*/ 164 w 249"/>
                <a:gd name="T15" fmla="*/ 144 h 601"/>
                <a:gd name="T16" fmla="*/ 164 w 249"/>
                <a:gd name="T17" fmla="*/ 81 h 601"/>
                <a:gd name="T18" fmla="*/ 249 w 249"/>
                <a:gd name="T19" fmla="*/ 81 h 601"/>
                <a:gd name="T20" fmla="*/ 249 w 249"/>
                <a:gd name="T21" fmla="*/ 144 h 601"/>
                <a:gd name="T22" fmla="*/ 249 w 249"/>
                <a:gd name="T23" fmla="*/ 163 h 601"/>
                <a:gd name="T24" fmla="*/ 249 w 249"/>
                <a:gd name="T25" fmla="*/ 601 h 601"/>
                <a:gd name="T26" fmla="*/ 78 w 249"/>
                <a:gd name="T27" fmla="*/ 601 h 601"/>
                <a:gd name="T28" fmla="*/ 78 w 249"/>
                <a:gd name="T29" fmla="*/ 582 h 601"/>
                <a:gd name="T30" fmla="*/ 0 w 249"/>
                <a:gd name="T31" fmla="*/ 582 h 601"/>
                <a:gd name="T32" fmla="*/ 0 w 249"/>
                <a:gd name="T33" fmla="*/ 270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9" h="601">
                  <a:moveTo>
                    <a:pt x="0" y="270"/>
                  </a:moveTo>
                  <a:lnTo>
                    <a:pt x="78" y="270"/>
                  </a:lnTo>
                  <a:lnTo>
                    <a:pt x="78" y="144"/>
                  </a:lnTo>
                  <a:lnTo>
                    <a:pt x="110" y="144"/>
                  </a:lnTo>
                  <a:lnTo>
                    <a:pt x="110" y="0"/>
                  </a:lnTo>
                  <a:lnTo>
                    <a:pt x="120" y="0"/>
                  </a:lnTo>
                  <a:lnTo>
                    <a:pt x="120" y="144"/>
                  </a:lnTo>
                  <a:lnTo>
                    <a:pt x="164" y="144"/>
                  </a:lnTo>
                  <a:lnTo>
                    <a:pt x="164" y="81"/>
                  </a:lnTo>
                  <a:lnTo>
                    <a:pt x="249" y="81"/>
                  </a:lnTo>
                  <a:lnTo>
                    <a:pt x="249" y="144"/>
                  </a:lnTo>
                  <a:lnTo>
                    <a:pt x="249" y="163"/>
                  </a:lnTo>
                  <a:lnTo>
                    <a:pt x="249" y="601"/>
                  </a:lnTo>
                  <a:lnTo>
                    <a:pt x="78" y="601"/>
                  </a:lnTo>
                  <a:lnTo>
                    <a:pt x="78" y="582"/>
                  </a:lnTo>
                  <a:lnTo>
                    <a:pt x="0" y="582"/>
                  </a:lnTo>
                  <a:lnTo>
                    <a:pt x="0"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3" name="îşļíďe"/>
            <p:cNvSpPr/>
            <p:nvPr userDrawn="1"/>
          </p:nvSpPr>
          <p:spPr bwMode="auto">
            <a:xfrm>
              <a:off x="8680450" y="3362325"/>
              <a:ext cx="522288" cy="865188"/>
            </a:xfrm>
            <a:custGeom>
              <a:avLst/>
              <a:gdLst>
                <a:gd name="T0" fmla="*/ 0 w 329"/>
                <a:gd name="T1" fmla="*/ 240 h 545"/>
                <a:gd name="T2" fmla="*/ 86 w 329"/>
                <a:gd name="T3" fmla="*/ 155 h 545"/>
                <a:gd name="T4" fmla="*/ 151 w 329"/>
                <a:gd name="T5" fmla="*/ 209 h 545"/>
                <a:gd name="T6" fmla="*/ 151 w 329"/>
                <a:gd name="T7" fmla="*/ 116 h 545"/>
                <a:gd name="T8" fmla="*/ 329 w 329"/>
                <a:gd name="T9" fmla="*/ 0 h 545"/>
                <a:gd name="T10" fmla="*/ 329 w 329"/>
                <a:gd name="T11" fmla="*/ 536 h 545"/>
                <a:gd name="T12" fmla="*/ 186 w 329"/>
                <a:gd name="T13" fmla="*/ 536 h 545"/>
                <a:gd name="T14" fmla="*/ 186 w 329"/>
                <a:gd name="T15" fmla="*/ 545 h 545"/>
                <a:gd name="T16" fmla="*/ 0 w 329"/>
                <a:gd name="T17" fmla="*/ 545 h 545"/>
                <a:gd name="T18" fmla="*/ 0 w 329"/>
                <a:gd name="T19" fmla="*/ 240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9" h="545">
                  <a:moveTo>
                    <a:pt x="0" y="240"/>
                  </a:moveTo>
                  <a:lnTo>
                    <a:pt x="86" y="155"/>
                  </a:lnTo>
                  <a:lnTo>
                    <a:pt x="151" y="209"/>
                  </a:lnTo>
                  <a:lnTo>
                    <a:pt x="151" y="116"/>
                  </a:lnTo>
                  <a:lnTo>
                    <a:pt x="329" y="0"/>
                  </a:lnTo>
                  <a:lnTo>
                    <a:pt x="329" y="536"/>
                  </a:lnTo>
                  <a:lnTo>
                    <a:pt x="186" y="536"/>
                  </a:lnTo>
                  <a:lnTo>
                    <a:pt x="186" y="545"/>
                  </a:lnTo>
                  <a:lnTo>
                    <a:pt x="0" y="545"/>
                  </a:lnTo>
                  <a:lnTo>
                    <a:pt x="0"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4" name="îş1îḓê"/>
            <p:cNvSpPr/>
            <p:nvPr userDrawn="1"/>
          </p:nvSpPr>
          <p:spPr bwMode="auto">
            <a:xfrm>
              <a:off x="2776538" y="3571875"/>
              <a:ext cx="731838" cy="631825"/>
            </a:xfrm>
            <a:custGeom>
              <a:avLst/>
              <a:gdLst>
                <a:gd name="T0" fmla="*/ 384 w 461"/>
                <a:gd name="T1" fmla="*/ 0 h 398"/>
                <a:gd name="T2" fmla="*/ 461 w 461"/>
                <a:gd name="T3" fmla="*/ 0 h 398"/>
                <a:gd name="T4" fmla="*/ 461 w 461"/>
                <a:gd name="T5" fmla="*/ 371 h 398"/>
                <a:gd name="T6" fmla="*/ 396 w 461"/>
                <a:gd name="T7" fmla="*/ 371 h 398"/>
                <a:gd name="T8" fmla="*/ 396 w 461"/>
                <a:gd name="T9" fmla="*/ 398 h 398"/>
                <a:gd name="T10" fmla="*/ 230 w 461"/>
                <a:gd name="T11" fmla="*/ 398 h 398"/>
                <a:gd name="T12" fmla="*/ 230 w 461"/>
                <a:gd name="T13" fmla="*/ 66 h 398"/>
                <a:gd name="T14" fmla="*/ 384 w 461"/>
                <a:gd name="T15" fmla="*/ 66 h 398"/>
                <a:gd name="T16" fmla="*/ 384 w 461"/>
                <a:gd name="T17" fmla="*/ 0 h 398"/>
                <a:gd name="T18" fmla="*/ 384 w 461"/>
                <a:gd name="T19" fmla="*/ 0 h 398"/>
                <a:gd name="T20" fmla="*/ 0 w 461"/>
                <a:gd name="T21" fmla="*/ 0 h 398"/>
                <a:gd name="T22" fmla="*/ 128 w 461"/>
                <a:gd name="T23" fmla="*/ 0 h 398"/>
                <a:gd name="T24" fmla="*/ 128 w 461"/>
                <a:gd name="T25" fmla="*/ 114 h 398"/>
                <a:gd name="T26" fmla="*/ 180 w 461"/>
                <a:gd name="T27" fmla="*/ 114 h 398"/>
                <a:gd name="T28" fmla="*/ 180 w 461"/>
                <a:gd name="T29" fmla="*/ 391 h 398"/>
                <a:gd name="T30" fmla="*/ 128 w 461"/>
                <a:gd name="T31" fmla="*/ 391 h 398"/>
                <a:gd name="T32" fmla="*/ 75 w 461"/>
                <a:gd name="T33" fmla="*/ 391 h 398"/>
                <a:gd name="T34" fmla="*/ 0 w 461"/>
                <a:gd name="T35" fmla="*/ 391 h 398"/>
                <a:gd name="T36" fmla="*/ 0 w 461"/>
                <a:gd name="T37"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1" h="398">
                  <a:moveTo>
                    <a:pt x="384" y="0"/>
                  </a:moveTo>
                  <a:lnTo>
                    <a:pt x="461" y="0"/>
                  </a:lnTo>
                  <a:lnTo>
                    <a:pt x="461" y="371"/>
                  </a:lnTo>
                  <a:lnTo>
                    <a:pt x="396" y="371"/>
                  </a:lnTo>
                  <a:lnTo>
                    <a:pt x="396" y="398"/>
                  </a:lnTo>
                  <a:lnTo>
                    <a:pt x="230" y="398"/>
                  </a:lnTo>
                  <a:lnTo>
                    <a:pt x="230" y="66"/>
                  </a:lnTo>
                  <a:lnTo>
                    <a:pt x="384" y="66"/>
                  </a:lnTo>
                  <a:lnTo>
                    <a:pt x="384" y="0"/>
                  </a:lnTo>
                  <a:lnTo>
                    <a:pt x="384" y="0"/>
                  </a:lnTo>
                  <a:close/>
                  <a:moveTo>
                    <a:pt x="0" y="0"/>
                  </a:moveTo>
                  <a:lnTo>
                    <a:pt x="128" y="0"/>
                  </a:lnTo>
                  <a:lnTo>
                    <a:pt x="128" y="114"/>
                  </a:lnTo>
                  <a:lnTo>
                    <a:pt x="180" y="114"/>
                  </a:lnTo>
                  <a:lnTo>
                    <a:pt x="180" y="391"/>
                  </a:lnTo>
                  <a:lnTo>
                    <a:pt x="128" y="391"/>
                  </a:lnTo>
                  <a:lnTo>
                    <a:pt x="75" y="391"/>
                  </a:lnTo>
                  <a:lnTo>
                    <a:pt x="0" y="39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5" name="iṥḷîďê"/>
            <p:cNvSpPr/>
            <p:nvPr userDrawn="1"/>
          </p:nvSpPr>
          <p:spPr bwMode="auto">
            <a:xfrm>
              <a:off x="6273800" y="2559050"/>
              <a:ext cx="477838" cy="1622425"/>
            </a:xfrm>
            <a:custGeom>
              <a:avLst/>
              <a:gdLst>
                <a:gd name="T0" fmla="*/ 281 w 295"/>
                <a:gd name="T1" fmla="*/ 1001 h 1001"/>
                <a:gd name="T2" fmla="*/ 226 w 295"/>
                <a:gd name="T3" fmla="*/ 93 h 1001"/>
                <a:gd name="T4" fmla="*/ 257 w 295"/>
                <a:gd name="T5" fmla="*/ 183 h 1001"/>
                <a:gd name="T6" fmla="*/ 75 w 295"/>
                <a:gd name="T7" fmla="*/ 183 h 1001"/>
                <a:gd name="T8" fmla="*/ 201 w 295"/>
                <a:gd name="T9" fmla="*/ 200 h 1001"/>
                <a:gd name="T10" fmla="*/ 43 w 295"/>
                <a:gd name="T11" fmla="*/ 200 h 1001"/>
                <a:gd name="T12" fmla="*/ 68 w 295"/>
                <a:gd name="T13" fmla="*/ 236 h 1001"/>
                <a:gd name="T14" fmla="*/ 257 w 295"/>
                <a:gd name="T15" fmla="*/ 291 h 1001"/>
                <a:gd name="T16" fmla="*/ 43 w 295"/>
                <a:gd name="T17" fmla="*/ 291 h 1001"/>
                <a:gd name="T18" fmla="*/ 201 w 295"/>
                <a:gd name="T19" fmla="*/ 308 h 1001"/>
                <a:gd name="T20" fmla="*/ 170 w 295"/>
                <a:gd name="T21" fmla="*/ 308 h 1001"/>
                <a:gd name="T22" fmla="*/ 99 w 295"/>
                <a:gd name="T23" fmla="*/ 308 h 1001"/>
                <a:gd name="T24" fmla="*/ 163 w 295"/>
                <a:gd name="T25" fmla="*/ 363 h 1001"/>
                <a:gd name="T26" fmla="*/ 75 w 295"/>
                <a:gd name="T27" fmla="*/ 363 h 1001"/>
                <a:gd name="T28" fmla="*/ 201 w 295"/>
                <a:gd name="T29" fmla="*/ 380 h 1001"/>
                <a:gd name="T30" fmla="*/ 107 w 295"/>
                <a:gd name="T31" fmla="*/ 380 h 1001"/>
                <a:gd name="T32" fmla="*/ 257 w 295"/>
                <a:gd name="T33" fmla="*/ 416 h 1001"/>
                <a:gd name="T34" fmla="*/ 163 w 295"/>
                <a:gd name="T35" fmla="*/ 435 h 1001"/>
                <a:gd name="T36" fmla="*/ 43 w 295"/>
                <a:gd name="T37" fmla="*/ 435 h 1001"/>
                <a:gd name="T38" fmla="*/ 233 w 295"/>
                <a:gd name="T39" fmla="*/ 452 h 1001"/>
                <a:gd name="T40" fmla="*/ 170 w 295"/>
                <a:gd name="T41" fmla="*/ 452 h 1001"/>
                <a:gd name="T42" fmla="*/ 131 w 295"/>
                <a:gd name="T43" fmla="*/ 452 h 1001"/>
                <a:gd name="T44" fmla="*/ 226 w 295"/>
                <a:gd name="T45" fmla="*/ 507 h 1001"/>
                <a:gd name="T46" fmla="*/ 138 w 295"/>
                <a:gd name="T47" fmla="*/ 507 h 1001"/>
                <a:gd name="T48" fmla="*/ 43 w 295"/>
                <a:gd name="T49" fmla="*/ 488 h 1001"/>
                <a:gd name="T50" fmla="*/ 75 w 295"/>
                <a:gd name="T51" fmla="*/ 488 h 1001"/>
                <a:gd name="T52" fmla="*/ 226 w 295"/>
                <a:gd name="T53" fmla="*/ 524 h 1001"/>
                <a:gd name="T54" fmla="*/ 68 w 295"/>
                <a:gd name="T55" fmla="*/ 542 h 1001"/>
                <a:gd name="T56" fmla="*/ 201 w 295"/>
                <a:gd name="T57" fmla="*/ 578 h 1001"/>
                <a:gd name="T58" fmla="*/ 107 w 295"/>
                <a:gd name="T59" fmla="*/ 560 h 1001"/>
                <a:gd name="T60" fmla="*/ 43 w 295"/>
                <a:gd name="T61" fmla="*/ 560 h 1001"/>
                <a:gd name="T62" fmla="*/ 257 w 295"/>
                <a:gd name="T63" fmla="*/ 595 h 1001"/>
                <a:gd name="T64" fmla="*/ 194 w 295"/>
                <a:gd name="T65" fmla="*/ 614 h 1001"/>
                <a:gd name="T66" fmla="*/ 43 w 295"/>
                <a:gd name="T67" fmla="*/ 614 h 1001"/>
                <a:gd name="T68" fmla="*/ 201 w 295"/>
                <a:gd name="T69" fmla="*/ 631 h 1001"/>
                <a:gd name="T70" fmla="*/ 170 w 295"/>
                <a:gd name="T71" fmla="*/ 631 h 1001"/>
                <a:gd name="T72" fmla="*/ 257 w 295"/>
                <a:gd name="T73" fmla="*/ 667 h 1001"/>
                <a:gd name="T74" fmla="*/ 194 w 295"/>
                <a:gd name="T75" fmla="*/ 686 h 1001"/>
                <a:gd name="T76" fmla="*/ 201 w 295"/>
                <a:gd name="T77" fmla="*/ 722 h 1001"/>
                <a:gd name="T78" fmla="*/ 107 w 295"/>
                <a:gd name="T79" fmla="*/ 703 h 1001"/>
                <a:gd name="T80" fmla="*/ 43 w 295"/>
                <a:gd name="T81" fmla="*/ 703 h 1001"/>
                <a:gd name="T82" fmla="*/ 226 w 295"/>
                <a:gd name="T83" fmla="*/ 739 h 1001"/>
                <a:gd name="T84" fmla="*/ 163 w 295"/>
                <a:gd name="T85" fmla="*/ 758 h 1001"/>
                <a:gd name="T86" fmla="*/ 233 w 295"/>
                <a:gd name="T87" fmla="*/ 794 h 1001"/>
                <a:gd name="T88" fmla="*/ 138 w 295"/>
                <a:gd name="T89" fmla="*/ 775 h 1001"/>
                <a:gd name="T90" fmla="*/ 107 w 295"/>
                <a:gd name="T91" fmla="*/ 775 h 1001"/>
                <a:gd name="T92" fmla="*/ 257 w 295"/>
                <a:gd name="T93" fmla="*/ 811 h 1001"/>
                <a:gd name="T94" fmla="*/ 194 w 295"/>
                <a:gd name="T95" fmla="*/ 830 h 1001"/>
                <a:gd name="T96" fmla="*/ 75 w 295"/>
                <a:gd name="T97" fmla="*/ 830 h 1001"/>
                <a:gd name="T98" fmla="*/ 201 w 295"/>
                <a:gd name="T99" fmla="*/ 847 h 1001"/>
                <a:gd name="T100" fmla="*/ 138 w 295"/>
                <a:gd name="T101" fmla="*/ 847 h 1001"/>
                <a:gd name="T102" fmla="*/ 68 w 295"/>
                <a:gd name="T103" fmla="*/ 847 h 1001"/>
                <a:gd name="T104" fmla="*/ 257 w 295"/>
                <a:gd name="T105" fmla="*/ 902 h 1001"/>
                <a:gd name="T106" fmla="*/ 170 w 295"/>
                <a:gd name="T107" fmla="*/ 902 h 1001"/>
                <a:gd name="T108" fmla="*/ 43 w 295"/>
                <a:gd name="T109" fmla="*/ 883 h 1001"/>
                <a:gd name="T110" fmla="*/ 75 w 295"/>
                <a:gd name="T111" fmla="*/ 883 h 1001"/>
                <a:gd name="T112" fmla="*/ 68 w 295"/>
                <a:gd name="T113" fmla="*/ 57 h 1001"/>
                <a:gd name="T114" fmla="*/ 257 w 295"/>
                <a:gd name="T115" fmla="*/ 937 h 1001"/>
                <a:gd name="T116" fmla="*/ 170 w 295"/>
                <a:gd name="T117" fmla="*/ 937 h 1001"/>
                <a:gd name="T118" fmla="*/ 43 w 295"/>
                <a:gd name="T119" fmla="*/ 919 h 1001"/>
                <a:gd name="T120" fmla="*/ 75 w 295"/>
                <a:gd name="T121" fmla="*/ 919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5" h="1001">
                  <a:moveTo>
                    <a:pt x="281" y="1001"/>
                  </a:moveTo>
                  <a:cubicBezTo>
                    <a:pt x="17" y="1001"/>
                    <a:pt x="17" y="1001"/>
                    <a:pt x="17" y="1001"/>
                  </a:cubicBezTo>
                  <a:cubicBezTo>
                    <a:pt x="17" y="36"/>
                    <a:pt x="17" y="36"/>
                    <a:pt x="17" y="36"/>
                  </a:cubicBezTo>
                  <a:cubicBezTo>
                    <a:pt x="0" y="36"/>
                    <a:pt x="0" y="36"/>
                    <a:pt x="0" y="36"/>
                  </a:cubicBezTo>
                  <a:cubicBezTo>
                    <a:pt x="0" y="0"/>
                    <a:pt x="0" y="0"/>
                    <a:pt x="0" y="0"/>
                  </a:cubicBezTo>
                  <a:cubicBezTo>
                    <a:pt x="295" y="0"/>
                    <a:pt x="295" y="0"/>
                    <a:pt x="295" y="0"/>
                  </a:cubicBezTo>
                  <a:cubicBezTo>
                    <a:pt x="295" y="36"/>
                    <a:pt x="295" y="36"/>
                    <a:pt x="295" y="36"/>
                  </a:cubicBezTo>
                  <a:cubicBezTo>
                    <a:pt x="281" y="36"/>
                    <a:pt x="281" y="36"/>
                    <a:pt x="281" y="36"/>
                  </a:cubicBezTo>
                  <a:cubicBezTo>
                    <a:pt x="281" y="1001"/>
                    <a:pt x="281" y="1001"/>
                    <a:pt x="281" y="1001"/>
                  </a:cubicBezTo>
                  <a:close/>
                  <a:moveTo>
                    <a:pt x="233" y="93"/>
                  </a:moveTo>
                  <a:cubicBezTo>
                    <a:pt x="233" y="99"/>
                    <a:pt x="233" y="105"/>
                    <a:pt x="233" y="111"/>
                  </a:cubicBezTo>
                  <a:cubicBezTo>
                    <a:pt x="241" y="111"/>
                    <a:pt x="249" y="111"/>
                    <a:pt x="257" y="111"/>
                  </a:cubicBezTo>
                  <a:cubicBezTo>
                    <a:pt x="257" y="105"/>
                    <a:pt x="257" y="99"/>
                    <a:pt x="257" y="93"/>
                  </a:cubicBezTo>
                  <a:cubicBezTo>
                    <a:pt x="249" y="93"/>
                    <a:pt x="241" y="93"/>
                    <a:pt x="233" y="93"/>
                  </a:cubicBezTo>
                  <a:close/>
                  <a:moveTo>
                    <a:pt x="201" y="93"/>
                  </a:moveTo>
                  <a:cubicBezTo>
                    <a:pt x="201" y="99"/>
                    <a:pt x="201" y="105"/>
                    <a:pt x="201" y="111"/>
                  </a:cubicBezTo>
                  <a:cubicBezTo>
                    <a:pt x="210" y="111"/>
                    <a:pt x="218" y="111"/>
                    <a:pt x="226" y="111"/>
                  </a:cubicBezTo>
                  <a:cubicBezTo>
                    <a:pt x="226" y="105"/>
                    <a:pt x="226" y="99"/>
                    <a:pt x="226" y="93"/>
                  </a:cubicBezTo>
                  <a:cubicBezTo>
                    <a:pt x="218" y="93"/>
                    <a:pt x="210" y="93"/>
                    <a:pt x="201" y="93"/>
                  </a:cubicBezTo>
                  <a:close/>
                  <a:moveTo>
                    <a:pt x="233" y="129"/>
                  </a:moveTo>
                  <a:cubicBezTo>
                    <a:pt x="233" y="135"/>
                    <a:pt x="233" y="141"/>
                    <a:pt x="233" y="147"/>
                  </a:cubicBezTo>
                  <a:cubicBezTo>
                    <a:pt x="241" y="147"/>
                    <a:pt x="249" y="147"/>
                    <a:pt x="257" y="147"/>
                  </a:cubicBezTo>
                  <a:cubicBezTo>
                    <a:pt x="257" y="141"/>
                    <a:pt x="257" y="135"/>
                    <a:pt x="257" y="129"/>
                  </a:cubicBezTo>
                  <a:cubicBezTo>
                    <a:pt x="249" y="129"/>
                    <a:pt x="241" y="129"/>
                    <a:pt x="233" y="129"/>
                  </a:cubicBezTo>
                  <a:close/>
                  <a:moveTo>
                    <a:pt x="233" y="164"/>
                  </a:moveTo>
                  <a:cubicBezTo>
                    <a:pt x="233" y="171"/>
                    <a:pt x="233" y="177"/>
                    <a:pt x="233" y="183"/>
                  </a:cubicBezTo>
                  <a:cubicBezTo>
                    <a:pt x="241" y="183"/>
                    <a:pt x="249" y="183"/>
                    <a:pt x="257" y="183"/>
                  </a:cubicBezTo>
                  <a:cubicBezTo>
                    <a:pt x="257" y="177"/>
                    <a:pt x="257" y="171"/>
                    <a:pt x="257" y="164"/>
                  </a:cubicBezTo>
                  <a:cubicBezTo>
                    <a:pt x="249" y="164"/>
                    <a:pt x="241" y="164"/>
                    <a:pt x="233" y="164"/>
                  </a:cubicBezTo>
                  <a:close/>
                  <a:moveTo>
                    <a:pt x="201" y="164"/>
                  </a:moveTo>
                  <a:cubicBezTo>
                    <a:pt x="201" y="171"/>
                    <a:pt x="201" y="177"/>
                    <a:pt x="201" y="183"/>
                  </a:cubicBezTo>
                  <a:cubicBezTo>
                    <a:pt x="210" y="183"/>
                    <a:pt x="218" y="183"/>
                    <a:pt x="226" y="183"/>
                  </a:cubicBezTo>
                  <a:cubicBezTo>
                    <a:pt x="226" y="177"/>
                    <a:pt x="226" y="171"/>
                    <a:pt x="226" y="164"/>
                  </a:cubicBezTo>
                  <a:cubicBezTo>
                    <a:pt x="218" y="164"/>
                    <a:pt x="210" y="164"/>
                    <a:pt x="201" y="164"/>
                  </a:cubicBezTo>
                  <a:close/>
                  <a:moveTo>
                    <a:pt x="75" y="164"/>
                  </a:moveTo>
                  <a:cubicBezTo>
                    <a:pt x="75" y="171"/>
                    <a:pt x="75" y="177"/>
                    <a:pt x="75" y="183"/>
                  </a:cubicBezTo>
                  <a:cubicBezTo>
                    <a:pt x="83" y="183"/>
                    <a:pt x="91" y="183"/>
                    <a:pt x="99" y="183"/>
                  </a:cubicBezTo>
                  <a:cubicBezTo>
                    <a:pt x="99" y="177"/>
                    <a:pt x="99" y="171"/>
                    <a:pt x="99" y="164"/>
                  </a:cubicBezTo>
                  <a:cubicBezTo>
                    <a:pt x="91" y="164"/>
                    <a:pt x="83" y="164"/>
                    <a:pt x="75" y="164"/>
                  </a:cubicBezTo>
                  <a:close/>
                  <a:moveTo>
                    <a:pt x="233" y="200"/>
                  </a:moveTo>
                  <a:cubicBezTo>
                    <a:pt x="233" y="207"/>
                    <a:pt x="233" y="213"/>
                    <a:pt x="233" y="219"/>
                  </a:cubicBezTo>
                  <a:cubicBezTo>
                    <a:pt x="241" y="219"/>
                    <a:pt x="249" y="219"/>
                    <a:pt x="257" y="219"/>
                  </a:cubicBezTo>
                  <a:cubicBezTo>
                    <a:pt x="257" y="213"/>
                    <a:pt x="257" y="207"/>
                    <a:pt x="257" y="200"/>
                  </a:cubicBezTo>
                  <a:cubicBezTo>
                    <a:pt x="249" y="200"/>
                    <a:pt x="241" y="200"/>
                    <a:pt x="233" y="200"/>
                  </a:cubicBezTo>
                  <a:close/>
                  <a:moveTo>
                    <a:pt x="201" y="200"/>
                  </a:moveTo>
                  <a:cubicBezTo>
                    <a:pt x="201" y="207"/>
                    <a:pt x="201" y="213"/>
                    <a:pt x="201" y="219"/>
                  </a:cubicBezTo>
                  <a:cubicBezTo>
                    <a:pt x="210" y="219"/>
                    <a:pt x="218" y="219"/>
                    <a:pt x="226" y="219"/>
                  </a:cubicBezTo>
                  <a:cubicBezTo>
                    <a:pt x="226" y="213"/>
                    <a:pt x="226" y="207"/>
                    <a:pt x="226" y="200"/>
                  </a:cubicBezTo>
                  <a:cubicBezTo>
                    <a:pt x="218" y="200"/>
                    <a:pt x="210" y="200"/>
                    <a:pt x="201" y="200"/>
                  </a:cubicBezTo>
                  <a:close/>
                  <a:moveTo>
                    <a:pt x="43" y="200"/>
                  </a:moveTo>
                  <a:cubicBezTo>
                    <a:pt x="43" y="207"/>
                    <a:pt x="43" y="213"/>
                    <a:pt x="43" y="219"/>
                  </a:cubicBezTo>
                  <a:cubicBezTo>
                    <a:pt x="51" y="219"/>
                    <a:pt x="60" y="219"/>
                    <a:pt x="68" y="219"/>
                  </a:cubicBezTo>
                  <a:cubicBezTo>
                    <a:pt x="68" y="213"/>
                    <a:pt x="68" y="207"/>
                    <a:pt x="68" y="200"/>
                  </a:cubicBezTo>
                  <a:cubicBezTo>
                    <a:pt x="60" y="200"/>
                    <a:pt x="51" y="200"/>
                    <a:pt x="43" y="200"/>
                  </a:cubicBezTo>
                  <a:close/>
                  <a:moveTo>
                    <a:pt x="201" y="236"/>
                  </a:moveTo>
                  <a:cubicBezTo>
                    <a:pt x="201" y="243"/>
                    <a:pt x="201" y="249"/>
                    <a:pt x="201" y="255"/>
                  </a:cubicBezTo>
                  <a:cubicBezTo>
                    <a:pt x="210" y="255"/>
                    <a:pt x="218" y="255"/>
                    <a:pt x="226" y="255"/>
                  </a:cubicBezTo>
                  <a:cubicBezTo>
                    <a:pt x="226" y="249"/>
                    <a:pt x="226" y="243"/>
                    <a:pt x="226" y="236"/>
                  </a:cubicBezTo>
                  <a:cubicBezTo>
                    <a:pt x="218" y="236"/>
                    <a:pt x="210" y="236"/>
                    <a:pt x="201" y="236"/>
                  </a:cubicBezTo>
                  <a:close/>
                  <a:moveTo>
                    <a:pt x="43" y="236"/>
                  </a:moveTo>
                  <a:cubicBezTo>
                    <a:pt x="43" y="243"/>
                    <a:pt x="43" y="249"/>
                    <a:pt x="43" y="255"/>
                  </a:cubicBezTo>
                  <a:cubicBezTo>
                    <a:pt x="51" y="255"/>
                    <a:pt x="60" y="255"/>
                    <a:pt x="68" y="255"/>
                  </a:cubicBezTo>
                  <a:cubicBezTo>
                    <a:pt x="68" y="249"/>
                    <a:pt x="68" y="243"/>
                    <a:pt x="68" y="236"/>
                  </a:cubicBezTo>
                  <a:cubicBezTo>
                    <a:pt x="60" y="236"/>
                    <a:pt x="51" y="236"/>
                    <a:pt x="43" y="236"/>
                  </a:cubicBezTo>
                  <a:close/>
                  <a:moveTo>
                    <a:pt x="75" y="236"/>
                  </a:moveTo>
                  <a:cubicBezTo>
                    <a:pt x="75" y="243"/>
                    <a:pt x="75" y="249"/>
                    <a:pt x="75" y="255"/>
                  </a:cubicBezTo>
                  <a:cubicBezTo>
                    <a:pt x="83" y="255"/>
                    <a:pt x="91" y="255"/>
                    <a:pt x="99" y="255"/>
                  </a:cubicBezTo>
                  <a:cubicBezTo>
                    <a:pt x="99" y="249"/>
                    <a:pt x="99" y="243"/>
                    <a:pt x="99" y="236"/>
                  </a:cubicBezTo>
                  <a:cubicBezTo>
                    <a:pt x="91" y="236"/>
                    <a:pt x="83" y="236"/>
                    <a:pt x="75" y="236"/>
                  </a:cubicBezTo>
                  <a:close/>
                  <a:moveTo>
                    <a:pt x="233" y="272"/>
                  </a:moveTo>
                  <a:cubicBezTo>
                    <a:pt x="233" y="279"/>
                    <a:pt x="233" y="285"/>
                    <a:pt x="233" y="291"/>
                  </a:cubicBezTo>
                  <a:cubicBezTo>
                    <a:pt x="241" y="291"/>
                    <a:pt x="249" y="291"/>
                    <a:pt x="257" y="291"/>
                  </a:cubicBezTo>
                  <a:cubicBezTo>
                    <a:pt x="257" y="285"/>
                    <a:pt x="257" y="279"/>
                    <a:pt x="257" y="272"/>
                  </a:cubicBezTo>
                  <a:cubicBezTo>
                    <a:pt x="249" y="272"/>
                    <a:pt x="241" y="272"/>
                    <a:pt x="233" y="272"/>
                  </a:cubicBezTo>
                  <a:close/>
                  <a:moveTo>
                    <a:pt x="201" y="272"/>
                  </a:moveTo>
                  <a:cubicBezTo>
                    <a:pt x="201" y="279"/>
                    <a:pt x="201" y="285"/>
                    <a:pt x="201" y="291"/>
                  </a:cubicBezTo>
                  <a:cubicBezTo>
                    <a:pt x="210" y="291"/>
                    <a:pt x="218" y="291"/>
                    <a:pt x="226" y="291"/>
                  </a:cubicBezTo>
                  <a:cubicBezTo>
                    <a:pt x="226" y="285"/>
                    <a:pt x="226" y="279"/>
                    <a:pt x="226" y="272"/>
                  </a:cubicBezTo>
                  <a:cubicBezTo>
                    <a:pt x="218" y="272"/>
                    <a:pt x="210" y="272"/>
                    <a:pt x="201" y="272"/>
                  </a:cubicBezTo>
                  <a:close/>
                  <a:moveTo>
                    <a:pt x="43" y="272"/>
                  </a:moveTo>
                  <a:cubicBezTo>
                    <a:pt x="43" y="279"/>
                    <a:pt x="43" y="285"/>
                    <a:pt x="43" y="291"/>
                  </a:cubicBezTo>
                  <a:cubicBezTo>
                    <a:pt x="51" y="291"/>
                    <a:pt x="60" y="291"/>
                    <a:pt x="68" y="291"/>
                  </a:cubicBezTo>
                  <a:cubicBezTo>
                    <a:pt x="68" y="285"/>
                    <a:pt x="68" y="279"/>
                    <a:pt x="68" y="272"/>
                  </a:cubicBezTo>
                  <a:cubicBezTo>
                    <a:pt x="60" y="272"/>
                    <a:pt x="51" y="272"/>
                    <a:pt x="43" y="272"/>
                  </a:cubicBezTo>
                  <a:close/>
                  <a:moveTo>
                    <a:pt x="75" y="272"/>
                  </a:moveTo>
                  <a:cubicBezTo>
                    <a:pt x="75" y="279"/>
                    <a:pt x="75" y="285"/>
                    <a:pt x="75" y="291"/>
                  </a:cubicBezTo>
                  <a:cubicBezTo>
                    <a:pt x="83" y="291"/>
                    <a:pt x="91" y="291"/>
                    <a:pt x="99" y="291"/>
                  </a:cubicBezTo>
                  <a:cubicBezTo>
                    <a:pt x="99" y="285"/>
                    <a:pt x="99" y="279"/>
                    <a:pt x="99" y="272"/>
                  </a:cubicBezTo>
                  <a:cubicBezTo>
                    <a:pt x="91" y="272"/>
                    <a:pt x="83" y="272"/>
                    <a:pt x="75" y="272"/>
                  </a:cubicBezTo>
                  <a:close/>
                  <a:moveTo>
                    <a:pt x="201" y="308"/>
                  </a:moveTo>
                  <a:cubicBezTo>
                    <a:pt x="201" y="314"/>
                    <a:pt x="201" y="321"/>
                    <a:pt x="201" y="327"/>
                  </a:cubicBezTo>
                  <a:cubicBezTo>
                    <a:pt x="210" y="327"/>
                    <a:pt x="218" y="327"/>
                    <a:pt x="226" y="327"/>
                  </a:cubicBezTo>
                  <a:cubicBezTo>
                    <a:pt x="226" y="321"/>
                    <a:pt x="226" y="314"/>
                    <a:pt x="226" y="308"/>
                  </a:cubicBezTo>
                  <a:cubicBezTo>
                    <a:pt x="218" y="308"/>
                    <a:pt x="210" y="308"/>
                    <a:pt x="201" y="308"/>
                  </a:cubicBezTo>
                  <a:close/>
                  <a:moveTo>
                    <a:pt x="170" y="308"/>
                  </a:moveTo>
                  <a:cubicBezTo>
                    <a:pt x="170" y="314"/>
                    <a:pt x="170" y="321"/>
                    <a:pt x="170" y="327"/>
                  </a:cubicBezTo>
                  <a:cubicBezTo>
                    <a:pt x="178" y="327"/>
                    <a:pt x="186" y="327"/>
                    <a:pt x="194" y="327"/>
                  </a:cubicBezTo>
                  <a:cubicBezTo>
                    <a:pt x="194" y="321"/>
                    <a:pt x="194" y="314"/>
                    <a:pt x="194" y="308"/>
                  </a:cubicBezTo>
                  <a:cubicBezTo>
                    <a:pt x="186" y="308"/>
                    <a:pt x="178" y="308"/>
                    <a:pt x="170" y="308"/>
                  </a:cubicBezTo>
                  <a:close/>
                  <a:moveTo>
                    <a:pt x="107" y="308"/>
                  </a:moveTo>
                  <a:cubicBezTo>
                    <a:pt x="107" y="314"/>
                    <a:pt x="107" y="321"/>
                    <a:pt x="107" y="327"/>
                  </a:cubicBezTo>
                  <a:cubicBezTo>
                    <a:pt x="115" y="327"/>
                    <a:pt x="123" y="327"/>
                    <a:pt x="131" y="327"/>
                  </a:cubicBezTo>
                  <a:cubicBezTo>
                    <a:pt x="131" y="321"/>
                    <a:pt x="131" y="314"/>
                    <a:pt x="131" y="308"/>
                  </a:cubicBezTo>
                  <a:cubicBezTo>
                    <a:pt x="123" y="308"/>
                    <a:pt x="115" y="308"/>
                    <a:pt x="107" y="308"/>
                  </a:cubicBezTo>
                  <a:close/>
                  <a:moveTo>
                    <a:pt x="75" y="308"/>
                  </a:moveTo>
                  <a:cubicBezTo>
                    <a:pt x="75" y="314"/>
                    <a:pt x="75" y="321"/>
                    <a:pt x="75" y="327"/>
                  </a:cubicBezTo>
                  <a:cubicBezTo>
                    <a:pt x="83" y="327"/>
                    <a:pt x="91" y="327"/>
                    <a:pt x="99" y="327"/>
                  </a:cubicBezTo>
                  <a:cubicBezTo>
                    <a:pt x="99" y="321"/>
                    <a:pt x="99" y="314"/>
                    <a:pt x="99" y="308"/>
                  </a:cubicBezTo>
                  <a:cubicBezTo>
                    <a:pt x="91" y="308"/>
                    <a:pt x="83" y="308"/>
                    <a:pt x="75" y="308"/>
                  </a:cubicBezTo>
                  <a:close/>
                  <a:moveTo>
                    <a:pt x="201" y="344"/>
                  </a:moveTo>
                  <a:cubicBezTo>
                    <a:pt x="201" y="350"/>
                    <a:pt x="201" y="357"/>
                    <a:pt x="201" y="363"/>
                  </a:cubicBezTo>
                  <a:cubicBezTo>
                    <a:pt x="210" y="363"/>
                    <a:pt x="218" y="363"/>
                    <a:pt x="226" y="363"/>
                  </a:cubicBezTo>
                  <a:cubicBezTo>
                    <a:pt x="226" y="357"/>
                    <a:pt x="226" y="350"/>
                    <a:pt x="226" y="344"/>
                  </a:cubicBezTo>
                  <a:cubicBezTo>
                    <a:pt x="218" y="344"/>
                    <a:pt x="210" y="344"/>
                    <a:pt x="201" y="344"/>
                  </a:cubicBezTo>
                  <a:close/>
                  <a:moveTo>
                    <a:pt x="138" y="344"/>
                  </a:moveTo>
                  <a:cubicBezTo>
                    <a:pt x="138" y="350"/>
                    <a:pt x="138" y="357"/>
                    <a:pt x="138" y="363"/>
                  </a:cubicBezTo>
                  <a:cubicBezTo>
                    <a:pt x="146" y="363"/>
                    <a:pt x="154" y="363"/>
                    <a:pt x="163" y="363"/>
                  </a:cubicBezTo>
                  <a:cubicBezTo>
                    <a:pt x="163" y="357"/>
                    <a:pt x="163" y="350"/>
                    <a:pt x="163" y="344"/>
                  </a:cubicBezTo>
                  <a:cubicBezTo>
                    <a:pt x="154" y="344"/>
                    <a:pt x="146" y="344"/>
                    <a:pt x="138" y="344"/>
                  </a:cubicBezTo>
                  <a:close/>
                  <a:moveTo>
                    <a:pt x="107" y="344"/>
                  </a:moveTo>
                  <a:cubicBezTo>
                    <a:pt x="107" y="350"/>
                    <a:pt x="107" y="357"/>
                    <a:pt x="107" y="363"/>
                  </a:cubicBezTo>
                  <a:cubicBezTo>
                    <a:pt x="115" y="363"/>
                    <a:pt x="123" y="363"/>
                    <a:pt x="131" y="363"/>
                  </a:cubicBezTo>
                  <a:cubicBezTo>
                    <a:pt x="131" y="357"/>
                    <a:pt x="131" y="350"/>
                    <a:pt x="131" y="344"/>
                  </a:cubicBezTo>
                  <a:cubicBezTo>
                    <a:pt x="123" y="344"/>
                    <a:pt x="115" y="344"/>
                    <a:pt x="107" y="344"/>
                  </a:cubicBezTo>
                  <a:close/>
                  <a:moveTo>
                    <a:pt x="75" y="344"/>
                  </a:moveTo>
                  <a:cubicBezTo>
                    <a:pt x="75" y="350"/>
                    <a:pt x="75" y="357"/>
                    <a:pt x="75" y="363"/>
                  </a:cubicBezTo>
                  <a:cubicBezTo>
                    <a:pt x="83" y="363"/>
                    <a:pt x="91" y="363"/>
                    <a:pt x="99" y="363"/>
                  </a:cubicBezTo>
                  <a:cubicBezTo>
                    <a:pt x="99" y="357"/>
                    <a:pt x="99" y="350"/>
                    <a:pt x="99" y="344"/>
                  </a:cubicBezTo>
                  <a:cubicBezTo>
                    <a:pt x="91" y="344"/>
                    <a:pt x="83" y="344"/>
                    <a:pt x="75" y="344"/>
                  </a:cubicBezTo>
                  <a:close/>
                  <a:moveTo>
                    <a:pt x="233" y="380"/>
                  </a:moveTo>
                  <a:cubicBezTo>
                    <a:pt x="233" y="386"/>
                    <a:pt x="233" y="393"/>
                    <a:pt x="233" y="399"/>
                  </a:cubicBezTo>
                  <a:cubicBezTo>
                    <a:pt x="241" y="399"/>
                    <a:pt x="249" y="399"/>
                    <a:pt x="257" y="399"/>
                  </a:cubicBezTo>
                  <a:cubicBezTo>
                    <a:pt x="257" y="393"/>
                    <a:pt x="257" y="386"/>
                    <a:pt x="257" y="380"/>
                  </a:cubicBezTo>
                  <a:cubicBezTo>
                    <a:pt x="249" y="380"/>
                    <a:pt x="241" y="380"/>
                    <a:pt x="233" y="380"/>
                  </a:cubicBezTo>
                  <a:close/>
                  <a:moveTo>
                    <a:pt x="201" y="380"/>
                  </a:moveTo>
                  <a:cubicBezTo>
                    <a:pt x="201" y="386"/>
                    <a:pt x="201" y="393"/>
                    <a:pt x="201" y="399"/>
                  </a:cubicBezTo>
                  <a:cubicBezTo>
                    <a:pt x="210" y="399"/>
                    <a:pt x="218" y="399"/>
                    <a:pt x="226" y="399"/>
                  </a:cubicBezTo>
                  <a:cubicBezTo>
                    <a:pt x="226" y="393"/>
                    <a:pt x="226" y="386"/>
                    <a:pt x="226" y="380"/>
                  </a:cubicBezTo>
                  <a:cubicBezTo>
                    <a:pt x="218" y="380"/>
                    <a:pt x="210" y="380"/>
                    <a:pt x="201" y="380"/>
                  </a:cubicBezTo>
                  <a:close/>
                  <a:moveTo>
                    <a:pt x="107" y="380"/>
                  </a:moveTo>
                  <a:cubicBezTo>
                    <a:pt x="107" y="386"/>
                    <a:pt x="107" y="393"/>
                    <a:pt x="107" y="399"/>
                  </a:cubicBezTo>
                  <a:cubicBezTo>
                    <a:pt x="115" y="399"/>
                    <a:pt x="123" y="399"/>
                    <a:pt x="131" y="399"/>
                  </a:cubicBezTo>
                  <a:cubicBezTo>
                    <a:pt x="131" y="393"/>
                    <a:pt x="131" y="386"/>
                    <a:pt x="131" y="380"/>
                  </a:cubicBezTo>
                  <a:cubicBezTo>
                    <a:pt x="123" y="380"/>
                    <a:pt x="115" y="380"/>
                    <a:pt x="107" y="380"/>
                  </a:cubicBezTo>
                  <a:close/>
                  <a:moveTo>
                    <a:pt x="43" y="380"/>
                  </a:moveTo>
                  <a:cubicBezTo>
                    <a:pt x="43" y="386"/>
                    <a:pt x="43" y="393"/>
                    <a:pt x="43" y="399"/>
                  </a:cubicBezTo>
                  <a:cubicBezTo>
                    <a:pt x="51" y="399"/>
                    <a:pt x="60" y="399"/>
                    <a:pt x="68" y="399"/>
                  </a:cubicBezTo>
                  <a:cubicBezTo>
                    <a:pt x="68" y="393"/>
                    <a:pt x="68" y="386"/>
                    <a:pt x="68" y="380"/>
                  </a:cubicBezTo>
                  <a:cubicBezTo>
                    <a:pt x="60" y="380"/>
                    <a:pt x="51" y="380"/>
                    <a:pt x="43" y="380"/>
                  </a:cubicBezTo>
                  <a:close/>
                  <a:moveTo>
                    <a:pt x="233" y="416"/>
                  </a:moveTo>
                  <a:cubicBezTo>
                    <a:pt x="233" y="422"/>
                    <a:pt x="233" y="428"/>
                    <a:pt x="233" y="435"/>
                  </a:cubicBezTo>
                  <a:cubicBezTo>
                    <a:pt x="241" y="435"/>
                    <a:pt x="249" y="435"/>
                    <a:pt x="257" y="435"/>
                  </a:cubicBezTo>
                  <a:cubicBezTo>
                    <a:pt x="257" y="428"/>
                    <a:pt x="257" y="422"/>
                    <a:pt x="257" y="416"/>
                  </a:cubicBezTo>
                  <a:cubicBezTo>
                    <a:pt x="249" y="416"/>
                    <a:pt x="241" y="416"/>
                    <a:pt x="233" y="416"/>
                  </a:cubicBezTo>
                  <a:close/>
                  <a:moveTo>
                    <a:pt x="201" y="416"/>
                  </a:moveTo>
                  <a:cubicBezTo>
                    <a:pt x="201" y="422"/>
                    <a:pt x="201" y="428"/>
                    <a:pt x="201" y="435"/>
                  </a:cubicBezTo>
                  <a:cubicBezTo>
                    <a:pt x="210" y="435"/>
                    <a:pt x="218" y="435"/>
                    <a:pt x="226" y="435"/>
                  </a:cubicBezTo>
                  <a:cubicBezTo>
                    <a:pt x="226" y="428"/>
                    <a:pt x="226" y="422"/>
                    <a:pt x="226" y="416"/>
                  </a:cubicBezTo>
                  <a:cubicBezTo>
                    <a:pt x="218" y="416"/>
                    <a:pt x="210" y="416"/>
                    <a:pt x="201" y="416"/>
                  </a:cubicBezTo>
                  <a:close/>
                  <a:moveTo>
                    <a:pt x="138" y="416"/>
                  </a:moveTo>
                  <a:cubicBezTo>
                    <a:pt x="138" y="422"/>
                    <a:pt x="138" y="428"/>
                    <a:pt x="138" y="435"/>
                  </a:cubicBezTo>
                  <a:cubicBezTo>
                    <a:pt x="146" y="435"/>
                    <a:pt x="154" y="435"/>
                    <a:pt x="163" y="435"/>
                  </a:cubicBezTo>
                  <a:cubicBezTo>
                    <a:pt x="163" y="428"/>
                    <a:pt x="163" y="422"/>
                    <a:pt x="163" y="416"/>
                  </a:cubicBezTo>
                  <a:cubicBezTo>
                    <a:pt x="154" y="416"/>
                    <a:pt x="146" y="416"/>
                    <a:pt x="138" y="416"/>
                  </a:cubicBezTo>
                  <a:close/>
                  <a:moveTo>
                    <a:pt x="107" y="416"/>
                  </a:moveTo>
                  <a:cubicBezTo>
                    <a:pt x="107" y="422"/>
                    <a:pt x="107" y="428"/>
                    <a:pt x="107" y="435"/>
                  </a:cubicBezTo>
                  <a:cubicBezTo>
                    <a:pt x="115" y="435"/>
                    <a:pt x="123" y="435"/>
                    <a:pt x="131" y="435"/>
                  </a:cubicBezTo>
                  <a:cubicBezTo>
                    <a:pt x="131" y="428"/>
                    <a:pt x="131" y="422"/>
                    <a:pt x="131" y="416"/>
                  </a:cubicBezTo>
                  <a:cubicBezTo>
                    <a:pt x="123" y="416"/>
                    <a:pt x="115" y="416"/>
                    <a:pt x="107" y="416"/>
                  </a:cubicBezTo>
                  <a:close/>
                  <a:moveTo>
                    <a:pt x="43" y="416"/>
                  </a:moveTo>
                  <a:cubicBezTo>
                    <a:pt x="43" y="422"/>
                    <a:pt x="43" y="428"/>
                    <a:pt x="43" y="435"/>
                  </a:cubicBezTo>
                  <a:cubicBezTo>
                    <a:pt x="51" y="435"/>
                    <a:pt x="60" y="435"/>
                    <a:pt x="68" y="435"/>
                  </a:cubicBezTo>
                  <a:cubicBezTo>
                    <a:pt x="68" y="428"/>
                    <a:pt x="68" y="422"/>
                    <a:pt x="68" y="416"/>
                  </a:cubicBezTo>
                  <a:cubicBezTo>
                    <a:pt x="60" y="416"/>
                    <a:pt x="51" y="416"/>
                    <a:pt x="43" y="416"/>
                  </a:cubicBezTo>
                  <a:close/>
                  <a:moveTo>
                    <a:pt x="75" y="416"/>
                  </a:moveTo>
                  <a:cubicBezTo>
                    <a:pt x="75" y="422"/>
                    <a:pt x="75" y="428"/>
                    <a:pt x="75" y="435"/>
                  </a:cubicBezTo>
                  <a:cubicBezTo>
                    <a:pt x="83" y="435"/>
                    <a:pt x="91" y="435"/>
                    <a:pt x="99" y="435"/>
                  </a:cubicBezTo>
                  <a:cubicBezTo>
                    <a:pt x="99" y="428"/>
                    <a:pt x="99" y="422"/>
                    <a:pt x="99" y="416"/>
                  </a:cubicBezTo>
                  <a:cubicBezTo>
                    <a:pt x="91" y="416"/>
                    <a:pt x="83" y="416"/>
                    <a:pt x="75" y="416"/>
                  </a:cubicBezTo>
                  <a:close/>
                  <a:moveTo>
                    <a:pt x="233" y="452"/>
                  </a:moveTo>
                  <a:cubicBezTo>
                    <a:pt x="233" y="458"/>
                    <a:pt x="233" y="464"/>
                    <a:pt x="233" y="471"/>
                  </a:cubicBezTo>
                  <a:cubicBezTo>
                    <a:pt x="241" y="471"/>
                    <a:pt x="249" y="471"/>
                    <a:pt x="257" y="471"/>
                  </a:cubicBezTo>
                  <a:cubicBezTo>
                    <a:pt x="257" y="464"/>
                    <a:pt x="257" y="458"/>
                    <a:pt x="257" y="452"/>
                  </a:cubicBezTo>
                  <a:cubicBezTo>
                    <a:pt x="249" y="452"/>
                    <a:pt x="241" y="452"/>
                    <a:pt x="233" y="452"/>
                  </a:cubicBezTo>
                  <a:close/>
                  <a:moveTo>
                    <a:pt x="170" y="452"/>
                  </a:moveTo>
                  <a:cubicBezTo>
                    <a:pt x="170" y="458"/>
                    <a:pt x="170" y="464"/>
                    <a:pt x="170" y="471"/>
                  </a:cubicBezTo>
                  <a:cubicBezTo>
                    <a:pt x="178" y="471"/>
                    <a:pt x="186" y="471"/>
                    <a:pt x="194" y="471"/>
                  </a:cubicBezTo>
                  <a:cubicBezTo>
                    <a:pt x="194" y="464"/>
                    <a:pt x="194" y="458"/>
                    <a:pt x="194" y="452"/>
                  </a:cubicBezTo>
                  <a:cubicBezTo>
                    <a:pt x="186" y="452"/>
                    <a:pt x="178" y="452"/>
                    <a:pt x="170" y="452"/>
                  </a:cubicBezTo>
                  <a:close/>
                  <a:moveTo>
                    <a:pt x="138" y="452"/>
                  </a:moveTo>
                  <a:cubicBezTo>
                    <a:pt x="138" y="458"/>
                    <a:pt x="138" y="464"/>
                    <a:pt x="138" y="471"/>
                  </a:cubicBezTo>
                  <a:cubicBezTo>
                    <a:pt x="146" y="471"/>
                    <a:pt x="154" y="471"/>
                    <a:pt x="163" y="471"/>
                  </a:cubicBezTo>
                  <a:cubicBezTo>
                    <a:pt x="163" y="464"/>
                    <a:pt x="163" y="458"/>
                    <a:pt x="163" y="452"/>
                  </a:cubicBezTo>
                  <a:cubicBezTo>
                    <a:pt x="154" y="452"/>
                    <a:pt x="146" y="452"/>
                    <a:pt x="138" y="452"/>
                  </a:cubicBezTo>
                  <a:close/>
                  <a:moveTo>
                    <a:pt x="107" y="452"/>
                  </a:moveTo>
                  <a:cubicBezTo>
                    <a:pt x="107" y="458"/>
                    <a:pt x="107" y="464"/>
                    <a:pt x="107" y="471"/>
                  </a:cubicBezTo>
                  <a:cubicBezTo>
                    <a:pt x="115" y="471"/>
                    <a:pt x="123" y="471"/>
                    <a:pt x="131" y="471"/>
                  </a:cubicBezTo>
                  <a:cubicBezTo>
                    <a:pt x="131" y="464"/>
                    <a:pt x="131" y="458"/>
                    <a:pt x="131" y="452"/>
                  </a:cubicBezTo>
                  <a:cubicBezTo>
                    <a:pt x="123" y="452"/>
                    <a:pt x="115" y="452"/>
                    <a:pt x="107" y="452"/>
                  </a:cubicBezTo>
                  <a:close/>
                  <a:moveTo>
                    <a:pt x="233" y="488"/>
                  </a:moveTo>
                  <a:cubicBezTo>
                    <a:pt x="233" y="494"/>
                    <a:pt x="233" y="500"/>
                    <a:pt x="233" y="507"/>
                  </a:cubicBezTo>
                  <a:cubicBezTo>
                    <a:pt x="241" y="507"/>
                    <a:pt x="249" y="507"/>
                    <a:pt x="257" y="507"/>
                  </a:cubicBezTo>
                  <a:cubicBezTo>
                    <a:pt x="257" y="500"/>
                    <a:pt x="257" y="494"/>
                    <a:pt x="257" y="488"/>
                  </a:cubicBezTo>
                  <a:cubicBezTo>
                    <a:pt x="249" y="488"/>
                    <a:pt x="241" y="488"/>
                    <a:pt x="233" y="488"/>
                  </a:cubicBezTo>
                  <a:close/>
                  <a:moveTo>
                    <a:pt x="201" y="488"/>
                  </a:moveTo>
                  <a:cubicBezTo>
                    <a:pt x="201" y="494"/>
                    <a:pt x="201" y="500"/>
                    <a:pt x="201" y="507"/>
                  </a:cubicBezTo>
                  <a:cubicBezTo>
                    <a:pt x="210" y="507"/>
                    <a:pt x="218" y="507"/>
                    <a:pt x="226" y="507"/>
                  </a:cubicBezTo>
                  <a:cubicBezTo>
                    <a:pt x="226" y="500"/>
                    <a:pt x="226" y="494"/>
                    <a:pt x="226" y="488"/>
                  </a:cubicBezTo>
                  <a:cubicBezTo>
                    <a:pt x="218" y="488"/>
                    <a:pt x="210" y="488"/>
                    <a:pt x="201" y="488"/>
                  </a:cubicBezTo>
                  <a:close/>
                  <a:moveTo>
                    <a:pt x="170" y="488"/>
                  </a:moveTo>
                  <a:cubicBezTo>
                    <a:pt x="170" y="494"/>
                    <a:pt x="170" y="500"/>
                    <a:pt x="170" y="507"/>
                  </a:cubicBezTo>
                  <a:cubicBezTo>
                    <a:pt x="178" y="507"/>
                    <a:pt x="186" y="507"/>
                    <a:pt x="194" y="507"/>
                  </a:cubicBezTo>
                  <a:cubicBezTo>
                    <a:pt x="194" y="500"/>
                    <a:pt x="194" y="494"/>
                    <a:pt x="194" y="488"/>
                  </a:cubicBezTo>
                  <a:cubicBezTo>
                    <a:pt x="186" y="488"/>
                    <a:pt x="178" y="488"/>
                    <a:pt x="170" y="488"/>
                  </a:cubicBezTo>
                  <a:close/>
                  <a:moveTo>
                    <a:pt x="138" y="488"/>
                  </a:moveTo>
                  <a:cubicBezTo>
                    <a:pt x="138" y="494"/>
                    <a:pt x="138" y="500"/>
                    <a:pt x="138" y="507"/>
                  </a:cubicBezTo>
                  <a:cubicBezTo>
                    <a:pt x="146" y="507"/>
                    <a:pt x="154" y="507"/>
                    <a:pt x="163" y="507"/>
                  </a:cubicBezTo>
                  <a:cubicBezTo>
                    <a:pt x="163" y="500"/>
                    <a:pt x="163" y="494"/>
                    <a:pt x="163" y="488"/>
                  </a:cubicBezTo>
                  <a:cubicBezTo>
                    <a:pt x="154" y="488"/>
                    <a:pt x="146" y="488"/>
                    <a:pt x="138" y="488"/>
                  </a:cubicBezTo>
                  <a:close/>
                  <a:moveTo>
                    <a:pt x="107" y="488"/>
                  </a:moveTo>
                  <a:cubicBezTo>
                    <a:pt x="107" y="494"/>
                    <a:pt x="107" y="500"/>
                    <a:pt x="107" y="507"/>
                  </a:cubicBezTo>
                  <a:cubicBezTo>
                    <a:pt x="115" y="507"/>
                    <a:pt x="123" y="507"/>
                    <a:pt x="131" y="507"/>
                  </a:cubicBezTo>
                  <a:cubicBezTo>
                    <a:pt x="131" y="500"/>
                    <a:pt x="131" y="494"/>
                    <a:pt x="131" y="488"/>
                  </a:cubicBezTo>
                  <a:cubicBezTo>
                    <a:pt x="123" y="488"/>
                    <a:pt x="115" y="488"/>
                    <a:pt x="107" y="488"/>
                  </a:cubicBezTo>
                  <a:close/>
                  <a:moveTo>
                    <a:pt x="43" y="488"/>
                  </a:moveTo>
                  <a:cubicBezTo>
                    <a:pt x="43" y="494"/>
                    <a:pt x="43" y="500"/>
                    <a:pt x="43" y="507"/>
                  </a:cubicBezTo>
                  <a:cubicBezTo>
                    <a:pt x="51" y="507"/>
                    <a:pt x="60" y="507"/>
                    <a:pt x="68" y="507"/>
                  </a:cubicBezTo>
                  <a:cubicBezTo>
                    <a:pt x="68" y="500"/>
                    <a:pt x="68" y="494"/>
                    <a:pt x="68" y="488"/>
                  </a:cubicBezTo>
                  <a:cubicBezTo>
                    <a:pt x="60" y="488"/>
                    <a:pt x="51" y="488"/>
                    <a:pt x="43" y="488"/>
                  </a:cubicBezTo>
                  <a:close/>
                  <a:moveTo>
                    <a:pt x="75" y="488"/>
                  </a:moveTo>
                  <a:cubicBezTo>
                    <a:pt x="75" y="494"/>
                    <a:pt x="75" y="500"/>
                    <a:pt x="75" y="507"/>
                  </a:cubicBezTo>
                  <a:cubicBezTo>
                    <a:pt x="83" y="507"/>
                    <a:pt x="91" y="507"/>
                    <a:pt x="99" y="507"/>
                  </a:cubicBezTo>
                  <a:cubicBezTo>
                    <a:pt x="99" y="500"/>
                    <a:pt x="99" y="494"/>
                    <a:pt x="99" y="488"/>
                  </a:cubicBezTo>
                  <a:cubicBezTo>
                    <a:pt x="91" y="488"/>
                    <a:pt x="83" y="488"/>
                    <a:pt x="75" y="488"/>
                  </a:cubicBezTo>
                  <a:close/>
                  <a:moveTo>
                    <a:pt x="233" y="524"/>
                  </a:moveTo>
                  <a:cubicBezTo>
                    <a:pt x="233" y="530"/>
                    <a:pt x="233" y="536"/>
                    <a:pt x="233" y="542"/>
                  </a:cubicBezTo>
                  <a:cubicBezTo>
                    <a:pt x="241" y="542"/>
                    <a:pt x="249" y="542"/>
                    <a:pt x="257" y="542"/>
                  </a:cubicBezTo>
                  <a:cubicBezTo>
                    <a:pt x="257" y="536"/>
                    <a:pt x="257" y="530"/>
                    <a:pt x="257" y="524"/>
                  </a:cubicBezTo>
                  <a:cubicBezTo>
                    <a:pt x="249" y="524"/>
                    <a:pt x="241" y="524"/>
                    <a:pt x="233" y="524"/>
                  </a:cubicBezTo>
                  <a:close/>
                  <a:moveTo>
                    <a:pt x="201" y="524"/>
                  </a:moveTo>
                  <a:cubicBezTo>
                    <a:pt x="201" y="530"/>
                    <a:pt x="201" y="536"/>
                    <a:pt x="201" y="542"/>
                  </a:cubicBezTo>
                  <a:cubicBezTo>
                    <a:pt x="210" y="542"/>
                    <a:pt x="218" y="542"/>
                    <a:pt x="226" y="542"/>
                  </a:cubicBezTo>
                  <a:cubicBezTo>
                    <a:pt x="226" y="536"/>
                    <a:pt x="226" y="530"/>
                    <a:pt x="226" y="524"/>
                  </a:cubicBezTo>
                  <a:cubicBezTo>
                    <a:pt x="218" y="524"/>
                    <a:pt x="210" y="524"/>
                    <a:pt x="201" y="524"/>
                  </a:cubicBezTo>
                  <a:close/>
                  <a:moveTo>
                    <a:pt x="138" y="524"/>
                  </a:moveTo>
                  <a:cubicBezTo>
                    <a:pt x="138" y="530"/>
                    <a:pt x="138" y="536"/>
                    <a:pt x="138" y="542"/>
                  </a:cubicBezTo>
                  <a:cubicBezTo>
                    <a:pt x="146" y="542"/>
                    <a:pt x="154" y="542"/>
                    <a:pt x="163" y="542"/>
                  </a:cubicBezTo>
                  <a:cubicBezTo>
                    <a:pt x="163" y="536"/>
                    <a:pt x="163" y="530"/>
                    <a:pt x="163" y="524"/>
                  </a:cubicBezTo>
                  <a:cubicBezTo>
                    <a:pt x="154" y="524"/>
                    <a:pt x="146" y="524"/>
                    <a:pt x="138" y="524"/>
                  </a:cubicBezTo>
                  <a:close/>
                  <a:moveTo>
                    <a:pt x="43" y="524"/>
                  </a:moveTo>
                  <a:cubicBezTo>
                    <a:pt x="43" y="530"/>
                    <a:pt x="43" y="536"/>
                    <a:pt x="43" y="542"/>
                  </a:cubicBezTo>
                  <a:cubicBezTo>
                    <a:pt x="51" y="542"/>
                    <a:pt x="60" y="542"/>
                    <a:pt x="68" y="542"/>
                  </a:cubicBezTo>
                  <a:cubicBezTo>
                    <a:pt x="68" y="536"/>
                    <a:pt x="68" y="530"/>
                    <a:pt x="68" y="524"/>
                  </a:cubicBezTo>
                  <a:cubicBezTo>
                    <a:pt x="60" y="524"/>
                    <a:pt x="51" y="524"/>
                    <a:pt x="43" y="524"/>
                  </a:cubicBezTo>
                  <a:close/>
                  <a:moveTo>
                    <a:pt x="233" y="560"/>
                  </a:moveTo>
                  <a:cubicBezTo>
                    <a:pt x="233" y="566"/>
                    <a:pt x="233" y="572"/>
                    <a:pt x="233" y="578"/>
                  </a:cubicBezTo>
                  <a:cubicBezTo>
                    <a:pt x="241" y="578"/>
                    <a:pt x="249" y="578"/>
                    <a:pt x="257" y="578"/>
                  </a:cubicBezTo>
                  <a:cubicBezTo>
                    <a:pt x="257" y="572"/>
                    <a:pt x="257" y="566"/>
                    <a:pt x="257" y="560"/>
                  </a:cubicBezTo>
                  <a:cubicBezTo>
                    <a:pt x="249" y="560"/>
                    <a:pt x="241" y="560"/>
                    <a:pt x="233" y="560"/>
                  </a:cubicBezTo>
                  <a:close/>
                  <a:moveTo>
                    <a:pt x="201" y="560"/>
                  </a:moveTo>
                  <a:cubicBezTo>
                    <a:pt x="201" y="566"/>
                    <a:pt x="201" y="572"/>
                    <a:pt x="201" y="578"/>
                  </a:cubicBezTo>
                  <a:cubicBezTo>
                    <a:pt x="210" y="578"/>
                    <a:pt x="218" y="578"/>
                    <a:pt x="226" y="578"/>
                  </a:cubicBezTo>
                  <a:cubicBezTo>
                    <a:pt x="226" y="572"/>
                    <a:pt x="226" y="566"/>
                    <a:pt x="226" y="560"/>
                  </a:cubicBezTo>
                  <a:cubicBezTo>
                    <a:pt x="218" y="560"/>
                    <a:pt x="210" y="560"/>
                    <a:pt x="201" y="560"/>
                  </a:cubicBezTo>
                  <a:close/>
                  <a:moveTo>
                    <a:pt x="138" y="560"/>
                  </a:moveTo>
                  <a:cubicBezTo>
                    <a:pt x="138" y="566"/>
                    <a:pt x="138" y="572"/>
                    <a:pt x="138" y="578"/>
                  </a:cubicBezTo>
                  <a:cubicBezTo>
                    <a:pt x="146" y="578"/>
                    <a:pt x="154" y="578"/>
                    <a:pt x="163" y="578"/>
                  </a:cubicBezTo>
                  <a:cubicBezTo>
                    <a:pt x="163" y="572"/>
                    <a:pt x="163" y="566"/>
                    <a:pt x="163" y="560"/>
                  </a:cubicBezTo>
                  <a:cubicBezTo>
                    <a:pt x="154" y="560"/>
                    <a:pt x="146" y="560"/>
                    <a:pt x="138" y="560"/>
                  </a:cubicBezTo>
                  <a:close/>
                  <a:moveTo>
                    <a:pt x="107" y="560"/>
                  </a:moveTo>
                  <a:cubicBezTo>
                    <a:pt x="107" y="566"/>
                    <a:pt x="107" y="572"/>
                    <a:pt x="107" y="578"/>
                  </a:cubicBezTo>
                  <a:cubicBezTo>
                    <a:pt x="115" y="578"/>
                    <a:pt x="123" y="578"/>
                    <a:pt x="131" y="578"/>
                  </a:cubicBezTo>
                  <a:cubicBezTo>
                    <a:pt x="131" y="572"/>
                    <a:pt x="131" y="566"/>
                    <a:pt x="131" y="560"/>
                  </a:cubicBezTo>
                  <a:cubicBezTo>
                    <a:pt x="123" y="560"/>
                    <a:pt x="115" y="560"/>
                    <a:pt x="107" y="560"/>
                  </a:cubicBezTo>
                  <a:close/>
                  <a:moveTo>
                    <a:pt x="43" y="560"/>
                  </a:moveTo>
                  <a:cubicBezTo>
                    <a:pt x="43" y="566"/>
                    <a:pt x="43" y="572"/>
                    <a:pt x="43" y="578"/>
                  </a:cubicBezTo>
                  <a:cubicBezTo>
                    <a:pt x="51" y="578"/>
                    <a:pt x="60" y="578"/>
                    <a:pt x="68" y="578"/>
                  </a:cubicBezTo>
                  <a:cubicBezTo>
                    <a:pt x="68" y="572"/>
                    <a:pt x="68" y="566"/>
                    <a:pt x="68" y="560"/>
                  </a:cubicBezTo>
                  <a:cubicBezTo>
                    <a:pt x="60" y="560"/>
                    <a:pt x="51" y="560"/>
                    <a:pt x="43" y="560"/>
                  </a:cubicBezTo>
                  <a:close/>
                  <a:moveTo>
                    <a:pt x="75" y="560"/>
                  </a:moveTo>
                  <a:cubicBezTo>
                    <a:pt x="75" y="566"/>
                    <a:pt x="75" y="572"/>
                    <a:pt x="75" y="578"/>
                  </a:cubicBezTo>
                  <a:cubicBezTo>
                    <a:pt x="83" y="578"/>
                    <a:pt x="91" y="578"/>
                    <a:pt x="99" y="578"/>
                  </a:cubicBezTo>
                  <a:cubicBezTo>
                    <a:pt x="99" y="572"/>
                    <a:pt x="99" y="566"/>
                    <a:pt x="99" y="560"/>
                  </a:cubicBezTo>
                  <a:cubicBezTo>
                    <a:pt x="91" y="560"/>
                    <a:pt x="83" y="560"/>
                    <a:pt x="75" y="560"/>
                  </a:cubicBezTo>
                  <a:close/>
                  <a:moveTo>
                    <a:pt x="233" y="595"/>
                  </a:moveTo>
                  <a:cubicBezTo>
                    <a:pt x="233" y="602"/>
                    <a:pt x="233" y="608"/>
                    <a:pt x="233" y="614"/>
                  </a:cubicBezTo>
                  <a:cubicBezTo>
                    <a:pt x="241" y="614"/>
                    <a:pt x="249" y="614"/>
                    <a:pt x="257" y="614"/>
                  </a:cubicBezTo>
                  <a:cubicBezTo>
                    <a:pt x="257" y="608"/>
                    <a:pt x="257" y="602"/>
                    <a:pt x="257" y="595"/>
                  </a:cubicBezTo>
                  <a:cubicBezTo>
                    <a:pt x="249" y="595"/>
                    <a:pt x="241" y="595"/>
                    <a:pt x="233" y="595"/>
                  </a:cubicBezTo>
                  <a:close/>
                  <a:moveTo>
                    <a:pt x="201" y="595"/>
                  </a:moveTo>
                  <a:cubicBezTo>
                    <a:pt x="201" y="602"/>
                    <a:pt x="201" y="608"/>
                    <a:pt x="201" y="614"/>
                  </a:cubicBezTo>
                  <a:cubicBezTo>
                    <a:pt x="210" y="614"/>
                    <a:pt x="218" y="614"/>
                    <a:pt x="226" y="614"/>
                  </a:cubicBezTo>
                  <a:cubicBezTo>
                    <a:pt x="226" y="608"/>
                    <a:pt x="226" y="602"/>
                    <a:pt x="226" y="595"/>
                  </a:cubicBezTo>
                  <a:cubicBezTo>
                    <a:pt x="218" y="595"/>
                    <a:pt x="210" y="595"/>
                    <a:pt x="201" y="595"/>
                  </a:cubicBezTo>
                  <a:close/>
                  <a:moveTo>
                    <a:pt x="170" y="595"/>
                  </a:moveTo>
                  <a:cubicBezTo>
                    <a:pt x="170" y="602"/>
                    <a:pt x="170" y="608"/>
                    <a:pt x="170" y="614"/>
                  </a:cubicBezTo>
                  <a:cubicBezTo>
                    <a:pt x="178" y="614"/>
                    <a:pt x="186" y="614"/>
                    <a:pt x="194" y="614"/>
                  </a:cubicBezTo>
                  <a:cubicBezTo>
                    <a:pt x="194" y="608"/>
                    <a:pt x="194" y="602"/>
                    <a:pt x="194" y="595"/>
                  </a:cubicBezTo>
                  <a:cubicBezTo>
                    <a:pt x="186" y="595"/>
                    <a:pt x="178" y="595"/>
                    <a:pt x="170" y="595"/>
                  </a:cubicBezTo>
                  <a:close/>
                  <a:moveTo>
                    <a:pt x="138" y="595"/>
                  </a:moveTo>
                  <a:cubicBezTo>
                    <a:pt x="138" y="602"/>
                    <a:pt x="138" y="608"/>
                    <a:pt x="138" y="614"/>
                  </a:cubicBezTo>
                  <a:cubicBezTo>
                    <a:pt x="146" y="614"/>
                    <a:pt x="154" y="614"/>
                    <a:pt x="163" y="614"/>
                  </a:cubicBezTo>
                  <a:cubicBezTo>
                    <a:pt x="163" y="608"/>
                    <a:pt x="163" y="602"/>
                    <a:pt x="163" y="595"/>
                  </a:cubicBezTo>
                  <a:cubicBezTo>
                    <a:pt x="154" y="595"/>
                    <a:pt x="146" y="595"/>
                    <a:pt x="138" y="595"/>
                  </a:cubicBezTo>
                  <a:close/>
                  <a:moveTo>
                    <a:pt x="43" y="595"/>
                  </a:moveTo>
                  <a:cubicBezTo>
                    <a:pt x="43" y="602"/>
                    <a:pt x="43" y="608"/>
                    <a:pt x="43" y="614"/>
                  </a:cubicBezTo>
                  <a:cubicBezTo>
                    <a:pt x="51" y="614"/>
                    <a:pt x="60" y="614"/>
                    <a:pt x="68" y="614"/>
                  </a:cubicBezTo>
                  <a:cubicBezTo>
                    <a:pt x="68" y="608"/>
                    <a:pt x="68" y="602"/>
                    <a:pt x="68" y="595"/>
                  </a:cubicBezTo>
                  <a:cubicBezTo>
                    <a:pt x="60" y="595"/>
                    <a:pt x="51" y="595"/>
                    <a:pt x="43" y="595"/>
                  </a:cubicBezTo>
                  <a:close/>
                  <a:moveTo>
                    <a:pt x="75" y="595"/>
                  </a:moveTo>
                  <a:cubicBezTo>
                    <a:pt x="75" y="602"/>
                    <a:pt x="75" y="608"/>
                    <a:pt x="75" y="614"/>
                  </a:cubicBezTo>
                  <a:cubicBezTo>
                    <a:pt x="83" y="614"/>
                    <a:pt x="91" y="614"/>
                    <a:pt x="99" y="614"/>
                  </a:cubicBezTo>
                  <a:cubicBezTo>
                    <a:pt x="99" y="608"/>
                    <a:pt x="99" y="602"/>
                    <a:pt x="99" y="595"/>
                  </a:cubicBezTo>
                  <a:cubicBezTo>
                    <a:pt x="91" y="595"/>
                    <a:pt x="83" y="595"/>
                    <a:pt x="75" y="595"/>
                  </a:cubicBezTo>
                  <a:close/>
                  <a:moveTo>
                    <a:pt x="201" y="631"/>
                  </a:moveTo>
                  <a:cubicBezTo>
                    <a:pt x="201" y="638"/>
                    <a:pt x="201" y="644"/>
                    <a:pt x="201" y="650"/>
                  </a:cubicBezTo>
                  <a:cubicBezTo>
                    <a:pt x="210" y="650"/>
                    <a:pt x="218" y="650"/>
                    <a:pt x="226" y="650"/>
                  </a:cubicBezTo>
                  <a:cubicBezTo>
                    <a:pt x="226" y="644"/>
                    <a:pt x="226" y="638"/>
                    <a:pt x="226" y="631"/>
                  </a:cubicBezTo>
                  <a:cubicBezTo>
                    <a:pt x="218" y="631"/>
                    <a:pt x="210" y="631"/>
                    <a:pt x="201" y="631"/>
                  </a:cubicBezTo>
                  <a:close/>
                  <a:moveTo>
                    <a:pt x="170" y="631"/>
                  </a:moveTo>
                  <a:cubicBezTo>
                    <a:pt x="170" y="638"/>
                    <a:pt x="170" y="644"/>
                    <a:pt x="170" y="650"/>
                  </a:cubicBezTo>
                  <a:cubicBezTo>
                    <a:pt x="178" y="650"/>
                    <a:pt x="186" y="650"/>
                    <a:pt x="194" y="650"/>
                  </a:cubicBezTo>
                  <a:cubicBezTo>
                    <a:pt x="194" y="644"/>
                    <a:pt x="194" y="638"/>
                    <a:pt x="194" y="631"/>
                  </a:cubicBezTo>
                  <a:cubicBezTo>
                    <a:pt x="186" y="631"/>
                    <a:pt x="178" y="631"/>
                    <a:pt x="170" y="631"/>
                  </a:cubicBezTo>
                  <a:close/>
                  <a:moveTo>
                    <a:pt x="107" y="631"/>
                  </a:moveTo>
                  <a:cubicBezTo>
                    <a:pt x="107" y="638"/>
                    <a:pt x="107" y="644"/>
                    <a:pt x="107" y="650"/>
                  </a:cubicBezTo>
                  <a:cubicBezTo>
                    <a:pt x="115" y="650"/>
                    <a:pt x="123" y="650"/>
                    <a:pt x="131" y="650"/>
                  </a:cubicBezTo>
                  <a:cubicBezTo>
                    <a:pt x="131" y="644"/>
                    <a:pt x="131" y="638"/>
                    <a:pt x="131" y="631"/>
                  </a:cubicBezTo>
                  <a:cubicBezTo>
                    <a:pt x="123" y="631"/>
                    <a:pt x="115" y="631"/>
                    <a:pt x="107" y="631"/>
                  </a:cubicBezTo>
                  <a:close/>
                  <a:moveTo>
                    <a:pt x="233" y="667"/>
                  </a:moveTo>
                  <a:cubicBezTo>
                    <a:pt x="233" y="674"/>
                    <a:pt x="233" y="680"/>
                    <a:pt x="233" y="686"/>
                  </a:cubicBezTo>
                  <a:cubicBezTo>
                    <a:pt x="241" y="686"/>
                    <a:pt x="249" y="686"/>
                    <a:pt x="257" y="686"/>
                  </a:cubicBezTo>
                  <a:cubicBezTo>
                    <a:pt x="257" y="680"/>
                    <a:pt x="257" y="674"/>
                    <a:pt x="257" y="667"/>
                  </a:cubicBezTo>
                  <a:cubicBezTo>
                    <a:pt x="249" y="667"/>
                    <a:pt x="241" y="667"/>
                    <a:pt x="233" y="667"/>
                  </a:cubicBezTo>
                  <a:close/>
                  <a:moveTo>
                    <a:pt x="201" y="667"/>
                  </a:moveTo>
                  <a:cubicBezTo>
                    <a:pt x="201" y="674"/>
                    <a:pt x="201" y="680"/>
                    <a:pt x="201" y="686"/>
                  </a:cubicBezTo>
                  <a:cubicBezTo>
                    <a:pt x="210" y="686"/>
                    <a:pt x="218" y="686"/>
                    <a:pt x="226" y="686"/>
                  </a:cubicBezTo>
                  <a:cubicBezTo>
                    <a:pt x="226" y="680"/>
                    <a:pt x="226" y="674"/>
                    <a:pt x="226" y="667"/>
                  </a:cubicBezTo>
                  <a:cubicBezTo>
                    <a:pt x="218" y="667"/>
                    <a:pt x="210" y="667"/>
                    <a:pt x="201" y="667"/>
                  </a:cubicBezTo>
                  <a:close/>
                  <a:moveTo>
                    <a:pt x="170" y="667"/>
                  </a:moveTo>
                  <a:cubicBezTo>
                    <a:pt x="170" y="674"/>
                    <a:pt x="170" y="680"/>
                    <a:pt x="170" y="686"/>
                  </a:cubicBezTo>
                  <a:cubicBezTo>
                    <a:pt x="178" y="686"/>
                    <a:pt x="186" y="686"/>
                    <a:pt x="194" y="686"/>
                  </a:cubicBezTo>
                  <a:cubicBezTo>
                    <a:pt x="194" y="680"/>
                    <a:pt x="194" y="674"/>
                    <a:pt x="194" y="667"/>
                  </a:cubicBezTo>
                  <a:cubicBezTo>
                    <a:pt x="186" y="667"/>
                    <a:pt x="178" y="667"/>
                    <a:pt x="170" y="667"/>
                  </a:cubicBezTo>
                  <a:close/>
                  <a:moveTo>
                    <a:pt x="107" y="667"/>
                  </a:moveTo>
                  <a:cubicBezTo>
                    <a:pt x="107" y="674"/>
                    <a:pt x="107" y="680"/>
                    <a:pt x="107" y="686"/>
                  </a:cubicBezTo>
                  <a:cubicBezTo>
                    <a:pt x="115" y="686"/>
                    <a:pt x="123" y="686"/>
                    <a:pt x="131" y="686"/>
                  </a:cubicBezTo>
                  <a:cubicBezTo>
                    <a:pt x="131" y="680"/>
                    <a:pt x="131" y="674"/>
                    <a:pt x="131" y="667"/>
                  </a:cubicBezTo>
                  <a:cubicBezTo>
                    <a:pt x="123" y="667"/>
                    <a:pt x="115" y="667"/>
                    <a:pt x="107" y="667"/>
                  </a:cubicBezTo>
                  <a:close/>
                  <a:moveTo>
                    <a:pt x="201" y="703"/>
                  </a:moveTo>
                  <a:cubicBezTo>
                    <a:pt x="201" y="709"/>
                    <a:pt x="201" y="716"/>
                    <a:pt x="201" y="722"/>
                  </a:cubicBezTo>
                  <a:cubicBezTo>
                    <a:pt x="210" y="722"/>
                    <a:pt x="218" y="722"/>
                    <a:pt x="226" y="722"/>
                  </a:cubicBezTo>
                  <a:cubicBezTo>
                    <a:pt x="226" y="716"/>
                    <a:pt x="226" y="709"/>
                    <a:pt x="226" y="703"/>
                  </a:cubicBezTo>
                  <a:cubicBezTo>
                    <a:pt x="218" y="703"/>
                    <a:pt x="210" y="703"/>
                    <a:pt x="201" y="703"/>
                  </a:cubicBezTo>
                  <a:close/>
                  <a:moveTo>
                    <a:pt x="138" y="703"/>
                  </a:moveTo>
                  <a:cubicBezTo>
                    <a:pt x="138" y="709"/>
                    <a:pt x="138" y="716"/>
                    <a:pt x="138" y="722"/>
                  </a:cubicBezTo>
                  <a:cubicBezTo>
                    <a:pt x="146" y="722"/>
                    <a:pt x="154" y="722"/>
                    <a:pt x="163" y="722"/>
                  </a:cubicBezTo>
                  <a:cubicBezTo>
                    <a:pt x="163" y="716"/>
                    <a:pt x="163" y="709"/>
                    <a:pt x="163" y="703"/>
                  </a:cubicBezTo>
                  <a:cubicBezTo>
                    <a:pt x="154" y="703"/>
                    <a:pt x="146" y="703"/>
                    <a:pt x="138" y="703"/>
                  </a:cubicBezTo>
                  <a:close/>
                  <a:moveTo>
                    <a:pt x="107" y="703"/>
                  </a:moveTo>
                  <a:cubicBezTo>
                    <a:pt x="107" y="709"/>
                    <a:pt x="107" y="716"/>
                    <a:pt x="107" y="722"/>
                  </a:cubicBezTo>
                  <a:cubicBezTo>
                    <a:pt x="115" y="722"/>
                    <a:pt x="123" y="722"/>
                    <a:pt x="131" y="722"/>
                  </a:cubicBezTo>
                  <a:cubicBezTo>
                    <a:pt x="131" y="716"/>
                    <a:pt x="131" y="709"/>
                    <a:pt x="131" y="703"/>
                  </a:cubicBezTo>
                  <a:cubicBezTo>
                    <a:pt x="123" y="703"/>
                    <a:pt x="115" y="703"/>
                    <a:pt x="107" y="703"/>
                  </a:cubicBezTo>
                  <a:close/>
                  <a:moveTo>
                    <a:pt x="43" y="703"/>
                  </a:moveTo>
                  <a:cubicBezTo>
                    <a:pt x="43" y="709"/>
                    <a:pt x="43" y="716"/>
                    <a:pt x="43" y="722"/>
                  </a:cubicBezTo>
                  <a:cubicBezTo>
                    <a:pt x="51" y="722"/>
                    <a:pt x="60" y="722"/>
                    <a:pt x="68" y="722"/>
                  </a:cubicBezTo>
                  <a:cubicBezTo>
                    <a:pt x="68" y="716"/>
                    <a:pt x="68" y="709"/>
                    <a:pt x="68" y="703"/>
                  </a:cubicBezTo>
                  <a:cubicBezTo>
                    <a:pt x="60" y="703"/>
                    <a:pt x="51" y="703"/>
                    <a:pt x="43" y="703"/>
                  </a:cubicBezTo>
                  <a:close/>
                  <a:moveTo>
                    <a:pt x="75" y="703"/>
                  </a:moveTo>
                  <a:cubicBezTo>
                    <a:pt x="75" y="709"/>
                    <a:pt x="75" y="716"/>
                    <a:pt x="75" y="722"/>
                  </a:cubicBezTo>
                  <a:cubicBezTo>
                    <a:pt x="83" y="722"/>
                    <a:pt x="91" y="722"/>
                    <a:pt x="99" y="722"/>
                  </a:cubicBezTo>
                  <a:cubicBezTo>
                    <a:pt x="99" y="716"/>
                    <a:pt x="99" y="709"/>
                    <a:pt x="99" y="703"/>
                  </a:cubicBezTo>
                  <a:cubicBezTo>
                    <a:pt x="91" y="703"/>
                    <a:pt x="83" y="703"/>
                    <a:pt x="75" y="703"/>
                  </a:cubicBezTo>
                  <a:close/>
                  <a:moveTo>
                    <a:pt x="201" y="739"/>
                  </a:moveTo>
                  <a:cubicBezTo>
                    <a:pt x="201" y="745"/>
                    <a:pt x="201" y="752"/>
                    <a:pt x="201" y="758"/>
                  </a:cubicBezTo>
                  <a:cubicBezTo>
                    <a:pt x="210" y="758"/>
                    <a:pt x="218" y="758"/>
                    <a:pt x="226" y="758"/>
                  </a:cubicBezTo>
                  <a:cubicBezTo>
                    <a:pt x="226" y="752"/>
                    <a:pt x="226" y="745"/>
                    <a:pt x="226" y="739"/>
                  </a:cubicBezTo>
                  <a:cubicBezTo>
                    <a:pt x="218" y="739"/>
                    <a:pt x="210" y="739"/>
                    <a:pt x="201" y="739"/>
                  </a:cubicBezTo>
                  <a:close/>
                  <a:moveTo>
                    <a:pt x="170" y="739"/>
                  </a:moveTo>
                  <a:cubicBezTo>
                    <a:pt x="170" y="745"/>
                    <a:pt x="170" y="752"/>
                    <a:pt x="170" y="758"/>
                  </a:cubicBezTo>
                  <a:cubicBezTo>
                    <a:pt x="178" y="758"/>
                    <a:pt x="186" y="758"/>
                    <a:pt x="194" y="758"/>
                  </a:cubicBezTo>
                  <a:cubicBezTo>
                    <a:pt x="194" y="752"/>
                    <a:pt x="194" y="745"/>
                    <a:pt x="194" y="739"/>
                  </a:cubicBezTo>
                  <a:cubicBezTo>
                    <a:pt x="186" y="739"/>
                    <a:pt x="178" y="739"/>
                    <a:pt x="170" y="739"/>
                  </a:cubicBezTo>
                  <a:close/>
                  <a:moveTo>
                    <a:pt x="138" y="739"/>
                  </a:moveTo>
                  <a:cubicBezTo>
                    <a:pt x="138" y="745"/>
                    <a:pt x="138" y="752"/>
                    <a:pt x="138" y="758"/>
                  </a:cubicBezTo>
                  <a:cubicBezTo>
                    <a:pt x="146" y="758"/>
                    <a:pt x="154" y="758"/>
                    <a:pt x="163" y="758"/>
                  </a:cubicBezTo>
                  <a:cubicBezTo>
                    <a:pt x="163" y="752"/>
                    <a:pt x="163" y="745"/>
                    <a:pt x="163" y="739"/>
                  </a:cubicBezTo>
                  <a:cubicBezTo>
                    <a:pt x="154" y="739"/>
                    <a:pt x="146" y="739"/>
                    <a:pt x="138" y="739"/>
                  </a:cubicBezTo>
                  <a:close/>
                  <a:moveTo>
                    <a:pt x="107" y="739"/>
                  </a:moveTo>
                  <a:cubicBezTo>
                    <a:pt x="107" y="745"/>
                    <a:pt x="107" y="752"/>
                    <a:pt x="107" y="758"/>
                  </a:cubicBezTo>
                  <a:cubicBezTo>
                    <a:pt x="115" y="758"/>
                    <a:pt x="123" y="758"/>
                    <a:pt x="131" y="758"/>
                  </a:cubicBezTo>
                  <a:cubicBezTo>
                    <a:pt x="131" y="752"/>
                    <a:pt x="131" y="745"/>
                    <a:pt x="131" y="739"/>
                  </a:cubicBezTo>
                  <a:cubicBezTo>
                    <a:pt x="123" y="739"/>
                    <a:pt x="115" y="739"/>
                    <a:pt x="107" y="739"/>
                  </a:cubicBezTo>
                  <a:close/>
                  <a:moveTo>
                    <a:pt x="233" y="775"/>
                  </a:moveTo>
                  <a:cubicBezTo>
                    <a:pt x="233" y="781"/>
                    <a:pt x="233" y="788"/>
                    <a:pt x="233" y="794"/>
                  </a:cubicBezTo>
                  <a:cubicBezTo>
                    <a:pt x="241" y="794"/>
                    <a:pt x="249" y="794"/>
                    <a:pt x="257" y="794"/>
                  </a:cubicBezTo>
                  <a:cubicBezTo>
                    <a:pt x="257" y="788"/>
                    <a:pt x="257" y="781"/>
                    <a:pt x="257" y="775"/>
                  </a:cubicBezTo>
                  <a:cubicBezTo>
                    <a:pt x="249" y="775"/>
                    <a:pt x="241" y="775"/>
                    <a:pt x="233" y="775"/>
                  </a:cubicBezTo>
                  <a:close/>
                  <a:moveTo>
                    <a:pt x="170" y="775"/>
                  </a:moveTo>
                  <a:cubicBezTo>
                    <a:pt x="170" y="781"/>
                    <a:pt x="170" y="788"/>
                    <a:pt x="170" y="794"/>
                  </a:cubicBezTo>
                  <a:cubicBezTo>
                    <a:pt x="178" y="794"/>
                    <a:pt x="186" y="794"/>
                    <a:pt x="194" y="794"/>
                  </a:cubicBezTo>
                  <a:cubicBezTo>
                    <a:pt x="194" y="788"/>
                    <a:pt x="194" y="781"/>
                    <a:pt x="194" y="775"/>
                  </a:cubicBezTo>
                  <a:cubicBezTo>
                    <a:pt x="186" y="775"/>
                    <a:pt x="178" y="775"/>
                    <a:pt x="170" y="775"/>
                  </a:cubicBezTo>
                  <a:close/>
                  <a:moveTo>
                    <a:pt x="138" y="775"/>
                  </a:moveTo>
                  <a:cubicBezTo>
                    <a:pt x="138" y="781"/>
                    <a:pt x="138" y="788"/>
                    <a:pt x="138" y="794"/>
                  </a:cubicBezTo>
                  <a:cubicBezTo>
                    <a:pt x="146" y="794"/>
                    <a:pt x="154" y="794"/>
                    <a:pt x="163" y="794"/>
                  </a:cubicBezTo>
                  <a:cubicBezTo>
                    <a:pt x="163" y="788"/>
                    <a:pt x="163" y="781"/>
                    <a:pt x="163" y="775"/>
                  </a:cubicBezTo>
                  <a:cubicBezTo>
                    <a:pt x="154" y="775"/>
                    <a:pt x="146" y="775"/>
                    <a:pt x="138" y="775"/>
                  </a:cubicBezTo>
                  <a:close/>
                  <a:moveTo>
                    <a:pt x="107" y="775"/>
                  </a:moveTo>
                  <a:cubicBezTo>
                    <a:pt x="107" y="781"/>
                    <a:pt x="107" y="788"/>
                    <a:pt x="107" y="794"/>
                  </a:cubicBezTo>
                  <a:cubicBezTo>
                    <a:pt x="115" y="794"/>
                    <a:pt x="123" y="794"/>
                    <a:pt x="131" y="794"/>
                  </a:cubicBezTo>
                  <a:cubicBezTo>
                    <a:pt x="131" y="788"/>
                    <a:pt x="131" y="781"/>
                    <a:pt x="131" y="775"/>
                  </a:cubicBezTo>
                  <a:cubicBezTo>
                    <a:pt x="123" y="775"/>
                    <a:pt x="115" y="775"/>
                    <a:pt x="107" y="775"/>
                  </a:cubicBezTo>
                  <a:close/>
                  <a:moveTo>
                    <a:pt x="43" y="775"/>
                  </a:moveTo>
                  <a:cubicBezTo>
                    <a:pt x="43" y="781"/>
                    <a:pt x="43" y="788"/>
                    <a:pt x="43" y="794"/>
                  </a:cubicBezTo>
                  <a:cubicBezTo>
                    <a:pt x="51" y="794"/>
                    <a:pt x="60" y="794"/>
                    <a:pt x="68" y="794"/>
                  </a:cubicBezTo>
                  <a:cubicBezTo>
                    <a:pt x="68" y="788"/>
                    <a:pt x="68" y="781"/>
                    <a:pt x="68" y="775"/>
                  </a:cubicBezTo>
                  <a:cubicBezTo>
                    <a:pt x="60" y="775"/>
                    <a:pt x="51" y="775"/>
                    <a:pt x="43" y="775"/>
                  </a:cubicBezTo>
                  <a:close/>
                  <a:moveTo>
                    <a:pt x="233" y="811"/>
                  </a:moveTo>
                  <a:cubicBezTo>
                    <a:pt x="233" y="817"/>
                    <a:pt x="233" y="823"/>
                    <a:pt x="233" y="830"/>
                  </a:cubicBezTo>
                  <a:cubicBezTo>
                    <a:pt x="241" y="830"/>
                    <a:pt x="249" y="830"/>
                    <a:pt x="257" y="830"/>
                  </a:cubicBezTo>
                  <a:cubicBezTo>
                    <a:pt x="257" y="823"/>
                    <a:pt x="257" y="817"/>
                    <a:pt x="257" y="811"/>
                  </a:cubicBezTo>
                  <a:cubicBezTo>
                    <a:pt x="249" y="811"/>
                    <a:pt x="241" y="811"/>
                    <a:pt x="233" y="811"/>
                  </a:cubicBezTo>
                  <a:close/>
                  <a:moveTo>
                    <a:pt x="201" y="811"/>
                  </a:moveTo>
                  <a:cubicBezTo>
                    <a:pt x="201" y="817"/>
                    <a:pt x="201" y="823"/>
                    <a:pt x="201" y="830"/>
                  </a:cubicBezTo>
                  <a:cubicBezTo>
                    <a:pt x="210" y="830"/>
                    <a:pt x="218" y="830"/>
                    <a:pt x="226" y="830"/>
                  </a:cubicBezTo>
                  <a:cubicBezTo>
                    <a:pt x="226" y="823"/>
                    <a:pt x="226" y="817"/>
                    <a:pt x="226" y="811"/>
                  </a:cubicBezTo>
                  <a:cubicBezTo>
                    <a:pt x="218" y="811"/>
                    <a:pt x="210" y="811"/>
                    <a:pt x="201" y="811"/>
                  </a:cubicBezTo>
                  <a:close/>
                  <a:moveTo>
                    <a:pt x="170" y="811"/>
                  </a:moveTo>
                  <a:cubicBezTo>
                    <a:pt x="170" y="817"/>
                    <a:pt x="170" y="823"/>
                    <a:pt x="170" y="830"/>
                  </a:cubicBezTo>
                  <a:cubicBezTo>
                    <a:pt x="178" y="830"/>
                    <a:pt x="186" y="830"/>
                    <a:pt x="194" y="830"/>
                  </a:cubicBezTo>
                  <a:cubicBezTo>
                    <a:pt x="194" y="823"/>
                    <a:pt x="194" y="817"/>
                    <a:pt x="194" y="811"/>
                  </a:cubicBezTo>
                  <a:cubicBezTo>
                    <a:pt x="186" y="811"/>
                    <a:pt x="178" y="811"/>
                    <a:pt x="170" y="811"/>
                  </a:cubicBezTo>
                  <a:close/>
                  <a:moveTo>
                    <a:pt x="43" y="811"/>
                  </a:moveTo>
                  <a:cubicBezTo>
                    <a:pt x="43" y="817"/>
                    <a:pt x="43" y="823"/>
                    <a:pt x="43" y="830"/>
                  </a:cubicBezTo>
                  <a:cubicBezTo>
                    <a:pt x="51" y="830"/>
                    <a:pt x="60" y="830"/>
                    <a:pt x="68" y="830"/>
                  </a:cubicBezTo>
                  <a:cubicBezTo>
                    <a:pt x="68" y="823"/>
                    <a:pt x="68" y="817"/>
                    <a:pt x="68" y="811"/>
                  </a:cubicBezTo>
                  <a:cubicBezTo>
                    <a:pt x="60" y="811"/>
                    <a:pt x="51" y="811"/>
                    <a:pt x="43" y="811"/>
                  </a:cubicBezTo>
                  <a:close/>
                  <a:moveTo>
                    <a:pt x="75" y="811"/>
                  </a:moveTo>
                  <a:cubicBezTo>
                    <a:pt x="75" y="817"/>
                    <a:pt x="75" y="823"/>
                    <a:pt x="75" y="830"/>
                  </a:cubicBezTo>
                  <a:cubicBezTo>
                    <a:pt x="83" y="830"/>
                    <a:pt x="91" y="830"/>
                    <a:pt x="99" y="830"/>
                  </a:cubicBezTo>
                  <a:cubicBezTo>
                    <a:pt x="99" y="823"/>
                    <a:pt x="99" y="817"/>
                    <a:pt x="99" y="811"/>
                  </a:cubicBezTo>
                  <a:cubicBezTo>
                    <a:pt x="91" y="811"/>
                    <a:pt x="83" y="811"/>
                    <a:pt x="75" y="811"/>
                  </a:cubicBezTo>
                  <a:close/>
                  <a:moveTo>
                    <a:pt x="233" y="847"/>
                  </a:moveTo>
                  <a:cubicBezTo>
                    <a:pt x="233" y="853"/>
                    <a:pt x="233" y="859"/>
                    <a:pt x="233" y="866"/>
                  </a:cubicBezTo>
                  <a:cubicBezTo>
                    <a:pt x="241" y="866"/>
                    <a:pt x="249" y="866"/>
                    <a:pt x="257" y="866"/>
                  </a:cubicBezTo>
                  <a:cubicBezTo>
                    <a:pt x="257" y="859"/>
                    <a:pt x="257" y="853"/>
                    <a:pt x="257" y="847"/>
                  </a:cubicBezTo>
                  <a:cubicBezTo>
                    <a:pt x="249" y="847"/>
                    <a:pt x="241" y="847"/>
                    <a:pt x="233" y="847"/>
                  </a:cubicBezTo>
                  <a:close/>
                  <a:moveTo>
                    <a:pt x="201" y="847"/>
                  </a:moveTo>
                  <a:cubicBezTo>
                    <a:pt x="201" y="853"/>
                    <a:pt x="201" y="859"/>
                    <a:pt x="201" y="866"/>
                  </a:cubicBezTo>
                  <a:cubicBezTo>
                    <a:pt x="210" y="866"/>
                    <a:pt x="218" y="866"/>
                    <a:pt x="226" y="866"/>
                  </a:cubicBezTo>
                  <a:cubicBezTo>
                    <a:pt x="226" y="859"/>
                    <a:pt x="226" y="853"/>
                    <a:pt x="226" y="847"/>
                  </a:cubicBezTo>
                  <a:cubicBezTo>
                    <a:pt x="218" y="847"/>
                    <a:pt x="210" y="847"/>
                    <a:pt x="201" y="847"/>
                  </a:cubicBezTo>
                  <a:close/>
                  <a:moveTo>
                    <a:pt x="138" y="847"/>
                  </a:moveTo>
                  <a:cubicBezTo>
                    <a:pt x="138" y="853"/>
                    <a:pt x="138" y="859"/>
                    <a:pt x="138" y="866"/>
                  </a:cubicBezTo>
                  <a:cubicBezTo>
                    <a:pt x="146" y="866"/>
                    <a:pt x="154" y="866"/>
                    <a:pt x="163" y="866"/>
                  </a:cubicBezTo>
                  <a:cubicBezTo>
                    <a:pt x="163" y="859"/>
                    <a:pt x="163" y="853"/>
                    <a:pt x="163" y="847"/>
                  </a:cubicBezTo>
                  <a:cubicBezTo>
                    <a:pt x="154" y="847"/>
                    <a:pt x="146" y="847"/>
                    <a:pt x="138" y="847"/>
                  </a:cubicBezTo>
                  <a:close/>
                  <a:moveTo>
                    <a:pt x="107" y="847"/>
                  </a:moveTo>
                  <a:cubicBezTo>
                    <a:pt x="107" y="853"/>
                    <a:pt x="107" y="859"/>
                    <a:pt x="107" y="866"/>
                  </a:cubicBezTo>
                  <a:cubicBezTo>
                    <a:pt x="115" y="866"/>
                    <a:pt x="123" y="866"/>
                    <a:pt x="131" y="866"/>
                  </a:cubicBezTo>
                  <a:cubicBezTo>
                    <a:pt x="131" y="859"/>
                    <a:pt x="131" y="853"/>
                    <a:pt x="131" y="847"/>
                  </a:cubicBezTo>
                  <a:cubicBezTo>
                    <a:pt x="123" y="847"/>
                    <a:pt x="115" y="847"/>
                    <a:pt x="107" y="847"/>
                  </a:cubicBezTo>
                  <a:close/>
                  <a:moveTo>
                    <a:pt x="43" y="847"/>
                  </a:moveTo>
                  <a:cubicBezTo>
                    <a:pt x="43" y="853"/>
                    <a:pt x="43" y="859"/>
                    <a:pt x="43" y="866"/>
                  </a:cubicBezTo>
                  <a:cubicBezTo>
                    <a:pt x="51" y="866"/>
                    <a:pt x="60" y="866"/>
                    <a:pt x="68" y="866"/>
                  </a:cubicBezTo>
                  <a:cubicBezTo>
                    <a:pt x="68" y="859"/>
                    <a:pt x="68" y="853"/>
                    <a:pt x="68" y="847"/>
                  </a:cubicBezTo>
                  <a:cubicBezTo>
                    <a:pt x="60" y="847"/>
                    <a:pt x="51" y="847"/>
                    <a:pt x="43" y="847"/>
                  </a:cubicBezTo>
                  <a:close/>
                  <a:moveTo>
                    <a:pt x="75" y="847"/>
                  </a:moveTo>
                  <a:cubicBezTo>
                    <a:pt x="75" y="853"/>
                    <a:pt x="75" y="859"/>
                    <a:pt x="75" y="866"/>
                  </a:cubicBezTo>
                  <a:cubicBezTo>
                    <a:pt x="83" y="866"/>
                    <a:pt x="91" y="866"/>
                    <a:pt x="99" y="866"/>
                  </a:cubicBezTo>
                  <a:cubicBezTo>
                    <a:pt x="99" y="859"/>
                    <a:pt x="99" y="853"/>
                    <a:pt x="99" y="847"/>
                  </a:cubicBezTo>
                  <a:cubicBezTo>
                    <a:pt x="91" y="847"/>
                    <a:pt x="83" y="847"/>
                    <a:pt x="75" y="847"/>
                  </a:cubicBezTo>
                  <a:close/>
                  <a:moveTo>
                    <a:pt x="233" y="883"/>
                  </a:moveTo>
                  <a:cubicBezTo>
                    <a:pt x="233" y="889"/>
                    <a:pt x="233" y="895"/>
                    <a:pt x="233" y="902"/>
                  </a:cubicBezTo>
                  <a:cubicBezTo>
                    <a:pt x="241" y="902"/>
                    <a:pt x="249" y="902"/>
                    <a:pt x="257" y="902"/>
                  </a:cubicBezTo>
                  <a:cubicBezTo>
                    <a:pt x="257" y="895"/>
                    <a:pt x="257" y="889"/>
                    <a:pt x="257" y="883"/>
                  </a:cubicBezTo>
                  <a:cubicBezTo>
                    <a:pt x="249" y="883"/>
                    <a:pt x="241" y="883"/>
                    <a:pt x="233" y="883"/>
                  </a:cubicBezTo>
                  <a:close/>
                  <a:moveTo>
                    <a:pt x="201" y="883"/>
                  </a:moveTo>
                  <a:cubicBezTo>
                    <a:pt x="201" y="889"/>
                    <a:pt x="201" y="895"/>
                    <a:pt x="201" y="902"/>
                  </a:cubicBezTo>
                  <a:cubicBezTo>
                    <a:pt x="210" y="902"/>
                    <a:pt x="218" y="902"/>
                    <a:pt x="226" y="902"/>
                  </a:cubicBezTo>
                  <a:cubicBezTo>
                    <a:pt x="226" y="895"/>
                    <a:pt x="226" y="889"/>
                    <a:pt x="226" y="883"/>
                  </a:cubicBezTo>
                  <a:cubicBezTo>
                    <a:pt x="218" y="883"/>
                    <a:pt x="210" y="883"/>
                    <a:pt x="201" y="883"/>
                  </a:cubicBezTo>
                  <a:close/>
                  <a:moveTo>
                    <a:pt x="170" y="883"/>
                  </a:moveTo>
                  <a:cubicBezTo>
                    <a:pt x="170" y="889"/>
                    <a:pt x="170" y="895"/>
                    <a:pt x="170" y="902"/>
                  </a:cubicBezTo>
                  <a:cubicBezTo>
                    <a:pt x="178" y="902"/>
                    <a:pt x="186" y="902"/>
                    <a:pt x="194" y="902"/>
                  </a:cubicBezTo>
                  <a:cubicBezTo>
                    <a:pt x="194" y="895"/>
                    <a:pt x="194" y="889"/>
                    <a:pt x="194" y="883"/>
                  </a:cubicBezTo>
                  <a:cubicBezTo>
                    <a:pt x="186" y="883"/>
                    <a:pt x="178" y="883"/>
                    <a:pt x="170" y="883"/>
                  </a:cubicBezTo>
                  <a:close/>
                  <a:moveTo>
                    <a:pt x="107" y="883"/>
                  </a:moveTo>
                  <a:cubicBezTo>
                    <a:pt x="107" y="889"/>
                    <a:pt x="107" y="895"/>
                    <a:pt x="107" y="902"/>
                  </a:cubicBezTo>
                  <a:cubicBezTo>
                    <a:pt x="115" y="902"/>
                    <a:pt x="123" y="902"/>
                    <a:pt x="131" y="902"/>
                  </a:cubicBezTo>
                  <a:cubicBezTo>
                    <a:pt x="131" y="895"/>
                    <a:pt x="131" y="889"/>
                    <a:pt x="131" y="883"/>
                  </a:cubicBezTo>
                  <a:cubicBezTo>
                    <a:pt x="123" y="883"/>
                    <a:pt x="115" y="883"/>
                    <a:pt x="107" y="883"/>
                  </a:cubicBezTo>
                  <a:close/>
                  <a:moveTo>
                    <a:pt x="43" y="883"/>
                  </a:moveTo>
                  <a:cubicBezTo>
                    <a:pt x="43" y="889"/>
                    <a:pt x="43" y="895"/>
                    <a:pt x="43" y="902"/>
                  </a:cubicBezTo>
                  <a:cubicBezTo>
                    <a:pt x="51" y="902"/>
                    <a:pt x="60" y="902"/>
                    <a:pt x="68" y="902"/>
                  </a:cubicBezTo>
                  <a:cubicBezTo>
                    <a:pt x="68" y="895"/>
                    <a:pt x="68" y="889"/>
                    <a:pt x="68" y="883"/>
                  </a:cubicBezTo>
                  <a:cubicBezTo>
                    <a:pt x="60" y="883"/>
                    <a:pt x="51" y="883"/>
                    <a:pt x="43" y="883"/>
                  </a:cubicBezTo>
                  <a:close/>
                  <a:moveTo>
                    <a:pt x="75" y="883"/>
                  </a:moveTo>
                  <a:cubicBezTo>
                    <a:pt x="75" y="889"/>
                    <a:pt x="75" y="895"/>
                    <a:pt x="75" y="902"/>
                  </a:cubicBezTo>
                  <a:cubicBezTo>
                    <a:pt x="83" y="902"/>
                    <a:pt x="91" y="902"/>
                    <a:pt x="99" y="902"/>
                  </a:cubicBezTo>
                  <a:cubicBezTo>
                    <a:pt x="99" y="895"/>
                    <a:pt x="99" y="889"/>
                    <a:pt x="99" y="883"/>
                  </a:cubicBezTo>
                  <a:cubicBezTo>
                    <a:pt x="91" y="883"/>
                    <a:pt x="83" y="883"/>
                    <a:pt x="75" y="883"/>
                  </a:cubicBezTo>
                  <a:close/>
                  <a:moveTo>
                    <a:pt x="201" y="57"/>
                  </a:moveTo>
                  <a:cubicBezTo>
                    <a:pt x="201" y="63"/>
                    <a:pt x="201" y="69"/>
                    <a:pt x="201" y="76"/>
                  </a:cubicBezTo>
                  <a:cubicBezTo>
                    <a:pt x="210" y="76"/>
                    <a:pt x="218" y="76"/>
                    <a:pt x="226" y="76"/>
                  </a:cubicBezTo>
                  <a:cubicBezTo>
                    <a:pt x="226" y="69"/>
                    <a:pt x="226" y="63"/>
                    <a:pt x="226" y="57"/>
                  </a:cubicBezTo>
                  <a:cubicBezTo>
                    <a:pt x="218" y="57"/>
                    <a:pt x="210" y="57"/>
                    <a:pt x="201" y="57"/>
                  </a:cubicBezTo>
                  <a:close/>
                  <a:moveTo>
                    <a:pt x="43" y="57"/>
                  </a:moveTo>
                  <a:cubicBezTo>
                    <a:pt x="43" y="76"/>
                    <a:pt x="43" y="76"/>
                    <a:pt x="43" y="76"/>
                  </a:cubicBezTo>
                  <a:cubicBezTo>
                    <a:pt x="68" y="76"/>
                    <a:pt x="68" y="76"/>
                    <a:pt x="68" y="76"/>
                  </a:cubicBezTo>
                  <a:cubicBezTo>
                    <a:pt x="68" y="57"/>
                    <a:pt x="68" y="57"/>
                    <a:pt x="68" y="57"/>
                  </a:cubicBezTo>
                  <a:cubicBezTo>
                    <a:pt x="43" y="57"/>
                    <a:pt x="43" y="57"/>
                    <a:pt x="43" y="57"/>
                  </a:cubicBezTo>
                  <a:close/>
                  <a:moveTo>
                    <a:pt x="75" y="57"/>
                  </a:moveTo>
                  <a:cubicBezTo>
                    <a:pt x="75" y="63"/>
                    <a:pt x="75" y="69"/>
                    <a:pt x="75" y="76"/>
                  </a:cubicBezTo>
                  <a:cubicBezTo>
                    <a:pt x="83" y="76"/>
                    <a:pt x="91" y="76"/>
                    <a:pt x="99" y="76"/>
                  </a:cubicBezTo>
                  <a:cubicBezTo>
                    <a:pt x="99" y="69"/>
                    <a:pt x="99" y="63"/>
                    <a:pt x="99" y="57"/>
                  </a:cubicBezTo>
                  <a:cubicBezTo>
                    <a:pt x="91" y="57"/>
                    <a:pt x="83" y="57"/>
                    <a:pt x="75" y="57"/>
                  </a:cubicBezTo>
                  <a:close/>
                  <a:moveTo>
                    <a:pt x="233" y="919"/>
                  </a:moveTo>
                  <a:cubicBezTo>
                    <a:pt x="233" y="937"/>
                    <a:pt x="233" y="937"/>
                    <a:pt x="233" y="937"/>
                  </a:cubicBezTo>
                  <a:cubicBezTo>
                    <a:pt x="257" y="937"/>
                    <a:pt x="257" y="937"/>
                    <a:pt x="257" y="937"/>
                  </a:cubicBezTo>
                  <a:cubicBezTo>
                    <a:pt x="257" y="919"/>
                    <a:pt x="257" y="919"/>
                    <a:pt x="257" y="919"/>
                  </a:cubicBezTo>
                  <a:cubicBezTo>
                    <a:pt x="233" y="919"/>
                    <a:pt x="233" y="919"/>
                    <a:pt x="233" y="919"/>
                  </a:cubicBezTo>
                  <a:close/>
                  <a:moveTo>
                    <a:pt x="201" y="919"/>
                  </a:moveTo>
                  <a:cubicBezTo>
                    <a:pt x="201" y="925"/>
                    <a:pt x="201" y="931"/>
                    <a:pt x="201" y="937"/>
                  </a:cubicBezTo>
                  <a:cubicBezTo>
                    <a:pt x="210" y="937"/>
                    <a:pt x="218" y="937"/>
                    <a:pt x="226" y="937"/>
                  </a:cubicBezTo>
                  <a:cubicBezTo>
                    <a:pt x="226" y="931"/>
                    <a:pt x="226" y="925"/>
                    <a:pt x="226" y="919"/>
                  </a:cubicBezTo>
                  <a:cubicBezTo>
                    <a:pt x="218" y="919"/>
                    <a:pt x="210" y="919"/>
                    <a:pt x="201" y="919"/>
                  </a:cubicBezTo>
                  <a:close/>
                  <a:moveTo>
                    <a:pt x="170" y="919"/>
                  </a:moveTo>
                  <a:cubicBezTo>
                    <a:pt x="170" y="925"/>
                    <a:pt x="170" y="931"/>
                    <a:pt x="170" y="937"/>
                  </a:cubicBezTo>
                  <a:cubicBezTo>
                    <a:pt x="178" y="937"/>
                    <a:pt x="186" y="937"/>
                    <a:pt x="194" y="937"/>
                  </a:cubicBezTo>
                  <a:cubicBezTo>
                    <a:pt x="194" y="931"/>
                    <a:pt x="194" y="925"/>
                    <a:pt x="194" y="919"/>
                  </a:cubicBezTo>
                  <a:cubicBezTo>
                    <a:pt x="186" y="919"/>
                    <a:pt x="178" y="919"/>
                    <a:pt x="170" y="919"/>
                  </a:cubicBezTo>
                  <a:close/>
                  <a:moveTo>
                    <a:pt x="107" y="919"/>
                  </a:moveTo>
                  <a:cubicBezTo>
                    <a:pt x="107" y="925"/>
                    <a:pt x="107" y="931"/>
                    <a:pt x="107" y="937"/>
                  </a:cubicBezTo>
                  <a:cubicBezTo>
                    <a:pt x="115" y="937"/>
                    <a:pt x="123" y="937"/>
                    <a:pt x="131" y="937"/>
                  </a:cubicBezTo>
                  <a:cubicBezTo>
                    <a:pt x="131" y="931"/>
                    <a:pt x="131" y="925"/>
                    <a:pt x="131" y="919"/>
                  </a:cubicBezTo>
                  <a:cubicBezTo>
                    <a:pt x="123" y="919"/>
                    <a:pt x="115" y="919"/>
                    <a:pt x="107" y="919"/>
                  </a:cubicBezTo>
                  <a:close/>
                  <a:moveTo>
                    <a:pt x="43" y="919"/>
                  </a:moveTo>
                  <a:cubicBezTo>
                    <a:pt x="43" y="937"/>
                    <a:pt x="43" y="937"/>
                    <a:pt x="43" y="937"/>
                  </a:cubicBezTo>
                  <a:cubicBezTo>
                    <a:pt x="68" y="937"/>
                    <a:pt x="68" y="937"/>
                    <a:pt x="68" y="937"/>
                  </a:cubicBezTo>
                  <a:cubicBezTo>
                    <a:pt x="68" y="919"/>
                    <a:pt x="68" y="919"/>
                    <a:pt x="68" y="919"/>
                  </a:cubicBezTo>
                  <a:cubicBezTo>
                    <a:pt x="43" y="919"/>
                    <a:pt x="43" y="919"/>
                    <a:pt x="43" y="919"/>
                  </a:cubicBezTo>
                  <a:close/>
                  <a:moveTo>
                    <a:pt x="75" y="919"/>
                  </a:moveTo>
                  <a:cubicBezTo>
                    <a:pt x="75" y="925"/>
                    <a:pt x="75" y="931"/>
                    <a:pt x="75" y="937"/>
                  </a:cubicBezTo>
                  <a:cubicBezTo>
                    <a:pt x="83" y="937"/>
                    <a:pt x="91" y="937"/>
                    <a:pt x="99" y="937"/>
                  </a:cubicBezTo>
                  <a:cubicBezTo>
                    <a:pt x="99" y="931"/>
                    <a:pt x="99" y="925"/>
                    <a:pt x="99" y="919"/>
                  </a:cubicBezTo>
                  <a:cubicBezTo>
                    <a:pt x="91" y="919"/>
                    <a:pt x="83" y="919"/>
                    <a:pt x="75" y="919"/>
                  </a:cubicBezTo>
                  <a:close/>
                  <a:moveTo>
                    <a:pt x="75" y="93"/>
                  </a:moveTo>
                  <a:cubicBezTo>
                    <a:pt x="75" y="99"/>
                    <a:pt x="75" y="105"/>
                    <a:pt x="75" y="111"/>
                  </a:cubicBezTo>
                  <a:cubicBezTo>
                    <a:pt x="83" y="111"/>
                    <a:pt x="91" y="111"/>
                    <a:pt x="99" y="111"/>
                  </a:cubicBezTo>
                  <a:cubicBezTo>
                    <a:pt x="99" y="105"/>
                    <a:pt x="99" y="99"/>
                    <a:pt x="99" y="93"/>
                  </a:cubicBezTo>
                  <a:cubicBezTo>
                    <a:pt x="91" y="93"/>
                    <a:pt x="83" y="93"/>
                    <a:pt x="75" y="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6" name="ïšḷîḋè"/>
            <p:cNvSpPr/>
            <p:nvPr userDrawn="1"/>
          </p:nvSpPr>
          <p:spPr bwMode="auto">
            <a:xfrm>
              <a:off x="4903788" y="3576638"/>
              <a:ext cx="617538" cy="581025"/>
            </a:xfrm>
            <a:custGeom>
              <a:avLst/>
              <a:gdLst>
                <a:gd name="T0" fmla="*/ 8 w 389"/>
                <a:gd name="T1" fmla="*/ 123 h 366"/>
                <a:gd name="T2" fmla="*/ 212 w 389"/>
                <a:gd name="T3" fmla="*/ 165 h 366"/>
                <a:gd name="T4" fmla="*/ 307 w 389"/>
                <a:gd name="T5" fmla="*/ 204 h 366"/>
                <a:gd name="T6" fmla="*/ 379 w 389"/>
                <a:gd name="T7" fmla="*/ 338 h 366"/>
                <a:gd name="T8" fmla="*/ 389 w 389"/>
                <a:gd name="T9" fmla="*/ 366 h 366"/>
                <a:gd name="T10" fmla="*/ 0 w 389"/>
                <a:gd name="T11" fmla="*/ 338 h 366"/>
                <a:gd name="T12" fmla="*/ 8 w 389"/>
                <a:gd name="T13" fmla="*/ 338 h 366"/>
                <a:gd name="T14" fmla="*/ 308 w 389"/>
                <a:gd name="T15" fmla="*/ 235 h 366"/>
                <a:gd name="T16" fmla="*/ 359 w 389"/>
                <a:gd name="T17" fmla="*/ 223 h 366"/>
                <a:gd name="T18" fmla="*/ 308 w 389"/>
                <a:gd name="T19" fmla="*/ 223 h 366"/>
                <a:gd name="T20" fmla="*/ 40 w 389"/>
                <a:gd name="T21" fmla="*/ 236 h 366"/>
                <a:gd name="T22" fmla="*/ 102 w 389"/>
                <a:gd name="T23" fmla="*/ 224 h 366"/>
                <a:gd name="T24" fmla="*/ 40 w 389"/>
                <a:gd name="T25" fmla="*/ 224 h 366"/>
                <a:gd name="T26" fmla="*/ 40 w 389"/>
                <a:gd name="T27" fmla="*/ 211 h 366"/>
                <a:gd name="T28" fmla="*/ 102 w 389"/>
                <a:gd name="T29" fmla="*/ 200 h 366"/>
                <a:gd name="T30" fmla="*/ 40 w 389"/>
                <a:gd name="T31" fmla="*/ 200 h 366"/>
                <a:gd name="T32" fmla="*/ 40 w 389"/>
                <a:gd name="T33" fmla="*/ 188 h 366"/>
                <a:gd name="T34" fmla="*/ 102 w 389"/>
                <a:gd name="T35" fmla="*/ 176 h 366"/>
                <a:gd name="T36" fmla="*/ 40 w 389"/>
                <a:gd name="T37" fmla="*/ 176 h 366"/>
                <a:gd name="T38" fmla="*/ 40 w 389"/>
                <a:gd name="T39" fmla="*/ 163 h 366"/>
                <a:gd name="T40" fmla="*/ 102 w 389"/>
                <a:gd name="T41" fmla="*/ 152 h 366"/>
                <a:gd name="T42" fmla="*/ 40 w 389"/>
                <a:gd name="T43" fmla="*/ 152 h 366"/>
                <a:gd name="T44" fmla="*/ 212 w 389"/>
                <a:gd name="T45" fmla="*/ 267 h 366"/>
                <a:gd name="T46" fmla="*/ 275 w 389"/>
                <a:gd name="T47" fmla="*/ 256 h 366"/>
                <a:gd name="T48" fmla="*/ 212 w 389"/>
                <a:gd name="T49" fmla="*/ 256 h 366"/>
                <a:gd name="T50" fmla="*/ 212 w 389"/>
                <a:gd name="T51" fmla="*/ 243 h 366"/>
                <a:gd name="T52" fmla="*/ 275 w 389"/>
                <a:gd name="T53" fmla="*/ 232 h 366"/>
                <a:gd name="T54" fmla="*/ 212 w 389"/>
                <a:gd name="T55" fmla="*/ 232 h 366"/>
                <a:gd name="T56" fmla="*/ 212 w 389"/>
                <a:gd name="T57" fmla="*/ 219 h 366"/>
                <a:gd name="T58" fmla="*/ 275 w 389"/>
                <a:gd name="T59" fmla="*/ 208 h 366"/>
                <a:gd name="T60" fmla="*/ 212 w 389"/>
                <a:gd name="T61" fmla="*/ 208 h 366"/>
                <a:gd name="T62" fmla="*/ 212 w 389"/>
                <a:gd name="T63" fmla="*/ 195 h 366"/>
                <a:gd name="T64" fmla="*/ 275 w 389"/>
                <a:gd name="T65" fmla="*/ 184 h 366"/>
                <a:gd name="T66" fmla="*/ 212 w 389"/>
                <a:gd name="T67" fmla="*/ 184 h 366"/>
                <a:gd name="T68" fmla="*/ 308 w 389"/>
                <a:gd name="T69" fmla="*/ 307 h 366"/>
                <a:gd name="T70" fmla="*/ 359 w 389"/>
                <a:gd name="T71" fmla="*/ 296 h 366"/>
                <a:gd name="T72" fmla="*/ 308 w 389"/>
                <a:gd name="T73" fmla="*/ 296 h 366"/>
                <a:gd name="T74" fmla="*/ 308 w 389"/>
                <a:gd name="T75" fmla="*/ 283 h 366"/>
                <a:gd name="T76" fmla="*/ 359 w 389"/>
                <a:gd name="T77" fmla="*/ 271 h 366"/>
                <a:gd name="T78" fmla="*/ 308 w 389"/>
                <a:gd name="T79" fmla="*/ 271 h 366"/>
                <a:gd name="T80" fmla="*/ 308 w 389"/>
                <a:gd name="T81" fmla="*/ 259 h 366"/>
                <a:gd name="T82" fmla="*/ 359 w 389"/>
                <a:gd name="T83" fmla="*/ 248 h 366"/>
                <a:gd name="T84" fmla="*/ 308 w 389"/>
                <a:gd name="T85" fmla="*/ 248 h 366"/>
                <a:gd name="T86" fmla="*/ 361 w 389"/>
                <a:gd name="T87" fmla="*/ 84 h 366"/>
                <a:gd name="T88" fmla="*/ 317 w 389"/>
                <a:gd name="T89" fmla="*/ 195 h 366"/>
                <a:gd name="T90" fmla="*/ 369 w 389"/>
                <a:gd name="T91" fmla="*/ 195 h 366"/>
                <a:gd name="T92" fmla="*/ 280 w 389"/>
                <a:gd name="T93" fmla="*/ 43 h 366"/>
                <a:gd name="T94" fmla="*/ 222 w 389"/>
                <a:gd name="T95" fmla="*/ 154 h 366"/>
                <a:gd name="T96" fmla="*/ 290 w 389"/>
                <a:gd name="T97" fmla="*/ 154 h 366"/>
                <a:gd name="T98" fmla="*/ 37 w 389"/>
                <a:gd name="T99" fmla="*/ 110 h 366"/>
                <a:gd name="T100" fmla="*/ 108 w 389"/>
                <a:gd name="T101" fmla="*/ 0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89" h="366">
                  <a:moveTo>
                    <a:pt x="8" y="338"/>
                  </a:moveTo>
                  <a:lnTo>
                    <a:pt x="8" y="123"/>
                  </a:lnTo>
                  <a:lnTo>
                    <a:pt x="212" y="123"/>
                  </a:lnTo>
                  <a:lnTo>
                    <a:pt x="212" y="165"/>
                  </a:lnTo>
                  <a:lnTo>
                    <a:pt x="307" y="165"/>
                  </a:lnTo>
                  <a:lnTo>
                    <a:pt x="307" y="204"/>
                  </a:lnTo>
                  <a:lnTo>
                    <a:pt x="379" y="204"/>
                  </a:lnTo>
                  <a:lnTo>
                    <a:pt x="379" y="338"/>
                  </a:lnTo>
                  <a:lnTo>
                    <a:pt x="389" y="338"/>
                  </a:lnTo>
                  <a:lnTo>
                    <a:pt x="389" y="366"/>
                  </a:lnTo>
                  <a:lnTo>
                    <a:pt x="0" y="366"/>
                  </a:lnTo>
                  <a:lnTo>
                    <a:pt x="0" y="338"/>
                  </a:lnTo>
                  <a:lnTo>
                    <a:pt x="8" y="338"/>
                  </a:lnTo>
                  <a:lnTo>
                    <a:pt x="8" y="338"/>
                  </a:lnTo>
                  <a:close/>
                  <a:moveTo>
                    <a:pt x="308" y="223"/>
                  </a:moveTo>
                  <a:lnTo>
                    <a:pt x="308" y="235"/>
                  </a:lnTo>
                  <a:lnTo>
                    <a:pt x="359" y="235"/>
                  </a:lnTo>
                  <a:lnTo>
                    <a:pt x="359" y="223"/>
                  </a:lnTo>
                  <a:lnTo>
                    <a:pt x="308" y="223"/>
                  </a:lnTo>
                  <a:lnTo>
                    <a:pt x="308" y="223"/>
                  </a:lnTo>
                  <a:close/>
                  <a:moveTo>
                    <a:pt x="40" y="224"/>
                  </a:moveTo>
                  <a:lnTo>
                    <a:pt x="40" y="236"/>
                  </a:lnTo>
                  <a:lnTo>
                    <a:pt x="102" y="236"/>
                  </a:lnTo>
                  <a:lnTo>
                    <a:pt x="102" y="224"/>
                  </a:lnTo>
                  <a:lnTo>
                    <a:pt x="40" y="224"/>
                  </a:lnTo>
                  <a:lnTo>
                    <a:pt x="40" y="224"/>
                  </a:lnTo>
                  <a:close/>
                  <a:moveTo>
                    <a:pt x="40" y="200"/>
                  </a:moveTo>
                  <a:lnTo>
                    <a:pt x="40" y="211"/>
                  </a:lnTo>
                  <a:lnTo>
                    <a:pt x="102" y="211"/>
                  </a:lnTo>
                  <a:lnTo>
                    <a:pt x="102" y="200"/>
                  </a:lnTo>
                  <a:lnTo>
                    <a:pt x="40" y="200"/>
                  </a:lnTo>
                  <a:lnTo>
                    <a:pt x="40" y="200"/>
                  </a:lnTo>
                  <a:close/>
                  <a:moveTo>
                    <a:pt x="40" y="176"/>
                  </a:moveTo>
                  <a:lnTo>
                    <a:pt x="40" y="188"/>
                  </a:lnTo>
                  <a:lnTo>
                    <a:pt x="102" y="188"/>
                  </a:lnTo>
                  <a:lnTo>
                    <a:pt x="102" y="176"/>
                  </a:lnTo>
                  <a:lnTo>
                    <a:pt x="40" y="176"/>
                  </a:lnTo>
                  <a:lnTo>
                    <a:pt x="40" y="176"/>
                  </a:lnTo>
                  <a:close/>
                  <a:moveTo>
                    <a:pt x="40" y="152"/>
                  </a:moveTo>
                  <a:lnTo>
                    <a:pt x="40" y="163"/>
                  </a:lnTo>
                  <a:lnTo>
                    <a:pt x="102" y="163"/>
                  </a:lnTo>
                  <a:lnTo>
                    <a:pt x="102" y="152"/>
                  </a:lnTo>
                  <a:lnTo>
                    <a:pt x="40" y="152"/>
                  </a:lnTo>
                  <a:lnTo>
                    <a:pt x="40" y="152"/>
                  </a:lnTo>
                  <a:close/>
                  <a:moveTo>
                    <a:pt x="212" y="256"/>
                  </a:moveTo>
                  <a:lnTo>
                    <a:pt x="212" y="267"/>
                  </a:lnTo>
                  <a:lnTo>
                    <a:pt x="275" y="267"/>
                  </a:lnTo>
                  <a:lnTo>
                    <a:pt x="275" y="256"/>
                  </a:lnTo>
                  <a:lnTo>
                    <a:pt x="212" y="256"/>
                  </a:lnTo>
                  <a:lnTo>
                    <a:pt x="212" y="256"/>
                  </a:lnTo>
                  <a:close/>
                  <a:moveTo>
                    <a:pt x="212" y="232"/>
                  </a:moveTo>
                  <a:lnTo>
                    <a:pt x="212" y="243"/>
                  </a:lnTo>
                  <a:lnTo>
                    <a:pt x="275" y="243"/>
                  </a:lnTo>
                  <a:lnTo>
                    <a:pt x="275" y="232"/>
                  </a:lnTo>
                  <a:lnTo>
                    <a:pt x="212" y="232"/>
                  </a:lnTo>
                  <a:lnTo>
                    <a:pt x="212" y="232"/>
                  </a:lnTo>
                  <a:close/>
                  <a:moveTo>
                    <a:pt x="212" y="208"/>
                  </a:moveTo>
                  <a:lnTo>
                    <a:pt x="212" y="219"/>
                  </a:lnTo>
                  <a:lnTo>
                    <a:pt x="275" y="219"/>
                  </a:lnTo>
                  <a:lnTo>
                    <a:pt x="275" y="208"/>
                  </a:lnTo>
                  <a:lnTo>
                    <a:pt x="212" y="208"/>
                  </a:lnTo>
                  <a:lnTo>
                    <a:pt x="212" y="208"/>
                  </a:lnTo>
                  <a:close/>
                  <a:moveTo>
                    <a:pt x="212" y="184"/>
                  </a:moveTo>
                  <a:lnTo>
                    <a:pt x="212" y="195"/>
                  </a:lnTo>
                  <a:lnTo>
                    <a:pt x="275" y="195"/>
                  </a:lnTo>
                  <a:lnTo>
                    <a:pt x="275" y="184"/>
                  </a:lnTo>
                  <a:lnTo>
                    <a:pt x="212" y="184"/>
                  </a:lnTo>
                  <a:lnTo>
                    <a:pt x="212" y="184"/>
                  </a:lnTo>
                  <a:close/>
                  <a:moveTo>
                    <a:pt x="308" y="296"/>
                  </a:moveTo>
                  <a:lnTo>
                    <a:pt x="308" y="307"/>
                  </a:lnTo>
                  <a:lnTo>
                    <a:pt x="359" y="307"/>
                  </a:lnTo>
                  <a:lnTo>
                    <a:pt x="359" y="296"/>
                  </a:lnTo>
                  <a:lnTo>
                    <a:pt x="308" y="296"/>
                  </a:lnTo>
                  <a:lnTo>
                    <a:pt x="308" y="296"/>
                  </a:lnTo>
                  <a:close/>
                  <a:moveTo>
                    <a:pt x="308" y="271"/>
                  </a:moveTo>
                  <a:lnTo>
                    <a:pt x="308" y="283"/>
                  </a:lnTo>
                  <a:lnTo>
                    <a:pt x="359" y="283"/>
                  </a:lnTo>
                  <a:lnTo>
                    <a:pt x="359" y="271"/>
                  </a:lnTo>
                  <a:lnTo>
                    <a:pt x="308" y="271"/>
                  </a:lnTo>
                  <a:lnTo>
                    <a:pt x="308" y="271"/>
                  </a:lnTo>
                  <a:close/>
                  <a:moveTo>
                    <a:pt x="308" y="248"/>
                  </a:moveTo>
                  <a:lnTo>
                    <a:pt x="308" y="259"/>
                  </a:lnTo>
                  <a:lnTo>
                    <a:pt x="359" y="259"/>
                  </a:lnTo>
                  <a:lnTo>
                    <a:pt x="359" y="248"/>
                  </a:lnTo>
                  <a:lnTo>
                    <a:pt x="308" y="248"/>
                  </a:lnTo>
                  <a:lnTo>
                    <a:pt x="308" y="248"/>
                  </a:lnTo>
                  <a:close/>
                  <a:moveTo>
                    <a:pt x="369" y="195"/>
                  </a:moveTo>
                  <a:lnTo>
                    <a:pt x="361" y="84"/>
                  </a:lnTo>
                  <a:lnTo>
                    <a:pt x="326" y="84"/>
                  </a:lnTo>
                  <a:lnTo>
                    <a:pt x="317" y="195"/>
                  </a:lnTo>
                  <a:lnTo>
                    <a:pt x="369" y="195"/>
                  </a:lnTo>
                  <a:lnTo>
                    <a:pt x="369" y="195"/>
                  </a:lnTo>
                  <a:close/>
                  <a:moveTo>
                    <a:pt x="290" y="154"/>
                  </a:moveTo>
                  <a:lnTo>
                    <a:pt x="280" y="43"/>
                  </a:lnTo>
                  <a:lnTo>
                    <a:pt x="233" y="43"/>
                  </a:lnTo>
                  <a:lnTo>
                    <a:pt x="222" y="154"/>
                  </a:lnTo>
                  <a:lnTo>
                    <a:pt x="290" y="154"/>
                  </a:lnTo>
                  <a:lnTo>
                    <a:pt x="290" y="154"/>
                  </a:lnTo>
                  <a:close/>
                  <a:moveTo>
                    <a:pt x="120" y="110"/>
                  </a:moveTo>
                  <a:lnTo>
                    <a:pt x="37" y="110"/>
                  </a:lnTo>
                  <a:lnTo>
                    <a:pt x="52" y="0"/>
                  </a:lnTo>
                  <a:lnTo>
                    <a:pt x="108" y="0"/>
                  </a:lnTo>
                  <a:lnTo>
                    <a:pt x="120" y="1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7" name="íš1ïḓè"/>
            <p:cNvSpPr/>
            <p:nvPr userDrawn="1"/>
          </p:nvSpPr>
          <p:spPr bwMode="auto">
            <a:xfrm>
              <a:off x="6911975" y="3106738"/>
              <a:ext cx="277813" cy="1052513"/>
            </a:xfrm>
            <a:custGeom>
              <a:avLst/>
              <a:gdLst>
                <a:gd name="T0" fmla="*/ 44 w 172"/>
                <a:gd name="T1" fmla="*/ 0 h 650"/>
                <a:gd name="T2" fmla="*/ 172 w 172"/>
                <a:gd name="T3" fmla="*/ 63 h 650"/>
                <a:gd name="T4" fmla="*/ 0 w 172"/>
                <a:gd name="T5" fmla="*/ 2 h 650"/>
                <a:gd name="T6" fmla="*/ 104 w 172"/>
                <a:gd name="T7" fmla="*/ 606 h 650"/>
                <a:gd name="T8" fmla="*/ 112 w 172"/>
                <a:gd name="T9" fmla="*/ 594 h 650"/>
                <a:gd name="T10" fmla="*/ 151 w 172"/>
                <a:gd name="T11" fmla="*/ 594 h 650"/>
                <a:gd name="T12" fmla="*/ 19 w 172"/>
                <a:gd name="T13" fmla="*/ 606 h 650"/>
                <a:gd name="T14" fmla="*/ 19 w 172"/>
                <a:gd name="T15" fmla="*/ 594 h 650"/>
                <a:gd name="T16" fmla="*/ 104 w 172"/>
                <a:gd name="T17" fmla="*/ 565 h 650"/>
                <a:gd name="T18" fmla="*/ 112 w 172"/>
                <a:gd name="T19" fmla="*/ 552 h 650"/>
                <a:gd name="T20" fmla="*/ 151 w 172"/>
                <a:gd name="T21" fmla="*/ 552 h 650"/>
                <a:gd name="T22" fmla="*/ 65 w 172"/>
                <a:gd name="T23" fmla="*/ 523 h 650"/>
                <a:gd name="T24" fmla="*/ 65 w 172"/>
                <a:gd name="T25" fmla="*/ 511 h 650"/>
                <a:gd name="T26" fmla="*/ 151 w 172"/>
                <a:gd name="T27" fmla="*/ 523 h 650"/>
                <a:gd name="T28" fmla="*/ 65 w 172"/>
                <a:gd name="T29" fmla="*/ 469 h 650"/>
                <a:gd name="T30" fmla="*/ 104 w 172"/>
                <a:gd name="T31" fmla="*/ 469 h 650"/>
                <a:gd name="T32" fmla="*/ 112 w 172"/>
                <a:gd name="T33" fmla="*/ 482 h 650"/>
                <a:gd name="T34" fmla="*/ 112 w 172"/>
                <a:gd name="T35" fmla="*/ 469 h 650"/>
                <a:gd name="T36" fmla="*/ 57 w 172"/>
                <a:gd name="T37" fmla="*/ 482 h 650"/>
                <a:gd name="T38" fmla="*/ 112 w 172"/>
                <a:gd name="T39" fmla="*/ 428 h 650"/>
                <a:gd name="T40" fmla="*/ 151 w 172"/>
                <a:gd name="T41" fmla="*/ 428 h 650"/>
                <a:gd name="T42" fmla="*/ 19 w 172"/>
                <a:gd name="T43" fmla="*/ 440 h 650"/>
                <a:gd name="T44" fmla="*/ 19 w 172"/>
                <a:gd name="T45" fmla="*/ 428 h 650"/>
                <a:gd name="T46" fmla="*/ 104 w 172"/>
                <a:gd name="T47" fmla="*/ 399 h 650"/>
                <a:gd name="T48" fmla="*/ 112 w 172"/>
                <a:gd name="T49" fmla="*/ 386 h 650"/>
                <a:gd name="T50" fmla="*/ 151 w 172"/>
                <a:gd name="T51" fmla="*/ 386 h 650"/>
                <a:gd name="T52" fmla="*/ 19 w 172"/>
                <a:gd name="T53" fmla="*/ 399 h 650"/>
                <a:gd name="T54" fmla="*/ 19 w 172"/>
                <a:gd name="T55" fmla="*/ 386 h 650"/>
                <a:gd name="T56" fmla="*/ 104 w 172"/>
                <a:gd name="T57" fmla="*/ 357 h 650"/>
                <a:gd name="T58" fmla="*/ 19 w 172"/>
                <a:gd name="T59" fmla="*/ 345 h 650"/>
                <a:gd name="T60" fmla="*/ 57 w 172"/>
                <a:gd name="T61" fmla="*/ 345 h 650"/>
                <a:gd name="T62" fmla="*/ 65 w 172"/>
                <a:gd name="T63" fmla="*/ 316 h 650"/>
                <a:gd name="T64" fmla="*/ 65 w 172"/>
                <a:gd name="T65" fmla="*/ 303 h 650"/>
                <a:gd name="T66" fmla="*/ 151 w 172"/>
                <a:gd name="T67" fmla="*/ 316 h 650"/>
                <a:gd name="T68" fmla="*/ 19 w 172"/>
                <a:gd name="T69" fmla="*/ 303 h 650"/>
                <a:gd name="T70" fmla="*/ 57 w 172"/>
                <a:gd name="T71" fmla="*/ 303 h 650"/>
                <a:gd name="T72" fmla="*/ 65 w 172"/>
                <a:gd name="T73" fmla="*/ 274 h 650"/>
                <a:gd name="T74" fmla="*/ 65 w 172"/>
                <a:gd name="T75" fmla="*/ 262 h 650"/>
                <a:gd name="T76" fmla="*/ 57 w 172"/>
                <a:gd name="T77" fmla="*/ 274 h 650"/>
                <a:gd name="T78" fmla="*/ 65 w 172"/>
                <a:gd name="T79" fmla="*/ 220 h 650"/>
                <a:gd name="T80" fmla="*/ 104 w 172"/>
                <a:gd name="T81" fmla="*/ 220 h 650"/>
                <a:gd name="T82" fmla="*/ 112 w 172"/>
                <a:gd name="T83" fmla="*/ 233 h 650"/>
                <a:gd name="T84" fmla="*/ 112 w 172"/>
                <a:gd name="T85" fmla="*/ 220 h 650"/>
                <a:gd name="T86" fmla="*/ 57 w 172"/>
                <a:gd name="T87" fmla="*/ 233 h 650"/>
                <a:gd name="T88" fmla="*/ 112 w 172"/>
                <a:gd name="T89" fmla="*/ 179 h 650"/>
                <a:gd name="T90" fmla="*/ 151 w 172"/>
                <a:gd name="T91" fmla="*/ 179 h 650"/>
                <a:gd name="T92" fmla="*/ 19 w 172"/>
                <a:gd name="T93" fmla="*/ 191 h 650"/>
                <a:gd name="T94" fmla="*/ 19 w 172"/>
                <a:gd name="T95" fmla="*/ 179 h 650"/>
                <a:gd name="T96" fmla="*/ 104 w 172"/>
                <a:gd name="T97" fmla="*/ 150 h 650"/>
                <a:gd name="T98" fmla="*/ 112 w 172"/>
                <a:gd name="T99" fmla="*/ 137 h 650"/>
                <a:gd name="T100" fmla="*/ 151 w 172"/>
                <a:gd name="T101" fmla="*/ 137 h 650"/>
                <a:gd name="T102" fmla="*/ 19 w 172"/>
                <a:gd name="T103" fmla="*/ 150 h 650"/>
                <a:gd name="T104" fmla="*/ 19 w 172"/>
                <a:gd name="T105" fmla="*/ 137 h 650"/>
                <a:gd name="T106" fmla="*/ 104 w 172"/>
                <a:gd name="T107" fmla="*/ 108 h 650"/>
                <a:gd name="T108" fmla="*/ 112 w 172"/>
                <a:gd name="T109" fmla="*/ 96 h 650"/>
                <a:gd name="T110" fmla="*/ 151 w 172"/>
                <a:gd name="T111" fmla="*/ 96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2" h="650">
                  <a:moveTo>
                    <a:pt x="0" y="2"/>
                  </a:moveTo>
                  <a:cubicBezTo>
                    <a:pt x="44" y="17"/>
                    <a:pt x="44" y="17"/>
                    <a:pt x="44" y="17"/>
                  </a:cubicBezTo>
                  <a:cubicBezTo>
                    <a:pt x="44" y="0"/>
                    <a:pt x="44" y="0"/>
                    <a:pt x="44" y="0"/>
                  </a:cubicBezTo>
                  <a:cubicBezTo>
                    <a:pt x="133" y="0"/>
                    <a:pt x="133" y="0"/>
                    <a:pt x="133" y="0"/>
                  </a:cubicBezTo>
                  <a:cubicBezTo>
                    <a:pt x="133" y="49"/>
                    <a:pt x="133" y="49"/>
                    <a:pt x="133" y="49"/>
                  </a:cubicBezTo>
                  <a:cubicBezTo>
                    <a:pt x="172" y="63"/>
                    <a:pt x="172" y="63"/>
                    <a:pt x="172" y="63"/>
                  </a:cubicBezTo>
                  <a:cubicBezTo>
                    <a:pt x="172" y="650"/>
                    <a:pt x="172" y="650"/>
                    <a:pt x="172" y="650"/>
                  </a:cubicBezTo>
                  <a:cubicBezTo>
                    <a:pt x="0" y="650"/>
                    <a:pt x="0" y="650"/>
                    <a:pt x="0" y="650"/>
                  </a:cubicBezTo>
                  <a:cubicBezTo>
                    <a:pt x="0" y="2"/>
                    <a:pt x="0" y="2"/>
                    <a:pt x="0" y="2"/>
                  </a:cubicBezTo>
                  <a:close/>
                  <a:moveTo>
                    <a:pt x="65" y="594"/>
                  </a:moveTo>
                  <a:cubicBezTo>
                    <a:pt x="65" y="606"/>
                    <a:pt x="65" y="606"/>
                    <a:pt x="65" y="606"/>
                  </a:cubicBezTo>
                  <a:cubicBezTo>
                    <a:pt x="104" y="606"/>
                    <a:pt x="104" y="606"/>
                    <a:pt x="104" y="606"/>
                  </a:cubicBezTo>
                  <a:cubicBezTo>
                    <a:pt x="104" y="594"/>
                    <a:pt x="104" y="594"/>
                    <a:pt x="104" y="594"/>
                  </a:cubicBezTo>
                  <a:cubicBezTo>
                    <a:pt x="65" y="594"/>
                    <a:pt x="65" y="594"/>
                    <a:pt x="65" y="594"/>
                  </a:cubicBezTo>
                  <a:close/>
                  <a:moveTo>
                    <a:pt x="112" y="594"/>
                  </a:moveTo>
                  <a:cubicBezTo>
                    <a:pt x="112" y="606"/>
                    <a:pt x="112" y="606"/>
                    <a:pt x="112" y="606"/>
                  </a:cubicBezTo>
                  <a:cubicBezTo>
                    <a:pt x="151" y="606"/>
                    <a:pt x="151" y="606"/>
                    <a:pt x="151" y="606"/>
                  </a:cubicBezTo>
                  <a:cubicBezTo>
                    <a:pt x="151" y="594"/>
                    <a:pt x="151" y="594"/>
                    <a:pt x="151" y="594"/>
                  </a:cubicBezTo>
                  <a:cubicBezTo>
                    <a:pt x="112" y="594"/>
                    <a:pt x="112" y="594"/>
                    <a:pt x="112" y="594"/>
                  </a:cubicBezTo>
                  <a:close/>
                  <a:moveTo>
                    <a:pt x="19" y="594"/>
                  </a:moveTo>
                  <a:cubicBezTo>
                    <a:pt x="19" y="606"/>
                    <a:pt x="19" y="606"/>
                    <a:pt x="19" y="606"/>
                  </a:cubicBezTo>
                  <a:cubicBezTo>
                    <a:pt x="57" y="606"/>
                    <a:pt x="57" y="606"/>
                    <a:pt x="57" y="606"/>
                  </a:cubicBezTo>
                  <a:cubicBezTo>
                    <a:pt x="57" y="594"/>
                    <a:pt x="57" y="594"/>
                    <a:pt x="57" y="594"/>
                  </a:cubicBezTo>
                  <a:cubicBezTo>
                    <a:pt x="19" y="594"/>
                    <a:pt x="19" y="594"/>
                    <a:pt x="19" y="594"/>
                  </a:cubicBezTo>
                  <a:close/>
                  <a:moveTo>
                    <a:pt x="65" y="552"/>
                  </a:moveTo>
                  <a:cubicBezTo>
                    <a:pt x="65" y="556"/>
                    <a:pt x="65" y="560"/>
                    <a:pt x="65" y="565"/>
                  </a:cubicBezTo>
                  <a:cubicBezTo>
                    <a:pt x="78" y="565"/>
                    <a:pt x="91" y="565"/>
                    <a:pt x="104" y="565"/>
                  </a:cubicBezTo>
                  <a:cubicBezTo>
                    <a:pt x="104" y="560"/>
                    <a:pt x="104" y="556"/>
                    <a:pt x="104" y="552"/>
                  </a:cubicBezTo>
                  <a:cubicBezTo>
                    <a:pt x="91" y="552"/>
                    <a:pt x="78" y="552"/>
                    <a:pt x="65" y="552"/>
                  </a:cubicBezTo>
                  <a:close/>
                  <a:moveTo>
                    <a:pt x="112" y="552"/>
                  </a:moveTo>
                  <a:cubicBezTo>
                    <a:pt x="112" y="556"/>
                    <a:pt x="112" y="560"/>
                    <a:pt x="112" y="565"/>
                  </a:cubicBezTo>
                  <a:cubicBezTo>
                    <a:pt x="125" y="565"/>
                    <a:pt x="138" y="565"/>
                    <a:pt x="151" y="565"/>
                  </a:cubicBezTo>
                  <a:cubicBezTo>
                    <a:pt x="151" y="560"/>
                    <a:pt x="151" y="556"/>
                    <a:pt x="151" y="552"/>
                  </a:cubicBezTo>
                  <a:cubicBezTo>
                    <a:pt x="138" y="552"/>
                    <a:pt x="125" y="552"/>
                    <a:pt x="112" y="552"/>
                  </a:cubicBezTo>
                  <a:close/>
                  <a:moveTo>
                    <a:pt x="65" y="511"/>
                  </a:moveTo>
                  <a:cubicBezTo>
                    <a:pt x="65" y="515"/>
                    <a:pt x="65" y="519"/>
                    <a:pt x="65" y="523"/>
                  </a:cubicBezTo>
                  <a:cubicBezTo>
                    <a:pt x="78" y="523"/>
                    <a:pt x="91" y="523"/>
                    <a:pt x="104" y="523"/>
                  </a:cubicBezTo>
                  <a:cubicBezTo>
                    <a:pt x="104" y="519"/>
                    <a:pt x="104" y="515"/>
                    <a:pt x="104" y="511"/>
                  </a:cubicBezTo>
                  <a:cubicBezTo>
                    <a:pt x="91" y="511"/>
                    <a:pt x="78" y="511"/>
                    <a:pt x="65" y="511"/>
                  </a:cubicBezTo>
                  <a:close/>
                  <a:moveTo>
                    <a:pt x="112" y="511"/>
                  </a:moveTo>
                  <a:cubicBezTo>
                    <a:pt x="112" y="515"/>
                    <a:pt x="112" y="519"/>
                    <a:pt x="112" y="523"/>
                  </a:cubicBezTo>
                  <a:cubicBezTo>
                    <a:pt x="125" y="523"/>
                    <a:pt x="138" y="523"/>
                    <a:pt x="151" y="523"/>
                  </a:cubicBezTo>
                  <a:cubicBezTo>
                    <a:pt x="151" y="519"/>
                    <a:pt x="151" y="515"/>
                    <a:pt x="151" y="511"/>
                  </a:cubicBezTo>
                  <a:cubicBezTo>
                    <a:pt x="138" y="511"/>
                    <a:pt x="125" y="511"/>
                    <a:pt x="112" y="511"/>
                  </a:cubicBezTo>
                  <a:close/>
                  <a:moveTo>
                    <a:pt x="65" y="469"/>
                  </a:moveTo>
                  <a:cubicBezTo>
                    <a:pt x="65" y="473"/>
                    <a:pt x="65" y="478"/>
                    <a:pt x="65" y="482"/>
                  </a:cubicBezTo>
                  <a:cubicBezTo>
                    <a:pt x="78" y="482"/>
                    <a:pt x="91" y="482"/>
                    <a:pt x="104" y="482"/>
                  </a:cubicBezTo>
                  <a:cubicBezTo>
                    <a:pt x="104" y="478"/>
                    <a:pt x="104" y="473"/>
                    <a:pt x="104" y="469"/>
                  </a:cubicBezTo>
                  <a:cubicBezTo>
                    <a:pt x="91" y="469"/>
                    <a:pt x="78" y="469"/>
                    <a:pt x="65" y="469"/>
                  </a:cubicBezTo>
                  <a:close/>
                  <a:moveTo>
                    <a:pt x="112" y="469"/>
                  </a:moveTo>
                  <a:cubicBezTo>
                    <a:pt x="112" y="473"/>
                    <a:pt x="112" y="478"/>
                    <a:pt x="112" y="482"/>
                  </a:cubicBezTo>
                  <a:cubicBezTo>
                    <a:pt x="125" y="482"/>
                    <a:pt x="138" y="482"/>
                    <a:pt x="151" y="482"/>
                  </a:cubicBezTo>
                  <a:cubicBezTo>
                    <a:pt x="151" y="478"/>
                    <a:pt x="151" y="473"/>
                    <a:pt x="151" y="469"/>
                  </a:cubicBezTo>
                  <a:cubicBezTo>
                    <a:pt x="138" y="469"/>
                    <a:pt x="125" y="469"/>
                    <a:pt x="112" y="469"/>
                  </a:cubicBezTo>
                  <a:close/>
                  <a:moveTo>
                    <a:pt x="19" y="469"/>
                  </a:moveTo>
                  <a:cubicBezTo>
                    <a:pt x="19" y="473"/>
                    <a:pt x="19" y="478"/>
                    <a:pt x="19" y="482"/>
                  </a:cubicBezTo>
                  <a:cubicBezTo>
                    <a:pt x="31" y="482"/>
                    <a:pt x="44" y="482"/>
                    <a:pt x="57" y="482"/>
                  </a:cubicBezTo>
                  <a:cubicBezTo>
                    <a:pt x="57" y="478"/>
                    <a:pt x="57" y="473"/>
                    <a:pt x="57" y="469"/>
                  </a:cubicBezTo>
                  <a:cubicBezTo>
                    <a:pt x="44" y="469"/>
                    <a:pt x="31" y="469"/>
                    <a:pt x="19" y="469"/>
                  </a:cubicBezTo>
                  <a:close/>
                  <a:moveTo>
                    <a:pt x="112" y="428"/>
                  </a:moveTo>
                  <a:cubicBezTo>
                    <a:pt x="112" y="432"/>
                    <a:pt x="112" y="436"/>
                    <a:pt x="112" y="440"/>
                  </a:cubicBezTo>
                  <a:cubicBezTo>
                    <a:pt x="125" y="440"/>
                    <a:pt x="138" y="440"/>
                    <a:pt x="151" y="440"/>
                  </a:cubicBezTo>
                  <a:cubicBezTo>
                    <a:pt x="151" y="436"/>
                    <a:pt x="151" y="432"/>
                    <a:pt x="151" y="428"/>
                  </a:cubicBezTo>
                  <a:cubicBezTo>
                    <a:pt x="138" y="428"/>
                    <a:pt x="125" y="428"/>
                    <a:pt x="112" y="428"/>
                  </a:cubicBezTo>
                  <a:close/>
                  <a:moveTo>
                    <a:pt x="19" y="428"/>
                  </a:moveTo>
                  <a:cubicBezTo>
                    <a:pt x="19" y="432"/>
                    <a:pt x="19" y="436"/>
                    <a:pt x="19" y="440"/>
                  </a:cubicBezTo>
                  <a:cubicBezTo>
                    <a:pt x="31" y="440"/>
                    <a:pt x="44" y="440"/>
                    <a:pt x="57" y="440"/>
                  </a:cubicBezTo>
                  <a:cubicBezTo>
                    <a:pt x="57" y="436"/>
                    <a:pt x="57" y="432"/>
                    <a:pt x="57" y="428"/>
                  </a:cubicBezTo>
                  <a:cubicBezTo>
                    <a:pt x="44" y="428"/>
                    <a:pt x="31" y="428"/>
                    <a:pt x="19" y="428"/>
                  </a:cubicBezTo>
                  <a:close/>
                  <a:moveTo>
                    <a:pt x="65" y="386"/>
                  </a:moveTo>
                  <a:cubicBezTo>
                    <a:pt x="65" y="390"/>
                    <a:pt x="65" y="395"/>
                    <a:pt x="65" y="399"/>
                  </a:cubicBezTo>
                  <a:cubicBezTo>
                    <a:pt x="78" y="399"/>
                    <a:pt x="91" y="399"/>
                    <a:pt x="104" y="399"/>
                  </a:cubicBezTo>
                  <a:cubicBezTo>
                    <a:pt x="104" y="395"/>
                    <a:pt x="104" y="390"/>
                    <a:pt x="104" y="386"/>
                  </a:cubicBezTo>
                  <a:cubicBezTo>
                    <a:pt x="91" y="386"/>
                    <a:pt x="78" y="386"/>
                    <a:pt x="65" y="386"/>
                  </a:cubicBezTo>
                  <a:close/>
                  <a:moveTo>
                    <a:pt x="112" y="386"/>
                  </a:moveTo>
                  <a:cubicBezTo>
                    <a:pt x="112" y="390"/>
                    <a:pt x="112" y="395"/>
                    <a:pt x="112" y="399"/>
                  </a:cubicBezTo>
                  <a:cubicBezTo>
                    <a:pt x="125" y="399"/>
                    <a:pt x="138" y="399"/>
                    <a:pt x="151" y="399"/>
                  </a:cubicBezTo>
                  <a:cubicBezTo>
                    <a:pt x="151" y="395"/>
                    <a:pt x="151" y="390"/>
                    <a:pt x="151" y="386"/>
                  </a:cubicBezTo>
                  <a:cubicBezTo>
                    <a:pt x="138" y="386"/>
                    <a:pt x="125" y="386"/>
                    <a:pt x="112" y="386"/>
                  </a:cubicBezTo>
                  <a:close/>
                  <a:moveTo>
                    <a:pt x="19" y="386"/>
                  </a:moveTo>
                  <a:cubicBezTo>
                    <a:pt x="19" y="390"/>
                    <a:pt x="19" y="395"/>
                    <a:pt x="19" y="399"/>
                  </a:cubicBezTo>
                  <a:cubicBezTo>
                    <a:pt x="31" y="399"/>
                    <a:pt x="44" y="399"/>
                    <a:pt x="57" y="399"/>
                  </a:cubicBezTo>
                  <a:cubicBezTo>
                    <a:pt x="57" y="395"/>
                    <a:pt x="57" y="390"/>
                    <a:pt x="57" y="386"/>
                  </a:cubicBezTo>
                  <a:cubicBezTo>
                    <a:pt x="44" y="386"/>
                    <a:pt x="31" y="386"/>
                    <a:pt x="19" y="386"/>
                  </a:cubicBezTo>
                  <a:close/>
                  <a:moveTo>
                    <a:pt x="65" y="345"/>
                  </a:moveTo>
                  <a:cubicBezTo>
                    <a:pt x="65" y="349"/>
                    <a:pt x="65" y="353"/>
                    <a:pt x="65" y="357"/>
                  </a:cubicBezTo>
                  <a:cubicBezTo>
                    <a:pt x="78" y="357"/>
                    <a:pt x="91" y="357"/>
                    <a:pt x="104" y="357"/>
                  </a:cubicBezTo>
                  <a:cubicBezTo>
                    <a:pt x="104" y="353"/>
                    <a:pt x="104" y="349"/>
                    <a:pt x="104" y="345"/>
                  </a:cubicBezTo>
                  <a:cubicBezTo>
                    <a:pt x="91" y="345"/>
                    <a:pt x="78" y="345"/>
                    <a:pt x="65" y="345"/>
                  </a:cubicBezTo>
                  <a:close/>
                  <a:moveTo>
                    <a:pt x="19" y="345"/>
                  </a:moveTo>
                  <a:cubicBezTo>
                    <a:pt x="19" y="349"/>
                    <a:pt x="19" y="353"/>
                    <a:pt x="19" y="357"/>
                  </a:cubicBezTo>
                  <a:cubicBezTo>
                    <a:pt x="31" y="357"/>
                    <a:pt x="44" y="357"/>
                    <a:pt x="57" y="357"/>
                  </a:cubicBezTo>
                  <a:cubicBezTo>
                    <a:pt x="57" y="353"/>
                    <a:pt x="57" y="349"/>
                    <a:pt x="57" y="345"/>
                  </a:cubicBezTo>
                  <a:cubicBezTo>
                    <a:pt x="44" y="345"/>
                    <a:pt x="31" y="345"/>
                    <a:pt x="19" y="345"/>
                  </a:cubicBezTo>
                  <a:close/>
                  <a:moveTo>
                    <a:pt x="65" y="303"/>
                  </a:moveTo>
                  <a:cubicBezTo>
                    <a:pt x="65" y="308"/>
                    <a:pt x="65" y="312"/>
                    <a:pt x="65" y="316"/>
                  </a:cubicBezTo>
                  <a:cubicBezTo>
                    <a:pt x="78" y="316"/>
                    <a:pt x="91" y="316"/>
                    <a:pt x="104" y="316"/>
                  </a:cubicBezTo>
                  <a:cubicBezTo>
                    <a:pt x="104" y="312"/>
                    <a:pt x="104" y="308"/>
                    <a:pt x="104" y="303"/>
                  </a:cubicBezTo>
                  <a:cubicBezTo>
                    <a:pt x="91" y="303"/>
                    <a:pt x="78" y="303"/>
                    <a:pt x="65" y="303"/>
                  </a:cubicBezTo>
                  <a:close/>
                  <a:moveTo>
                    <a:pt x="112" y="303"/>
                  </a:moveTo>
                  <a:cubicBezTo>
                    <a:pt x="112" y="308"/>
                    <a:pt x="112" y="312"/>
                    <a:pt x="112" y="316"/>
                  </a:cubicBezTo>
                  <a:cubicBezTo>
                    <a:pt x="125" y="316"/>
                    <a:pt x="138" y="316"/>
                    <a:pt x="151" y="316"/>
                  </a:cubicBezTo>
                  <a:cubicBezTo>
                    <a:pt x="151" y="312"/>
                    <a:pt x="151" y="308"/>
                    <a:pt x="151" y="303"/>
                  </a:cubicBezTo>
                  <a:cubicBezTo>
                    <a:pt x="138" y="303"/>
                    <a:pt x="125" y="303"/>
                    <a:pt x="112" y="303"/>
                  </a:cubicBezTo>
                  <a:close/>
                  <a:moveTo>
                    <a:pt x="19" y="303"/>
                  </a:moveTo>
                  <a:cubicBezTo>
                    <a:pt x="19" y="308"/>
                    <a:pt x="19" y="312"/>
                    <a:pt x="19" y="316"/>
                  </a:cubicBezTo>
                  <a:cubicBezTo>
                    <a:pt x="31" y="316"/>
                    <a:pt x="44" y="316"/>
                    <a:pt x="57" y="316"/>
                  </a:cubicBezTo>
                  <a:cubicBezTo>
                    <a:pt x="57" y="312"/>
                    <a:pt x="57" y="308"/>
                    <a:pt x="57" y="303"/>
                  </a:cubicBezTo>
                  <a:cubicBezTo>
                    <a:pt x="44" y="303"/>
                    <a:pt x="31" y="303"/>
                    <a:pt x="19" y="303"/>
                  </a:cubicBezTo>
                  <a:close/>
                  <a:moveTo>
                    <a:pt x="65" y="262"/>
                  </a:moveTo>
                  <a:cubicBezTo>
                    <a:pt x="65" y="266"/>
                    <a:pt x="65" y="270"/>
                    <a:pt x="65" y="274"/>
                  </a:cubicBezTo>
                  <a:cubicBezTo>
                    <a:pt x="78" y="274"/>
                    <a:pt x="91" y="274"/>
                    <a:pt x="104" y="274"/>
                  </a:cubicBezTo>
                  <a:cubicBezTo>
                    <a:pt x="104" y="270"/>
                    <a:pt x="104" y="266"/>
                    <a:pt x="104" y="262"/>
                  </a:cubicBezTo>
                  <a:cubicBezTo>
                    <a:pt x="91" y="262"/>
                    <a:pt x="78" y="262"/>
                    <a:pt x="65" y="262"/>
                  </a:cubicBezTo>
                  <a:close/>
                  <a:moveTo>
                    <a:pt x="19" y="262"/>
                  </a:moveTo>
                  <a:cubicBezTo>
                    <a:pt x="19" y="266"/>
                    <a:pt x="19" y="270"/>
                    <a:pt x="19" y="274"/>
                  </a:cubicBezTo>
                  <a:cubicBezTo>
                    <a:pt x="31" y="274"/>
                    <a:pt x="44" y="274"/>
                    <a:pt x="57" y="274"/>
                  </a:cubicBezTo>
                  <a:cubicBezTo>
                    <a:pt x="57" y="270"/>
                    <a:pt x="57" y="266"/>
                    <a:pt x="57" y="262"/>
                  </a:cubicBezTo>
                  <a:cubicBezTo>
                    <a:pt x="44" y="262"/>
                    <a:pt x="31" y="262"/>
                    <a:pt x="19" y="262"/>
                  </a:cubicBezTo>
                  <a:close/>
                  <a:moveTo>
                    <a:pt x="65" y="220"/>
                  </a:moveTo>
                  <a:cubicBezTo>
                    <a:pt x="65" y="225"/>
                    <a:pt x="65" y="229"/>
                    <a:pt x="65" y="233"/>
                  </a:cubicBezTo>
                  <a:cubicBezTo>
                    <a:pt x="78" y="233"/>
                    <a:pt x="91" y="233"/>
                    <a:pt x="104" y="233"/>
                  </a:cubicBezTo>
                  <a:cubicBezTo>
                    <a:pt x="104" y="229"/>
                    <a:pt x="104" y="225"/>
                    <a:pt x="104" y="220"/>
                  </a:cubicBezTo>
                  <a:cubicBezTo>
                    <a:pt x="91" y="220"/>
                    <a:pt x="78" y="220"/>
                    <a:pt x="65" y="220"/>
                  </a:cubicBezTo>
                  <a:close/>
                  <a:moveTo>
                    <a:pt x="112" y="220"/>
                  </a:moveTo>
                  <a:cubicBezTo>
                    <a:pt x="112" y="225"/>
                    <a:pt x="112" y="229"/>
                    <a:pt x="112" y="233"/>
                  </a:cubicBezTo>
                  <a:cubicBezTo>
                    <a:pt x="125" y="233"/>
                    <a:pt x="138" y="233"/>
                    <a:pt x="151" y="233"/>
                  </a:cubicBezTo>
                  <a:cubicBezTo>
                    <a:pt x="151" y="229"/>
                    <a:pt x="151" y="225"/>
                    <a:pt x="151" y="220"/>
                  </a:cubicBezTo>
                  <a:cubicBezTo>
                    <a:pt x="138" y="220"/>
                    <a:pt x="125" y="220"/>
                    <a:pt x="112" y="220"/>
                  </a:cubicBezTo>
                  <a:close/>
                  <a:moveTo>
                    <a:pt x="19" y="220"/>
                  </a:moveTo>
                  <a:cubicBezTo>
                    <a:pt x="19" y="225"/>
                    <a:pt x="19" y="229"/>
                    <a:pt x="19" y="233"/>
                  </a:cubicBezTo>
                  <a:cubicBezTo>
                    <a:pt x="31" y="233"/>
                    <a:pt x="44" y="233"/>
                    <a:pt x="57" y="233"/>
                  </a:cubicBezTo>
                  <a:cubicBezTo>
                    <a:pt x="57" y="229"/>
                    <a:pt x="57" y="225"/>
                    <a:pt x="57" y="220"/>
                  </a:cubicBezTo>
                  <a:cubicBezTo>
                    <a:pt x="44" y="220"/>
                    <a:pt x="31" y="220"/>
                    <a:pt x="19" y="220"/>
                  </a:cubicBezTo>
                  <a:close/>
                  <a:moveTo>
                    <a:pt x="112" y="179"/>
                  </a:moveTo>
                  <a:cubicBezTo>
                    <a:pt x="112" y="183"/>
                    <a:pt x="112" y="187"/>
                    <a:pt x="112" y="191"/>
                  </a:cubicBezTo>
                  <a:cubicBezTo>
                    <a:pt x="125" y="191"/>
                    <a:pt x="138" y="191"/>
                    <a:pt x="151" y="191"/>
                  </a:cubicBezTo>
                  <a:cubicBezTo>
                    <a:pt x="151" y="187"/>
                    <a:pt x="151" y="183"/>
                    <a:pt x="151" y="179"/>
                  </a:cubicBezTo>
                  <a:cubicBezTo>
                    <a:pt x="138" y="179"/>
                    <a:pt x="125" y="179"/>
                    <a:pt x="112" y="179"/>
                  </a:cubicBezTo>
                  <a:close/>
                  <a:moveTo>
                    <a:pt x="19" y="179"/>
                  </a:moveTo>
                  <a:cubicBezTo>
                    <a:pt x="19" y="183"/>
                    <a:pt x="19" y="187"/>
                    <a:pt x="19" y="191"/>
                  </a:cubicBezTo>
                  <a:cubicBezTo>
                    <a:pt x="31" y="191"/>
                    <a:pt x="44" y="191"/>
                    <a:pt x="57" y="191"/>
                  </a:cubicBezTo>
                  <a:cubicBezTo>
                    <a:pt x="57" y="187"/>
                    <a:pt x="57" y="183"/>
                    <a:pt x="57" y="179"/>
                  </a:cubicBezTo>
                  <a:cubicBezTo>
                    <a:pt x="44" y="179"/>
                    <a:pt x="31" y="179"/>
                    <a:pt x="19" y="179"/>
                  </a:cubicBezTo>
                  <a:close/>
                  <a:moveTo>
                    <a:pt x="65" y="137"/>
                  </a:moveTo>
                  <a:cubicBezTo>
                    <a:pt x="65" y="142"/>
                    <a:pt x="65" y="146"/>
                    <a:pt x="65" y="150"/>
                  </a:cubicBezTo>
                  <a:cubicBezTo>
                    <a:pt x="78" y="150"/>
                    <a:pt x="91" y="150"/>
                    <a:pt x="104" y="150"/>
                  </a:cubicBezTo>
                  <a:cubicBezTo>
                    <a:pt x="104" y="146"/>
                    <a:pt x="104" y="142"/>
                    <a:pt x="104" y="137"/>
                  </a:cubicBezTo>
                  <a:cubicBezTo>
                    <a:pt x="91" y="137"/>
                    <a:pt x="78" y="137"/>
                    <a:pt x="65" y="137"/>
                  </a:cubicBezTo>
                  <a:close/>
                  <a:moveTo>
                    <a:pt x="112" y="137"/>
                  </a:moveTo>
                  <a:cubicBezTo>
                    <a:pt x="112" y="142"/>
                    <a:pt x="112" y="146"/>
                    <a:pt x="112" y="150"/>
                  </a:cubicBezTo>
                  <a:cubicBezTo>
                    <a:pt x="125" y="150"/>
                    <a:pt x="138" y="150"/>
                    <a:pt x="151" y="150"/>
                  </a:cubicBezTo>
                  <a:cubicBezTo>
                    <a:pt x="151" y="146"/>
                    <a:pt x="151" y="142"/>
                    <a:pt x="151" y="137"/>
                  </a:cubicBezTo>
                  <a:cubicBezTo>
                    <a:pt x="138" y="137"/>
                    <a:pt x="125" y="137"/>
                    <a:pt x="112" y="137"/>
                  </a:cubicBezTo>
                  <a:close/>
                  <a:moveTo>
                    <a:pt x="19" y="137"/>
                  </a:moveTo>
                  <a:cubicBezTo>
                    <a:pt x="19" y="142"/>
                    <a:pt x="19" y="146"/>
                    <a:pt x="19" y="150"/>
                  </a:cubicBezTo>
                  <a:cubicBezTo>
                    <a:pt x="31" y="150"/>
                    <a:pt x="44" y="150"/>
                    <a:pt x="57" y="150"/>
                  </a:cubicBezTo>
                  <a:cubicBezTo>
                    <a:pt x="57" y="146"/>
                    <a:pt x="57" y="142"/>
                    <a:pt x="57" y="137"/>
                  </a:cubicBezTo>
                  <a:cubicBezTo>
                    <a:pt x="44" y="137"/>
                    <a:pt x="31" y="137"/>
                    <a:pt x="19" y="137"/>
                  </a:cubicBezTo>
                  <a:close/>
                  <a:moveTo>
                    <a:pt x="65" y="96"/>
                  </a:moveTo>
                  <a:cubicBezTo>
                    <a:pt x="65" y="108"/>
                    <a:pt x="65" y="108"/>
                    <a:pt x="65" y="108"/>
                  </a:cubicBezTo>
                  <a:cubicBezTo>
                    <a:pt x="104" y="108"/>
                    <a:pt x="104" y="108"/>
                    <a:pt x="104" y="108"/>
                  </a:cubicBezTo>
                  <a:cubicBezTo>
                    <a:pt x="104" y="96"/>
                    <a:pt x="104" y="96"/>
                    <a:pt x="104" y="96"/>
                  </a:cubicBezTo>
                  <a:cubicBezTo>
                    <a:pt x="65" y="96"/>
                    <a:pt x="65" y="96"/>
                    <a:pt x="65" y="96"/>
                  </a:cubicBezTo>
                  <a:close/>
                  <a:moveTo>
                    <a:pt x="112" y="96"/>
                  </a:moveTo>
                  <a:cubicBezTo>
                    <a:pt x="112" y="108"/>
                    <a:pt x="112" y="108"/>
                    <a:pt x="112" y="108"/>
                  </a:cubicBezTo>
                  <a:cubicBezTo>
                    <a:pt x="151" y="108"/>
                    <a:pt x="151" y="108"/>
                    <a:pt x="151" y="108"/>
                  </a:cubicBezTo>
                  <a:cubicBezTo>
                    <a:pt x="151" y="96"/>
                    <a:pt x="151" y="96"/>
                    <a:pt x="151" y="96"/>
                  </a:cubicBezTo>
                  <a:lnTo>
                    <a:pt x="112"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28" name="ïṩ1ïdè"/>
            <p:cNvSpPr/>
            <p:nvPr userDrawn="1"/>
          </p:nvSpPr>
          <p:spPr bwMode="auto">
            <a:xfrm>
              <a:off x="3902075" y="3286125"/>
              <a:ext cx="436563" cy="884238"/>
            </a:xfrm>
            <a:custGeom>
              <a:avLst/>
              <a:gdLst>
                <a:gd name="T0" fmla="*/ 0 w 270"/>
                <a:gd name="T1" fmla="*/ 79 h 546"/>
                <a:gd name="T2" fmla="*/ 156 w 270"/>
                <a:gd name="T3" fmla="*/ 24 h 546"/>
                <a:gd name="T4" fmla="*/ 270 w 270"/>
                <a:gd name="T5" fmla="*/ 95 h 546"/>
                <a:gd name="T6" fmla="*/ 93 w 270"/>
                <a:gd name="T7" fmla="*/ 474 h 546"/>
                <a:gd name="T8" fmla="*/ 93 w 270"/>
                <a:gd name="T9" fmla="*/ 145 h 546"/>
                <a:gd name="T10" fmla="*/ 56 w 270"/>
                <a:gd name="T11" fmla="*/ 145 h 546"/>
                <a:gd name="T12" fmla="*/ 129 w 270"/>
                <a:gd name="T13" fmla="*/ 145 h 546"/>
                <a:gd name="T14" fmla="*/ 165 w 270"/>
                <a:gd name="T15" fmla="*/ 145 h 546"/>
                <a:gd name="T16" fmla="*/ 202 w 270"/>
                <a:gd name="T17" fmla="*/ 145 h 546"/>
                <a:gd name="T18" fmla="*/ 238 w 270"/>
                <a:gd name="T19" fmla="*/ 145 h 546"/>
                <a:gd name="T20" fmla="*/ 93 w 270"/>
                <a:gd name="T21" fmla="*/ 181 h 546"/>
                <a:gd name="T22" fmla="*/ 56 w 270"/>
                <a:gd name="T23" fmla="*/ 181 h 546"/>
                <a:gd name="T24" fmla="*/ 129 w 270"/>
                <a:gd name="T25" fmla="*/ 181 h 546"/>
                <a:gd name="T26" fmla="*/ 165 w 270"/>
                <a:gd name="T27" fmla="*/ 181 h 546"/>
                <a:gd name="T28" fmla="*/ 202 w 270"/>
                <a:gd name="T29" fmla="*/ 181 h 546"/>
                <a:gd name="T30" fmla="*/ 238 w 270"/>
                <a:gd name="T31" fmla="*/ 181 h 546"/>
                <a:gd name="T32" fmla="*/ 93 w 270"/>
                <a:gd name="T33" fmla="*/ 218 h 546"/>
                <a:gd name="T34" fmla="*/ 56 w 270"/>
                <a:gd name="T35" fmla="*/ 218 h 546"/>
                <a:gd name="T36" fmla="*/ 129 w 270"/>
                <a:gd name="T37" fmla="*/ 218 h 546"/>
                <a:gd name="T38" fmla="*/ 165 w 270"/>
                <a:gd name="T39" fmla="*/ 218 h 546"/>
                <a:gd name="T40" fmla="*/ 202 w 270"/>
                <a:gd name="T41" fmla="*/ 218 h 546"/>
                <a:gd name="T42" fmla="*/ 238 w 270"/>
                <a:gd name="T43" fmla="*/ 218 h 546"/>
                <a:gd name="T44" fmla="*/ 93 w 270"/>
                <a:gd name="T45" fmla="*/ 255 h 546"/>
                <a:gd name="T46" fmla="*/ 56 w 270"/>
                <a:gd name="T47" fmla="*/ 255 h 546"/>
                <a:gd name="T48" fmla="*/ 129 w 270"/>
                <a:gd name="T49" fmla="*/ 255 h 546"/>
                <a:gd name="T50" fmla="*/ 165 w 270"/>
                <a:gd name="T51" fmla="*/ 255 h 546"/>
                <a:gd name="T52" fmla="*/ 202 w 270"/>
                <a:gd name="T53" fmla="*/ 255 h 546"/>
                <a:gd name="T54" fmla="*/ 238 w 270"/>
                <a:gd name="T55" fmla="*/ 255 h 546"/>
                <a:gd name="T56" fmla="*/ 93 w 270"/>
                <a:gd name="T57" fmla="*/ 291 h 546"/>
                <a:gd name="T58" fmla="*/ 56 w 270"/>
                <a:gd name="T59" fmla="*/ 291 h 546"/>
                <a:gd name="T60" fmla="*/ 129 w 270"/>
                <a:gd name="T61" fmla="*/ 291 h 546"/>
                <a:gd name="T62" fmla="*/ 165 w 270"/>
                <a:gd name="T63" fmla="*/ 291 h 546"/>
                <a:gd name="T64" fmla="*/ 202 w 270"/>
                <a:gd name="T65" fmla="*/ 291 h 546"/>
                <a:gd name="T66" fmla="*/ 238 w 270"/>
                <a:gd name="T67" fmla="*/ 291 h 546"/>
                <a:gd name="T68" fmla="*/ 93 w 270"/>
                <a:gd name="T69" fmla="*/ 328 h 546"/>
                <a:gd name="T70" fmla="*/ 56 w 270"/>
                <a:gd name="T71" fmla="*/ 328 h 546"/>
                <a:gd name="T72" fmla="*/ 129 w 270"/>
                <a:gd name="T73" fmla="*/ 328 h 546"/>
                <a:gd name="T74" fmla="*/ 165 w 270"/>
                <a:gd name="T75" fmla="*/ 328 h 546"/>
                <a:gd name="T76" fmla="*/ 202 w 270"/>
                <a:gd name="T77" fmla="*/ 328 h 546"/>
                <a:gd name="T78" fmla="*/ 238 w 270"/>
                <a:gd name="T79" fmla="*/ 328 h 546"/>
                <a:gd name="T80" fmla="*/ 93 w 270"/>
                <a:gd name="T81" fmla="*/ 364 h 546"/>
                <a:gd name="T82" fmla="*/ 56 w 270"/>
                <a:gd name="T83" fmla="*/ 364 h 546"/>
                <a:gd name="T84" fmla="*/ 129 w 270"/>
                <a:gd name="T85" fmla="*/ 364 h 546"/>
                <a:gd name="T86" fmla="*/ 165 w 270"/>
                <a:gd name="T87" fmla="*/ 364 h 546"/>
                <a:gd name="T88" fmla="*/ 202 w 270"/>
                <a:gd name="T89" fmla="*/ 364 h 546"/>
                <a:gd name="T90" fmla="*/ 238 w 270"/>
                <a:gd name="T91" fmla="*/ 364 h 546"/>
                <a:gd name="T92" fmla="*/ 93 w 270"/>
                <a:gd name="T93" fmla="*/ 401 h 546"/>
                <a:gd name="T94" fmla="*/ 56 w 270"/>
                <a:gd name="T95" fmla="*/ 401 h 546"/>
                <a:gd name="T96" fmla="*/ 129 w 270"/>
                <a:gd name="T97" fmla="*/ 401 h 546"/>
                <a:gd name="T98" fmla="*/ 165 w 270"/>
                <a:gd name="T99" fmla="*/ 401 h 546"/>
                <a:gd name="T100" fmla="*/ 202 w 270"/>
                <a:gd name="T101" fmla="*/ 401 h 546"/>
                <a:gd name="T102" fmla="*/ 238 w 270"/>
                <a:gd name="T103" fmla="*/ 401 h 546"/>
                <a:gd name="T104" fmla="*/ 93 w 270"/>
                <a:gd name="T105" fmla="*/ 438 h 546"/>
                <a:gd name="T106" fmla="*/ 56 w 270"/>
                <a:gd name="T107" fmla="*/ 438 h 546"/>
                <a:gd name="T108" fmla="*/ 129 w 270"/>
                <a:gd name="T109" fmla="*/ 438 h 546"/>
                <a:gd name="T110" fmla="*/ 165 w 270"/>
                <a:gd name="T111" fmla="*/ 438 h 546"/>
                <a:gd name="T112" fmla="*/ 202 w 270"/>
                <a:gd name="T113" fmla="*/ 438 h 546"/>
                <a:gd name="T114" fmla="*/ 238 w 270"/>
                <a:gd name="T115" fmla="*/ 438 h 546"/>
                <a:gd name="T116" fmla="*/ 56 w 270"/>
                <a:gd name="T117" fmla="*/ 474 h 546"/>
                <a:gd name="T118" fmla="*/ 129 w 270"/>
                <a:gd name="T119" fmla="*/ 474 h 546"/>
                <a:gd name="T120" fmla="*/ 165 w 270"/>
                <a:gd name="T121" fmla="*/ 474 h 546"/>
                <a:gd name="T122" fmla="*/ 202 w 270"/>
                <a:gd name="T123" fmla="*/ 474 h 546"/>
                <a:gd name="T124" fmla="*/ 238 w 270"/>
                <a:gd name="T125" fmla="*/ 474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0" h="546">
                  <a:moveTo>
                    <a:pt x="266" y="546"/>
                  </a:moveTo>
                  <a:cubicBezTo>
                    <a:pt x="4" y="546"/>
                    <a:pt x="4" y="546"/>
                    <a:pt x="4" y="546"/>
                  </a:cubicBezTo>
                  <a:cubicBezTo>
                    <a:pt x="4" y="95"/>
                    <a:pt x="4" y="95"/>
                    <a:pt x="4" y="95"/>
                  </a:cubicBezTo>
                  <a:cubicBezTo>
                    <a:pt x="0" y="95"/>
                    <a:pt x="0" y="95"/>
                    <a:pt x="0" y="95"/>
                  </a:cubicBezTo>
                  <a:cubicBezTo>
                    <a:pt x="0" y="79"/>
                    <a:pt x="0" y="79"/>
                    <a:pt x="0" y="79"/>
                  </a:cubicBezTo>
                  <a:cubicBezTo>
                    <a:pt x="34" y="79"/>
                    <a:pt x="34" y="79"/>
                    <a:pt x="34" y="79"/>
                  </a:cubicBezTo>
                  <a:cubicBezTo>
                    <a:pt x="34" y="48"/>
                    <a:pt x="34" y="48"/>
                    <a:pt x="34" y="48"/>
                  </a:cubicBezTo>
                  <a:cubicBezTo>
                    <a:pt x="123" y="48"/>
                    <a:pt x="123" y="48"/>
                    <a:pt x="123" y="48"/>
                  </a:cubicBezTo>
                  <a:cubicBezTo>
                    <a:pt x="123" y="24"/>
                    <a:pt x="123" y="24"/>
                    <a:pt x="123" y="24"/>
                  </a:cubicBezTo>
                  <a:cubicBezTo>
                    <a:pt x="156" y="24"/>
                    <a:pt x="156" y="24"/>
                    <a:pt x="156" y="24"/>
                  </a:cubicBezTo>
                  <a:cubicBezTo>
                    <a:pt x="156" y="0"/>
                    <a:pt x="156" y="0"/>
                    <a:pt x="156" y="0"/>
                  </a:cubicBezTo>
                  <a:cubicBezTo>
                    <a:pt x="168" y="0"/>
                    <a:pt x="168" y="0"/>
                    <a:pt x="168" y="0"/>
                  </a:cubicBezTo>
                  <a:cubicBezTo>
                    <a:pt x="168" y="79"/>
                    <a:pt x="168" y="79"/>
                    <a:pt x="168" y="79"/>
                  </a:cubicBezTo>
                  <a:cubicBezTo>
                    <a:pt x="270" y="79"/>
                    <a:pt x="270" y="79"/>
                    <a:pt x="270" y="79"/>
                  </a:cubicBezTo>
                  <a:cubicBezTo>
                    <a:pt x="270" y="95"/>
                    <a:pt x="270" y="95"/>
                    <a:pt x="270" y="95"/>
                  </a:cubicBezTo>
                  <a:cubicBezTo>
                    <a:pt x="266" y="95"/>
                    <a:pt x="266" y="95"/>
                    <a:pt x="266" y="95"/>
                  </a:cubicBezTo>
                  <a:cubicBezTo>
                    <a:pt x="266" y="546"/>
                    <a:pt x="266" y="546"/>
                    <a:pt x="266" y="546"/>
                  </a:cubicBezTo>
                  <a:close/>
                  <a:moveTo>
                    <a:pt x="67" y="453"/>
                  </a:moveTo>
                  <a:cubicBezTo>
                    <a:pt x="67" y="460"/>
                    <a:pt x="67" y="467"/>
                    <a:pt x="67" y="474"/>
                  </a:cubicBezTo>
                  <a:cubicBezTo>
                    <a:pt x="75" y="474"/>
                    <a:pt x="84" y="474"/>
                    <a:pt x="93" y="474"/>
                  </a:cubicBezTo>
                  <a:cubicBezTo>
                    <a:pt x="93" y="467"/>
                    <a:pt x="93" y="460"/>
                    <a:pt x="93" y="453"/>
                  </a:cubicBezTo>
                  <a:cubicBezTo>
                    <a:pt x="84" y="453"/>
                    <a:pt x="75" y="453"/>
                    <a:pt x="67" y="453"/>
                  </a:cubicBezTo>
                  <a:close/>
                  <a:moveTo>
                    <a:pt x="67" y="124"/>
                  </a:moveTo>
                  <a:cubicBezTo>
                    <a:pt x="67" y="131"/>
                    <a:pt x="67" y="138"/>
                    <a:pt x="67" y="145"/>
                  </a:cubicBezTo>
                  <a:cubicBezTo>
                    <a:pt x="75" y="145"/>
                    <a:pt x="84" y="145"/>
                    <a:pt x="93" y="145"/>
                  </a:cubicBezTo>
                  <a:cubicBezTo>
                    <a:pt x="93" y="138"/>
                    <a:pt x="93" y="131"/>
                    <a:pt x="93" y="124"/>
                  </a:cubicBezTo>
                  <a:cubicBezTo>
                    <a:pt x="84" y="124"/>
                    <a:pt x="75" y="124"/>
                    <a:pt x="67" y="124"/>
                  </a:cubicBezTo>
                  <a:close/>
                  <a:moveTo>
                    <a:pt x="31" y="124"/>
                  </a:moveTo>
                  <a:cubicBezTo>
                    <a:pt x="31" y="145"/>
                    <a:pt x="31" y="145"/>
                    <a:pt x="31" y="145"/>
                  </a:cubicBezTo>
                  <a:cubicBezTo>
                    <a:pt x="56" y="145"/>
                    <a:pt x="56" y="145"/>
                    <a:pt x="56" y="145"/>
                  </a:cubicBezTo>
                  <a:cubicBezTo>
                    <a:pt x="56" y="124"/>
                    <a:pt x="56" y="124"/>
                    <a:pt x="56" y="124"/>
                  </a:cubicBezTo>
                  <a:cubicBezTo>
                    <a:pt x="31" y="124"/>
                    <a:pt x="31" y="124"/>
                    <a:pt x="31" y="124"/>
                  </a:cubicBezTo>
                  <a:close/>
                  <a:moveTo>
                    <a:pt x="103" y="124"/>
                  </a:moveTo>
                  <a:cubicBezTo>
                    <a:pt x="103" y="131"/>
                    <a:pt x="103" y="138"/>
                    <a:pt x="103" y="145"/>
                  </a:cubicBezTo>
                  <a:cubicBezTo>
                    <a:pt x="112" y="145"/>
                    <a:pt x="120" y="145"/>
                    <a:pt x="129" y="145"/>
                  </a:cubicBezTo>
                  <a:cubicBezTo>
                    <a:pt x="129" y="138"/>
                    <a:pt x="129" y="131"/>
                    <a:pt x="129" y="124"/>
                  </a:cubicBezTo>
                  <a:cubicBezTo>
                    <a:pt x="120" y="124"/>
                    <a:pt x="112" y="124"/>
                    <a:pt x="103" y="124"/>
                  </a:cubicBezTo>
                  <a:close/>
                  <a:moveTo>
                    <a:pt x="140" y="124"/>
                  </a:moveTo>
                  <a:cubicBezTo>
                    <a:pt x="140" y="131"/>
                    <a:pt x="140" y="138"/>
                    <a:pt x="140" y="145"/>
                  </a:cubicBezTo>
                  <a:cubicBezTo>
                    <a:pt x="148" y="145"/>
                    <a:pt x="157" y="145"/>
                    <a:pt x="165" y="145"/>
                  </a:cubicBezTo>
                  <a:cubicBezTo>
                    <a:pt x="165" y="138"/>
                    <a:pt x="165" y="131"/>
                    <a:pt x="165" y="124"/>
                  </a:cubicBezTo>
                  <a:cubicBezTo>
                    <a:pt x="157" y="124"/>
                    <a:pt x="148" y="124"/>
                    <a:pt x="140" y="124"/>
                  </a:cubicBezTo>
                  <a:close/>
                  <a:moveTo>
                    <a:pt x="176" y="124"/>
                  </a:moveTo>
                  <a:cubicBezTo>
                    <a:pt x="176" y="131"/>
                    <a:pt x="176" y="138"/>
                    <a:pt x="176" y="145"/>
                  </a:cubicBezTo>
                  <a:cubicBezTo>
                    <a:pt x="184" y="145"/>
                    <a:pt x="193" y="145"/>
                    <a:pt x="202" y="145"/>
                  </a:cubicBezTo>
                  <a:cubicBezTo>
                    <a:pt x="202" y="138"/>
                    <a:pt x="202" y="131"/>
                    <a:pt x="202" y="124"/>
                  </a:cubicBezTo>
                  <a:cubicBezTo>
                    <a:pt x="193" y="124"/>
                    <a:pt x="184" y="124"/>
                    <a:pt x="176" y="124"/>
                  </a:cubicBezTo>
                  <a:close/>
                  <a:moveTo>
                    <a:pt x="212" y="124"/>
                  </a:moveTo>
                  <a:cubicBezTo>
                    <a:pt x="212" y="145"/>
                    <a:pt x="212" y="145"/>
                    <a:pt x="212" y="145"/>
                  </a:cubicBezTo>
                  <a:cubicBezTo>
                    <a:pt x="238" y="145"/>
                    <a:pt x="238" y="145"/>
                    <a:pt x="238" y="145"/>
                  </a:cubicBezTo>
                  <a:cubicBezTo>
                    <a:pt x="238" y="124"/>
                    <a:pt x="238" y="124"/>
                    <a:pt x="238" y="124"/>
                  </a:cubicBezTo>
                  <a:cubicBezTo>
                    <a:pt x="212" y="124"/>
                    <a:pt x="212" y="124"/>
                    <a:pt x="212" y="124"/>
                  </a:cubicBezTo>
                  <a:close/>
                  <a:moveTo>
                    <a:pt x="67" y="160"/>
                  </a:moveTo>
                  <a:cubicBezTo>
                    <a:pt x="67" y="167"/>
                    <a:pt x="67" y="174"/>
                    <a:pt x="67" y="181"/>
                  </a:cubicBezTo>
                  <a:cubicBezTo>
                    <a:pt x="75" y="181"/>
                    <a:pt x="84" y="181"/>
                    <a:pt x="93" y="181"/>
                  </a:cubicBezTo>
                  <a:cubicBezTo>
                    <a:pt x="93" y="174"/>
                    <a:pt x="93" y="167"/>
                    <a:pt x="93" y="160"/>
                  </a:cubicBezTo>
                  <a:cubicBezTo>
                    <a:pt x="84" y="160"/>
                    <a:pt x="75" y="160"/>
                    <a:pt x="67" y="160"/>
                  </a:cubicBezTo>
                  <a:close/>
                  <a:moveTo>
                    <a:pt x="31" y="160"/>
                  </a:moveTo>
                  <a:cubicBezTo>
                    <a:pt x="31" y="167"/>
                    <a:pt x="31" y="174"/>
                    <a:pt x="31" y="181"/>
                  </a:cubicBezTo>
                  <a:cubicBezTo>
                    <a:pt x="39" y="181"/>
                    <a:pt x="48" y="181"/>
                    <a:pt x="56" y="181"/>
                  </a:cubicBezTo>
                  <a:cubicBezTo>
                    <a:pt x="56" y="174"/>
                    <a:pt x="56" y="167"/>
                    <a:pt x="56" y="160"/>
                  </a:cubicBezTo>
                  <a:cubicBezTo>
                    <a:pt x="48" y="160"/>
                    <a:pt x="39" y="160"/>
                    <a:pt x="31" y="160"/>
                  </a:cubicBezTo>
                  <a:close/>
                  <a:moveTo>
                    <a:pt x="103" y="160"/>
                  </a:moveTo>
                  <a:cubicBezTo>
                    <a:pt x="103" y="167"/>
                    <a:pt x="103" y="174"/>
                    <a:pt x="103" y="181"/>
                  </a:cubicBezTo>
                  <a:cubicBezTo>
                    <a:pt x="112" y="181"/>
                    <a:pt x="120" y="181"/>
                    <a:pt x="129" y="181"/>
                  </a:cubicBezTo>
                  <a:cubicBezTo>
                    <a:pt x="129" y="174"/>
                    <a:pt x="129" y="167"/>
                    <a:pt x="129" y="160"/>
                  </a:cubicBezTo>
                  <a:cubicBezTo>
                    <a:pt x="120" y="160"/>
                    <a:pt x="112" y="160"/>
                    <a:pt x="103" y="160"/>
                  </a:cubicBezTo>
                  <a:close/>
                  <a:moveTo>
                    <a:pt x="140" y="160"/>
                  </a:moveTo>
                  <a:cubicBezTo>
                    <a:pt x="140" y="167"/>
                    <a:pt x="140" y="174"/>
                    <a:pt x="140" y="181"/>
                  </a:cubicBezTo>
                  <a:cubicBezTo>
                    <a:pt x="148" y="181"/>
                    <a:pt x="157" y="181"/>
                    <a:pt x="165" y="181"/>
                  </a:cubicBezTo>
                  <a:cubicBezTo>
                    <a:pt x="165" y="174"/>
                    <a:pt x="165" y="167"/>
                    <a:pt x="165" y="160"/>
                  </a:cubicBezTo>
                  <a:cubicBezTo>
                    <a:pt x="157" y="160"/>
                    <a:pt x="148" y="160"/>
                    <a:pt x="140" y="160"/>
                  </a:cubicBezTo>
                  <a:close/>
                  <a:moveTo>
                    <a:pt x="176" y="160"/>
                  </a:moveTo>
                  <a:cubicBezTo>
                    <a:pt x="176" y="167"/>
                    <a:pt x="176" y="174"/>
                    <a:pt x="176" y="181"/>
                  </a:cubicBezTo>
                  <a:cubicBezTo>
                    <a:pt x="184" y="181"/>
                    <a:pt x="193" y="181"/>
                    <a:pt x="202" y="181"/>
                  </a:cubicBezTo>
                  <a:cubicBezTo>
                    <a:pt x="202" y="174"/>
                    <a:pt x="202" y="167"/>
                    <a:pt x="202" y="160"/>
                  </a:cubicBezTo>
                  <a:cubicBezTo>
                    <a:pt x="193" y="160"/>
                    <a:pt x="184" y="160"/>
                    <a:pt x="176" y="160"/>
                  </a:cubicBezTo>
                  <a:close/>
                  <a:moveTo>
                    <a:pt x="212" y="160"/>
                  </a:moveTo>
                  <a:cubicBezTo>
                    <a:pt x="212" y="167"/>
                    <a:pt x="212" y="174"/>
                    <a:pt x="212" y="181"/>
                  </a:cubicBezTo>
                  <a:cubicBezTo>
                    <a:pt x="221" y="181"/>
                    <a:pt x="229" y="181"/>
                    <a:pt x="238" y="181"/>
                  </a:cubicBezTo>
                  <a:cubicBezTo>
                    <a:pt x="238" y="174"/>
                    <a:pt x="238" y="167"/>
                    <a:pt x="238" y="160"/>
                  </a:cubicBezTo>
                  <a:cubicBezTo>
                    <a:pt x="229" y="160"/>
                    <a:pt x="221" y="160"/>
                    <a:pt x="212" y="160"/>
                  </a:cubicBezTo>
                  <a:close/>
                  <a:moveTo>
                    <a:pt x="67" y="197"/>
                  </a:moveTo>
                  <a:cubicBezTo>
                    <a:pt x="67" y="204"/>
                    <a:pt x="67" y="211"/>
                    <a:pt x="67" y="218"/>
                  </a:cubicBezTo>
                  <a:cubicBezTo>
                    <a:pt x="75" y="218"/>
                    <a:pt x="84" y="218"/>
                    <a:pt x="93" y="218"/>
                  </a:cubicBezTo>
                  <a:cubicBezTo>
                    <a:pt x="93" y="211"/>
                    <a:pt x="93" y="204"/>
                    <a:pt x="93" y="197"/>
                  </a:cubicBezTo>
                  <a:cubicBezTo>
                    <a:pt x="84" y="197"/>
                    <a:pt x="75" y="197"/>
                    <a:pt x="67" y="197"/>
                  </a:cubicBezTo>
                  <a:close/>
                  <a:moveTo>
                    <a:pt x="31" y="197"/>
                  </a:moveTo>
                  <a:cubicBezTo>
                    <a:pt x="31" y="204"/>
                    <a:pt x="31" y="211"/>
                    <a:pt x="31" y="218"/>
                  </a:cubicBezTo>
                  <a:cubicBezTo>
                    <a:pt x="39" y="218"/>
                    <a:pt x="48" y="218"/>
                    <a:pt x="56" y="218"/>
                  </a:cubicBezTo>
                  <a:cubicBezTo>
                    <a:pt x="56" y="211"/>
                    <a:pt x="56" y="204"/>
                    <a:pt x="56" y="197"/>
                  </a:cubicBezTo>
                  <a:cubicBezTo>
                    <a:pt x="48" y="197"/>
                    <a:pt x="39" y="197"/>
                    <a:pt x="31" y="197"/>
                  </a:cubicBezTo>
                  <a:close/>
                  <a:moveTo>
                    <a:pt x="103" y="197"/>
                  </a:moveTo>
                  <a:cubicBezTo>
                    <a:pt x="103" y="204"/>
                    <a:pt x="103" y="211"/>
                    <a:pt x="103" y="218"/>
                  </a:cubicBezTo>
                  <a:cubicBezTo>
                    <a:pt x="112" y="218"/>
                    <a:pt x="120" y="218"/>
                    <a:pt x="129" y="218"/>
                  </a:cubicBezTo>
                  <a:cubicBezTo>
                    <a:pt x="129" y="211"/>
                    <a:pt x="129" y="204"/>
                    <a:pt x="129" y="197"/>
                  </a:cubicBezTo>
                  <a:cubicBezTo>
                    <a:pt x="120" y="197"/>
                    <a:pt x="112" y="197"/>
                    <a:pt x="103" y="197"/>
                  </a:cubicBezTo>
                  <a:close/>
                  <a:moveTo>
                    <a:pt x="140" y="197"/>
                  </a:moveTo>
                  <a:cubicBezTo>
                    <a:pt x="140" y="204"/>
                    <a:pt x="140" y="211"/>
                    <a:pt x="140" y="218"/>
                  </a:cubicBezTo>
                  <a:cubicBezTo>
                    <a:pt x="148" y="218"/>
                    <a:pt x="157" y="218"/>
                    <a:pt x="165" y="218"/>
                  </a:cubicBezTo>
                  <a:cubicBezTo>
                    <a:pt x="165" y="211"/>
                    <a:pt x="165" y="204"/>
                    <a:pt x="165" y="197"/>
                  </a:cubicBezTo>
                  <a:cubicBezTo>
                    <a:pt x="157" y="197"/>
                    <a:pt x="148" y="197"/>
                    <a:pt x="140" y="197"/>
                  </a:cubicBezTo>
                  <a:close/>
                  <a:moveTo>
                    <a:pt x="176" y="197"/>
                  </a:moveTo>
                  <a:cubicBezTo>
                    <a:pt x="176" y="204"/>
                    <a:pt x="176" y="211"/>
                    <a:pt x="176" y="218"/>
                  </a:cubicBezTo>
                  <a:cubicBezTo>
                    <a:pt x="184" y="218"/>
                    <a:pt x="193" y="218"/>
                    <a:pt x="202" y="218"/>
                  </a:cubicBezTo>
                  <a:cubicBezTo>
                    <a:pt x="202" y="211"/>
                    <a:pt x="202" y="204"/>
                    <a:pt x="202" y="197"/>
                  </a:cubicBezTo>
                  <a:cubicBezTo>
                    <a:pt x="193" y="197"/>
                    <a:pt x="184" y="197"/>
                    <a:pt x="176" y="197"/>
                  </a:cubicBezTo>
                  <a:close/>
                  <a:moveTo>
                    <a:pt x="212" y="197"/>
                  </a:moveTo>
                  <a:cubicBezTo>
                    <a:pt x="212" y="204"/>
                    <a:pt x="212" y="211"/>
                    <a:pt x="212" y="218"/>
                  </a:cubicBezTo>
                  <a:cubicBezTo>
                    <a:pt x="221" y="218"/>
                    <a:pt x="229" y="218"/>
                    <a:pt x="238" y="218"/>
                  </a:cubicBezTo>
                  <a:cubicBezTo>
                    <a:pt x="238" y="211"/>
                    <a:pt x="238" y="204"/>
                    <a:pt x="238" y="197"/>
                  </a:cubicBezTo>
                  <a:cubicBezTo>
                    <a:pt x="229" y="197"/>
                    <a:pt x="221" y="197"/>
                    <a:pt x="212" y="197"/>
                  </a:cubicBezTo>
                  <a:close/>
                  <a:moveTo>
                    <a:pt x="67" y="233"/>
                  </a:moveTo>
                  <a:cubicBezTo>
                    <a:pt x="67" y="240"/>
                    <a:pt x="67" y="247"/>
                    <a:pt x="67" y="255"/>
                  </a:cubicBezTo>
                  <a:cubicBezTo>
                    <a:pt x="75" y="255"/>
                    <a:pt x="84" y="255"/>
                    <a:pt x="93" y="255"/>
                  </a:cubicBezTo>
                  <a:cubicBezTo>
                    <a:pt x="93" y="247"/>
                    <a:pt x="93" y="240"/>
                    <a:pt x="93" y="233"/>
                  </a:cubicBezTo>
                  <a:cubicBezTo>
                    <a:pt x="84" y="233"/>
                    <a:pt x="75" y="233"/>
                    <a:pt x="67" y="233"/>
                  </a:cubicBezTo>
                  <a:close/>
                  <a:moveTo>
                    <a:pt x="31" y="233"/>
                  </a:moveTo>
                  <a:cubicBezTo>
                    <a:pt x="31" y="240"/>
                    <a:pt x="31" y="247"/>
                    <a:pt x="31" y="255"/>
                  </a:cubicBezTo>
                  <a:cubicBezTo>
                    <a:pt x="39" y="255"/>
                    <a:pt x="48" y="255"/>
                    <a:pt x="56" y="255"/>
                  </a:cubicBezTo>
                  <a:cubicBezTo>
                    <a:pt x="56" y="247"/>
                    <a:pt x="56" y="240"/>
                    <a:pt x="56" y="233"/>
                  </a:cubicBezTo>
                  <a:cubicBezTo>
                    <a:pt x="48" y="233"/>
                    <a:pt x="39" y="233"/>
                    <a:pt x="31" y="233"/>
                  </a:cubicBezTo>
                  <a:close/>
                  <a:moveTo>
                    <a:pt x="103" y="233"/>
                  </a:moveTo>
                  <a:cubicBezTo>
                    <a:pt x="103" y="240"/>
                    <a:pt x="103" y="247"/>
                    <a:pt x="103" y="255"/>
                  </a:cubicBezTo>
                  <a:cubicBezTo>
                    <a:pt x="112" y="255"/>
                    <a:pt x="120" y="255"/>
                    <a:pt x="129" y="255"/>
                  </a:cubicBezTo>
                  <a:cubicBezTo>
                    <a:pt x="129" y="247"/>
                    <a:pt x="129" y="240"/>
                    <a:pt x="129" y="233"/>
                  </a:cubicBezTo>
                  <a:cubicBezTo>
                    <a:pt x="120" y="233"/>
                    <a:pt x="112" y="233"/>
                    <a:pt x="103" y="233"/>
                  </a:cubicBezTo>
                  <a:close/>
                  <a:moveTo>
                    <a:pt x="140" y="233"/>
                  </a:moveTo>
                  <a:cubicBezTo>
                    <a:pt x="140" y="240"/>
                    <a:pt x="140" y="247"/>
                    <a:pt x="140" y="255"/>
                  </a:cubicBezTo>
                  <a:cubicBezTo>
                    <a:pt x="148" y="255"/>
                    <a:pt x="157" y="255"/>
                    <a:pt x="165" y="255"/>
                  </a:cubicBezTo>
                  <a:cubicBezTo>
                    <a:pt x="165" y="247"/>
                    <a:pt x="165" y="240"/>
                    <a:pt x="165" y="233"/>
                  </a:cubicBezTo>
                  <a:cubicBezTo>
                    <a:pt x="157" y="233"/>
                    <a:pt x="148" y="233"/>
                    <a:pt x="140" y="233"/>
                  </a:cubicBezTo>
                  <a:close/>
                  <a:moveTo>
                    <a:pt x="176" y="233"/>
                  </a:moveTo>
                  <a:cubicBezTo>
                    <a:pt x="176" y="240"/>
                    <a:pt x="176" y="247"/>
                    <a:pt x="176" y="255"/>
                  </a:cubicBezTo>
                  <a:cubicBezTo>
                    <a:pt x="184" y="255"/>
                    <a:pt x="193" y="255"/>
                    <a:pt x="202" y="255"/>
                  </a:cubicBezTo>
                  <a:cubicBezTo>
                    <a:pt x="202" y="247"/>
                    <a:pt x="202" y="240"/>
                    <a:pt x="202" y="233"/>
                  </a:cubicBezTo>
                  <a:cubicBezTo>
                    <a:pt x="193" y="233"/>
                    <a:pt x="184" y="233"/>
                    <a:pt x="176" y="233"/>
                  </a:cubicBezTo>
                  <a:close/>
                  <a:moveTo>
                    <a:pt x="212" y="233"/>
                  </a:moveTo>
                  <a:cubicBezTo>
                    <a:pt x="212" y="240"/>
                    <a:pt x="212" y="247"/>
                    <a:pt x="212" y="255"/>
                  </a:cubicBezTo>
                  <a:cubicBezTo>
                    <a:pt x="221" y="255"/>
                    <a:pt x="229" y="255"/>
                    <a:pt x="238" y="255"/>
                  </a:cubicBezTo>
                  <a:cubicBezTo>
                    <a:pt x="238" y="247"/>
                    <a:pt x="238" y="240"/>
                    <a:pt x="238" y="233"/>
                  </a:cubicBezTo>
                  <a:cubicBezTo>
                    <a:pt x="229" y="233"/>
                    <a:pt x="221" y="233"/>
                    <a:pt x="212" y="233"/>
                  </a:cubicBezTo>
                  <a:close/>
                  <a:moveTo>
                    <a:pt x="67" y="270"/>
                  </a:moveTo>
                  <a:cubicBezTo>
                    <a:pt x="67" y="277"/>
                    <a:pt x="67" y="284"/>
                    <a:pt x="67" y="291"/>
                  </a:cubicBezTo>
                  <a:cubicBezTo>
                    <a:pt x="75" y="291"/>
                    <a:pt x="84" y="291"/>
                    <a:pt x="93" y="291"/>
                  </a:cubicBezTo>
                  <a:cubicBezTo>
                    <a:pt x="93" y="284"/>
                    <a:pt x="93" y="277"/>
                    <a:pt x="93" y="270"/>
                  </a:cubicBezTo>
                  <a:cubicBezTo>
                    <a:pt x="84" y="270"/>
                    <a:pt x="75" y="270"/>
                    <a:pt x="67" y="270"/>
                  </a:cubicBezTo>
                  <a:close/>
                  <a:moveTo>
                    <a:pt x="31" y="270"/>
                  </a:moveTo>
                  <a:cubicBezTo>
                    <a:pt x="31" y="277"/>
                    <a:pt x="31" y="284"/>
                    <a:pt x="31" y="291"/>
                  </a:cubicBezTo>
                  <a:cubicBezTo>
                    <a:pt x="39" y="291"/>
                    <a:pt x="48" y="291"/>
                    <a:pt x="56" y="291"/>
                  </a:cubicBezTo>
                  <a:cubicBezTo>
                    <a:pt x="56" y="284"/>
                    <a:pt x="56" y="277"/>
                    <a:pt x="56" y="270"/>
                  </a:cubicBezTo>
                  <a:cubicBezTo>
                    <a:pt x="48" y="270"/>
                    <a:pt x="39" y="270"/>
                    <a:pt x="31" y="270"/>
                  </a:cubicBezTo>
                  <a:close/>
                  <a:moveTo>
                    <a:pt x="103" y="270"/>
                  </a:moveTo>
                  <a:cubicBezTo>
                    <a:pt x="103" y="277"/>
                    <a:pt x="103" y="284"/>
                    <a:pt x="103" y="291"/>
                  </a:cubicBezTo>
                  <a:cubicBezTo>
                    <a:pt x="112" y="291"/>
                    <a:pt x="120" y="291"/>
                    <a:pt x="129" y="291"/>
                  </a:cubicBezTo>
                  <a:cubicBezTo>
                    <a:pt x="129" y="284"/>
                    <a:pt x="129" y="277"/>
                    <a:pt x="129" y="270"/>
                  </a:cubicBezTo>
                  <a:cubicBezTo>
                    <a:pt x="120" y="270"/>
                    <a:pt x="112" y="270"/>
                    <a:pt x="103" y="270"/>
                  </a:cubicBezTo>
                  <a:close/>
                  <a:moveTo>
                    <a:pt x="140" y="270"/>
                  </a:moveTo>
                  <a:cubicBezTo>
                    <a:pt x="140" y="277"/>
                    <a:pt x="140" y="284"/>
                    <a:pt x="140" y="291"/>
                  </a:cubicBezTo>
                  <a:cubicBezTo>
                    <a:pt x="148" y="291"/>
                    <a:pt x="157" y="291"/>
                    <a:pt x="165" y="291"/>
                  </a:cubicBezTo>
                  <a:cubicBezTo>
                    <a:pt x="165" y="284"/>
                    <a:pt x="165" y="277"/>
                    <a:pt x="165" y="270"/>
                  </a:cubicBezTo>
                  <a:cubicBezTo>
                    <a:pt x="157" y="270"/>
                    <a:pt x="148" y="270"/>
                    <a:pt x="140" y="270"/>
                  </a:cubicBezTo>
                  <a:close/>
                  <a:moveTo>
                    <a:pt x="176" y="270"/>
                  </a:moveTo>
                  <a:cubicBezTo>
                    <a:pt x="176" y="277"/>
                    <a:pt x="176" y="284"/>
                    <a:pt x="176" y="291"/>
                  </a:cubicBezTo>
                  <a:cubicBezTo>
                    <a:pt x="184" y="291"/>
                    <a:pt x="193" y="291"/>
                    <a:pt x="202" y="291"/>
                  </a:cubicBezTo>
                  <a:cubicBezTo>
                    <a:pt x="202" y="284"/>
                    <a:pt x="202" y="277"/>
                    <a:pt x="202" y="270"/>
                  </a:cubicBezTo>
                  <a:cubicBezTo>
                    <a:pt x="193" y="270"/>
                    <a:pt x="184" y="270"/>
                    <a:pt x="176" y="270"/>
                  </a:cubicBezTo>
                  <a:close/>
                  <a:moveTo>
                    <a:pt x="212" y="270"/>
                  </a:moveTo>
                  <a:cubicBezTo>
                    <a:pt x="212" y="277"/>
                    <a:pt x="212" y="284"/>
                    <a:pt x="212" y="291"/>
                  </a:cubicBezTo>
                  <a:cubicBezTo>
                    <a:pt x="221" y="291"/>
                    <a:pt x="229" y="291"/>
                    <a:pt x="238" y="291"/>
                  </a:cubicBezTo>
                  <a:cubicBezTo>
                    <a:pt x="238" y="284"/>
                    <a:pt x="238" y="277"/>
                    <a:pt x="238" y="270"/>
                  </a:cubicBezTo>
                  <a:cubicBezTo>
                    <a:pt x="229" y="270"/>
                    <a:pt x="221" y="270"/>
                    <a:pt x="212" y="270"/>
                  </a:cubicBezTo>
                  <a:close/>
                  <a:moveTo>
                    <a:pt x="67" y="307"/>
                  </a:moveTo>
                  <a:cubicBezTo>
                    <a:pt x="67" y="314"/>
                    <a:pt x="67" y="321"/>
                    <a:pt x="67" y="328"/>
                  </a:cubicBezTo>
                  <a:cubicBezTo>
                    <a:pt x="75" y="328"/>
                    <a:pt x="84" y="328"/>
                    <a:pt x="93" y="328"/>
                  </a:cubicBezTo>
                  <a:cubicBezTo>
                    <a:pt x="93" y="321"/>
                    <a:pt x="93" y="314"/>
                    <a:pt x="93" y="307"/>
                  </a:cubicBezTo>
                  <a:cubicBezTo>
                    <a:pt x="84" y="307"/>
                    <a:pt x="75" y="307"/>
                    <a:pt x="67" y="307"/>
                  </a:cubicBezTo>
                  <a:close/>
                  <a:moveTo>
                    <a:pt x="31" y="307"/>
                  </a:moveTo>
                  <a:cubicBezTo>
                    <a:pt x="31" y="314"/>
                    <a:pt x="31" y="321"/>
                    <a:pt x="31" y="328"/>
                  </a:cubicBezTo>
                  <a:cubicBezTo>
                    <a:pt x="39" y="328"/>
                    <a:pt x="48" y="328"/>
                    <a:pt x="56" y="328"/>
                  </a:cubicBezTo>
                  <a:cubicBezTo>
                    <a:pt x="56" y="321"/>
                    <a:pt x="56" y="314"/>
                    <a:pt x="56" y="307"/>
                  </a:cubicBezTo>
                  <a:cubicBezTo>
                    <a:pt x="48" y="307"/>
                    <a:pt x="39" y="307"/>
                    <a:pt x="31" y="307"/>
                  </a:cubicBezTo>
                  <a:close/>
                  <a:moveTo>
                    <a:pt x="103" y="307"/>
                  </a:moveTo>
                  <a:cubicBezTo>
                    <a:pt x="103" y="314"/>
                    <a:pt x="103" y="321"/>
                    <a:pt x="103" y="328"/>
                  </a:cubicBezTo>
                  <a:cubicBezTo>
                    <a:pt x="112" y="328"/>
                    <a:pt x="120" y="328"/>
                    <a:pt x="129" y="328"/>
                  </a:cubicBezTo>
                  <a:cubicBezTo>
                    <a:pt x="129" y="321"/>
                    <a:pt x="129" y="314"/>
                    <a:pt x="129" y="307"/>
                  </a:cubicBezTo>
                  <a:cubicBezTo>
                    <a:pt x="120" y="307"/>
                    <a:pt x="112" y="307"/>
                    <a:pt x="103" y="307"/>
                  </a:cubicBezTo>
                  <a:close/>
                  <a:moveTo>
                    <a:pt x="140" y="307"/>
                  </a:moveTo>
                  <a:cubicBezTo>
                    <a:pt x="140" y="314"/>
                    <a:pt x="140" y="321"/>
                    <a:pt x="140" y="328"/>
                  </a:cubicBezTo>
                  <a:cubicBezTo>
                    <a:pt x="148" y="328"/>
                    <a:pt x="157" y="328"/>
                    <a:pt x="165" y="328"/>
                  </a:cubicBezTo>
                  <a:cubicBezTo>
                    <a:pt x="165" y="321"/>
                    <a:pt x="165" y="314"/>
                    <a:pt x="165" y="307"/>
                  </a:cubicBezTo>
                  <a:cubicBezTo>
                    <a:pt x="157" y="307"/>
                    <a:pt x="148" y="307"/>
                    <a:pt x="140" y="307"/>
                  </a:cubicBezTo>
                  <a:close/>
                  <a:moveTo>
                    <a:pt x="176" y="307"/>
                  </a:moveTo>
                  <a:cubicBezTo>
                    <a:pt x="176" y="314"/>
                    <a:pt x="176" y="321"/>
                    <a:pt x="176" y="328"/>
                  </a:cubicBezTo>
                  <a:cubicBezTo>
                    <a:pt x="184" y="328"/>
                    <a:pt x="193" y="328"/>
                    <a:pt x="202" y="328"/>
                  </a:cubicBezTo>
                  <a:cubicBezTo>
                    <a:pt x="202" y="321"/>
                    <a:pt x="202" y="314"/>
                    <a:pt x="202" y="307"/>
                  </a:cubicBezTo>
                  <a:cubicBezTo>
                    <a:pt x="193" y="307"/>
                    <a:pt x="184" y="307"/>
                    <a:pt x="176" y="307"/>
                  </a:cubicBezTo>
                  <a:close/>
                  <a:moveTo>
                    <a:pt x="212" y="307"/>
                  </a:moveTo>
                  <a:cubicBezTo>
                    <a:pt x="212" y="314"/>
                    <a:pt x="212" y="321"/>
                    <a:pt x="212" y="328"/>
                  </a:cubicBezTo>
                  <a:cubicBezTo>
                    <a:pt x="221" y="328"/>
                    <a:pt x="229" y="328"/>
                    <a:pt x="238" y="328"/>
                  </a:cubicBezTo>
                  <a:cubicBezTo>
                    <a:pt x="238" y="321"/>
                    <a:pt x="238" y="314"/>
                    <a:pt x="238" y="307"/>
                  </a:cubicBezTo>
                  <a:cubicBezTo>
                    <a:pt x="229" y="307"/>
                    <a:pt x="221" y="307"/>
                    <a:pt x="212" y="307"/>
                  </a:cubicBezTo>
                  <a:close/>
                  <a:moveTo>
                    <a:pt x="67" y="343"/>
                  </a:moveTo>
                  <a:cubicBezTo>
                    <a:pt x="67" y="350"/>
                    <a:pt x="67" y="357"/>
                    <a:pt x="67" y="364"/>
                  </a:cubicBezTo>
                  <a:cubicBezTo>
                    <a:pt x="75" y="364"/>
                    <a:pt x="84" y="364"/>
                    <a:pt x="93" y="364"/>
                  </a:cubicBezTo>
                  <a:cubicBezTo>
                    <a:pt x="93" y="357"/>
                    <a:pt x="93" y="350"/>
                    <a:pt x="93" y="343"/>
                  </a:cubicBezTo>
                  <a:cubicBezTo>
                    <a:pt x="84" y="343"/>
                    <a:pt x="75" y="343"/>
                    <a:pt x="67" y="343"/>
                  </a:cubicBezTo>
                  <a:close/>
                  <a:moveTo>
                    <a:pt x="31" y="343"/>
                  </a:moveTo>
                  <a:cubicBezTo>
                    <a:pt x="31" y="350"/>
                    <a:pt x="31" y="357"/>
                    <a:pt x="31" y="364"/>
                  </a:cubicBezTo>
                  <a:cubicBezTo>
                    <a:pt x="39" y="364"/>
                    <a:pt x="48" y="364"/>
                    <a:pt x="56" y="364"/>
                  </a:cubicBezTo>
                  <a:cubicBezTo>
                    <a:pt x="56" y="357"/>
                    <a:pt x="56" y="350"/>
                    <a:pt x="56" y="343"/>
                  </a:cubicBezTo>
                  <a:cubicBezTo>
                    <a:pt x="48" y="343"/>
                    <a:pt x="39" y="343"/>
                    <a:pt x="31" y="343"/>
                  </a:cubicBezTo>
                  <a:close/>
                  <a:moveTo>
                    <a:pt x="103" y="343"/>
                  </a:moveTo>
                  <a:cubicBezTo>
                    <a:pt x="103" y="350"/>
                    <a:pt x="103" y="357"/>
                    <a:pt x="103" y="364"/>
                  </a:cubicBezTo>
                  <a:cubicBezTo>
                    <a:pt x="112" y="364"/>
                    <a:pt x="120" y="364"/>
                    <a:pt x="129" y="364"/>
                  </a:cubicBezTo>
                  <a:cubicBezTo>
                    <a:pt x="129" y="357"/>
                    <a:pt x="129" y="350"/>
                    <a:pt x="129" y="343"/>
                  </a:cubicBezTo>
                  <a:cubicBezTo>
                    <a:pt x="120" y="343"/>
                    <a:pt x="112" y="343"/>
                    <a:pt x="103" y="343"/>
                  </a:cubicBezTo>
                  <a:close/>
                  <a:moveTo>
                    <a:pt x="140" y="343"/>
                  </a:moveTo>
                  <a:cubicBezTo>
                    <a:pt x="140" y="350"/>
                    <a:pt x="140" y="357"/>
                    <a:pt x="140" y="364"/>
                  </a:cubicBezTo>
                  <a:cubicBezTo>
                    <a:pt x="148" y="364"/>
                    <a:pt x="157" y="364"/>
                    <a:pt x="165" y="364"/>
                  </a:cubicBezTo>
                  <a:cubicBezTo>
                    <a:pt x="165" y="357"/>
                    <a:pt x="165" y="350"/>
                    <a:pt x="165" y="343"/>
                  </a:cubicBezTo>
                  <a:cubicBezTo>
                    <a:pt x="157" y="343"/>
                    <a:pt x="148" y="343"/>
                    <a:pt x="140" y="343"/>
                  </a:cubicBezTo>
                  <a:close/>
                  <a:moveTo>
                    <a:pt x="176" y="343"/>
                  </a:moveTo>
                  <a:cubicBezTo>
                    <a:pt x="176" y="350"/>
                    <a:pt x="176" y="357"/>
                    <a:pt x="176" y="364"/>
                  </a:cubicBezTo>
                  <a:cubicBezTo>
                    <a:pt x="184" y="364"/>
                    <a:pt x="193" y="364"/>
                    <a:pt x="202" y="364"/>
                  </a:cubicBezTo>
                  <a:cubicBezTo>
                    <a:pt x="202" y="357"/>
                    <a:pt x="202" y="350"/>
                    <a:pt x="202" y="343"/>
                  </a:cubicBezTo>
                  <a:cubicBezTo>
                    <a:pt x="193" y="343"/>
                    <a:pt x="184" y="343"/>
                    <a:pt x="176" y="343"/>
                  </a:cubicBezTo>
                  <a:close/>
                  <a:moveTo>
                    <a:pt x="212" y="343"/>
                  </a:moveTo>
                  <a:cubicBezTo>
                    <a:pt x="212" y="350"/>
                    <a:pt x="212" y="357"/>
                    <a:pt x="212" y="364"/>
                  </a:cubicBezTo>
                  <a:cubicBezTo>
                    <a:pt x="221" y="364"/>
                    <a:pt x="229" y="364"/>
                    <a:pt x="238" y="364"/>
                  </a:cubicBezTo>
                  <a:cubicBezTo>
                    <a:pt x="238" y="357"/>
                    <a:pt x="238" y="350"/>
                    <a:pt x="238" y="343"/>
                  </a:cubicBezTo>
                  <a:cubicBezTo>
                    <a:pt x="229" y="343"/>
                    <a:pt x="221" y="343"/>
                    <a:pt x="212" y="343"/>
                  </a:cubicBezTo>
                  <a:close/>
                  <a:moveTo>
                    <a:pt x="67" y="380"/>
                  </a:moveTo>
                  <a:cubicBezTo>
                    <a:pt x="67" y="387"/>
                    <a:pt x="67" y="394"/>
                    <a:pt x="67" y="401"/>
                  </a:cubicBezTo>
                  <a:cubicBezTo>
                    <a:pt x="75" y="401"/>
                    <a:pt x="84" y="401"/>
                    <a:pt x="93" y="401"/>
                  </a:cubicBezTo>
                  <a:cubicBezTo>
                    <a:pt x="93" y="394"/>
                    <a:pt x="93" y="387"/>
                    <a:pt x="93" y="380"/>
                  </a:cubicBezTo>
                  <a:cubicBezTo>
                    <a:pt x="84" y="380"/>
                    <a:pt x="75" y="380"/>
                    <a:pt x="67" y="380"/>
                  </a:cubicBezTo>
                  <a:close/>
                  <a:moveTo>
                    <a:pt x="31" y="380"/>
                  </a:moveTo>
                  <a:cubicBezTo>
                    <a:pt x="31" y="387"/>
                    <a:pt x="31" y="394"/>
                    <a:pt x="31" y="401"/>
                  </a:cubicBezTo>
                  <a:cubicBezTo>
                    <a:pt x="39" y="401"/>
                    <a:pt x="48" y="401"/>
                    <a:pt x="56" y="401"/>
                  </a:cubicBezTo>
                  <a:cubicBezTo>
                    <a:pt x="56" y="394"/>
                    <a:pt x="56" y="387"/>
                    <a:pt x="56" y="380"/>
                  </a:cubicBezTo>
                  <a:cubicBezTo>
                    <a:pt x="48" y="380"/>
                    <a:pt x="39" y="380"/>
                    <a:pt x="31" y="380"/>
                  </a:cubicBezTo>
                  <a:close/>
                  <a:moveTo>
                    <a:pt x="103" y="380"/>
                  </a:moveTo>
                  <a:cubicBezTo>
                    <a:pt x="103" y="387"/>
                    <a:pt x="103" y="394"/>
                    <a:pt x="103" y="401"/>
                  </a:cubicBezTo>
                  <a:cubicBezTo>
                    <a:pt x="112" y="401"/>
                    <a:pt x="120" y="401"/>
                    <a:pt x="129" y="401"/>
                  </a:cubicBezTo>
                  <a:cubicBezTo>
                    <a:pt x="129" y="394"/>
                    <a:pt x="129" y="387"/>
                    <a:pt x="129" y="380"/>
                  </a:cubicBezTo>
                  <a:cubicBezTo>
                    <a:pt x="120" y="380"/>
                    <a:pt x="112" y="380"/>
                    <a:pt x="103" y="380"/>
                  </a:cubicBezTo>
                  <a:close/>
                  <a:moveTo>
                    <a:pt x="140" y="380"/>
                  </a:moveTo>
                  <a:cubicBezTo>
                    <a:pt x="140" y="387"/>
                    <a:pt x="140" y="394"/>
                    <a:pt x="140" y="401"/>
                  </a:cubicBezTo>
                  <a:cubicBezTo>
                    <a:pt x="148" y="401"/>
                    <a:pt x="157" y="401"/>
                    <a:pt x="165" y="401"/>
                  </a:cubicBezTo>
                  <a:cubicBezTo>
                    <a:pt x="165" y="394"/>
                    <a:pt x="165" y="387"/>
                    <a:pt x="165" y="380"/>
                  </a:cubicBezTo>
                  <a:cubicBezTo>
                    <a:pt x="157" y="380"/>
                    <a:pt x="148" y="380"/>
                    <a:pt x="140" y="380"/>
                  </a:cubicBezTo>
                  <a:close/>
                  <a:moveTo>
                    <a:pt x="176" y="380"/>
                  </a:moveTo>
                  <a:cubicBezTo>
                    <a:pt x="176" y="387"/>
                    <a:pt x="176" y="394"/>
                    <a:pt x="176" y="401"/>
                  </a:cubicBezTo>
                  <a:cubicBezTo>
                    <a:pt x="184" y="401"/>
                    <a:pt x="193" y="401"/>
                    <a:pt x="202" y="401"/>
                  </a:cubicBezTo>
                  <a:cubicBezTo>
                    <a:pt x="202" y="394"/>
                    <a:pt x="202" y="387"/>
                    <a:pt x="202" y="380"/>
                  </a:cubicBezTo>
                  <a:cubicBezTo>
                    <a:pt x="193" y="380"/>
                    <a:pt x="184" y="380"/>
                    <a:pt x="176" y="380"/>
                  </a:cubicBezTo>
                  <a:close/>
                  <a:moveTo>
                    <a:pt x="212" y="380"/>
                  </a:moveTo>
                  <a:cubicBezTo>
                    <a:pt x="212" y="387"/>
                    <a:pt x="212" y="394"/>
                    <a:pt x="212" y="401"/>
                  </a:cubicBezTo>
                  <a:cubicBezTo>
                    <a:pt x="221" y="401"/>
                    <a:pt x="229" y="401"/>
                    <a:pt x="238" y="401"/>
                  </a:cubicBezTo>
                  <a:cubicBezTo>
                    <a:pt x="238" y="394"/>
                    <a:pt x="238" y="387"/>
                    <a:pt x="238" y="380"/>
                  </a:cubicBezTo>
                  <a:cubicBezTo>
                    <a:pt x="229" y="380"/>
                    <a:pt x="221" y="380"/>
                    <a:pt x="212" y="380"/>
                  </a:cubicBezTo>
                  <a:close/>
                  <a:moveTo>
                    <a:pt x="67" y="416"/>
                  </a:moveTo>
                  <a:cubicBezTo>
                    <a:pt x="67" y="423"/>
                    <a:pt x="67" y="430"/>
                    <a:pt x="67" y="438"/>
                  </a:cubicBezTo>
                  <a:cubicBezTo>
                    <a:pt x="75" y="438"/>
                    <a:pt x="84" y="438"/>
                    <a:pt x="93" y="438"/>
                  </a:cubicBezTo>
                  <a:cubicBezTo>
                    <a:pt x="93" y="430"/>
                    <a:pt x="93" y="423"/>
                    <a:pt x="93" y="416"/>
                  </a:cubicBezTo>
                  <a:cubicBezTo>
                    <a:pt x="84" y="416"/>
                    <a:pt x="75" y="416"/>
                    <a:pt x="67" y="416"/>
                  </a:cubicBezTo>
                  <a:close/>
                  <a:moveTo>
                    <a:pt x="31" y="416"/>
                  </a:moveTo>
                  <a:cubicBezTo>
                    <a:pt x="31" y="423"/>
                    <a:pt x="31" y="430"/>
                    <a:pt x="31" y="438"/>
                  </a:cubicBezTo>
                  <a:cubicBezTo>
                    <a:pt x="39" y="438"/>
                    <a:pt x="48" y="438"/>
                    <a:pt x="56" y="438"/>
                  </a:cubicBezTo>
                  <a:cubicBezTo>
                    <a:pt x="56" y="430"/>
                    <a:pt x="56" y="423"/>
                    <a:pt x="56" y="416"/>
                  </a:cubicBezTo>
                  <a:cubicBezTo>
                    <a:pt x="48" y="416"/>
                    <a:pt x="39" y="416"/>
                    <a:pt x="31" y="416"/>
                  </a:cubicBezTo>
                  <a:close/>
                  <a:moveTo>
                    <a:pt x="103" y="416"/>
                  </a:moveTo>
                  <a:cubicBezTo>
                    <a:pt x="103" y="423"/>
                    <a:pt x="103" y="430"/>
                    <a:pt x="103" y="438"/>
                  </a:cubicBezTo>
                  <a:cubicBezTo>
                    <a:pt x="112" y="438"/>
                    <a:pt x="120" y="438"/>
                    <a:pt x="129" y="438"/>
                  </a:cubicBezTo>
                  <a:cubicBezTo>
                    <a:pt x="129" y="430"/>
                    <a:pt x="129" y="423"/>
                    <a:pt x="129" y="416"/>
                  </a:cubicBezTo>
                  <a:cubicBezTo>
                    <a:pt x="120" y="416"/>
                    <a:pt x="112" y="416"/>
                    <a:pt x="103" y="416"/>
                  </a:cubicBezTo>
                  <a:close/>
                  <a:moveTo>
                    <a:pt x="140" y="416"/>
                  </a:moveTo>
                  <a:cubicBezTo>
                    <a:pt x="140" y="423"/>
                    <a:pt x="140" y="430"/>
                    <a:pt x="140" y="438"/>
                  </a:cubicBezTo>
                  <a:cubicBezTo>
                    <a:pt x="148" y="438"/>
                    <a:pt x="157" y="438"/>
                    <a:pt x="165" y="438"/>
                  </a:cubicBezTo>
                  <a:cubicBezTo>
                    <a:pt x="165" y="430"/>
                    <a:pt x="165" y="423"/>
                    <a:pt x="165" y="416"/>
                  </a:cubicBezTo>
                  <a:cubicBezTo>
                    <a:pt x="157" y="416"/>
                    <a:pt x="148" y="416"/>
                    <a:pt x="140" y="416"/>
                  </a:cubicBezTo>
                  <a:close/>
                  <a:moveTo>
                    <a:pt x="176" y="416"/>
                  </a:moveTo>
                  <a:cubicBezTo>
                    <a:pt x="176" y="423"/>
                    <a:pt x="176" y="430"/>
                    <a:pt x="176" y="438"/>
                  </a:cubicBezTo>
                  <a:cubicBezTo>
                    <a:pt x="184" y="438"/>
                    <a:pt x="193" y="438"/>
                    <a:pt x="202" y="438"/>
                  </a:cubicBezTo>
                  <a:cubicBezTo>
                    <a:pt x="202" y="430"/>
                    <a:pt x="202" y="423"/>
                    <a:pt x="202" y="416"/>
                  </a:cubicBezTo>
                  <a:cubicBezTo>
                    <a:pt x="193" y="416"/>
                    <a:pt x="184" y="416"/>
                    <a:pt x="176" y="416"/>
                  </a:cubicBezTo>
                  <a:close/>
                  <a:moveTo>
                    <a:pt x="212" y="416"/>
                  </a:moveTo>
                  <a:cubicBezTo>
                    <a:pt x="212" y="423"/>
                    <a:pt x="212" y="430"/>
                    <a:pt x="212" y="438"/>
                  </a:cubicBezTo>
                  <a:cubicBezTo>
                    <a:pt x="221" y="438"/>
                    <a:pt x="229" y="438"/>
                    <a:pt x="238" y="438"/>
                  </a:cubicBezTo>
                  <a:cubicBezTo>
                    <a:pt x="238" y="430"/>
                    <a:pt x="238" y="423"/>
                    <a:pt x="238" y="416"/>
                  </a:cubicBezTo>
                  <a:cubicBezTo>
                    <a:pt x="229" y="416"/>
                    <a:pt x="221" y="416"/>
                    <a:pt x="212" y="416"/>
                  </a:cubicBezTo>
                  <a:close/>
                  <a:moveTo>
                    <a:pt x="31" y="453"/>
                  </a:moveTo>
                  <a:cubicBezTo>
                    <a:pt x="31" y="474"/>
                    <a:pt x="31" y="474"/>
                    <a:pt x="31" y="474"/>
                  </a:cubicBezTo>
                  <a:cubicBezTo>
                    <a:pt x="56" y="474"/>
                    <a:pt x="56" y="474"/>
                    <a:pt x="56" y="474"/>
                  </a:cubicBezTo>
                  <a:cubicBezTo>
                    <a:pt x="56" y="453"/>
                    <a:pt x="56" y="453"/>
                    <a:pt x="56" y="453"/>
                  </a:cubicBezTo>
                  <a:cubicBezTo>
                    <a:pt x="31" y="453"/>
                    <a:pt x="31" y="453"/>
                    <a:pt x="31" y="453"/>
                  </a:cubicBezTo>
                  <a:close/>
                  <a:moveTo>
                    <a:pt x="103" y="453"/>
                  </a:moveTo>
                  <a:cubicBezTo>
                    <a:pt x="103" y="460"/>
                    <a:pt x="103" y="467"/>
                    <a:pt x="103" y="474"/>
                  </a:cubicBezTo>
                  <a:cubicBezTo>
                    <a:pt x="112" y="474"/>
                    <a:pt x="120" y="474"/>
                    <a:pt x="129" y="474"/>
                  </a:cubicBezTo>
                  <a:cubicBezTo>
                    <a:pt x="129" y="467"/>
                    <a:pt x="129" y="460"/>
                    <a:pt x="129" y="453"/>
                  </a:cubicBezTo>
                  <a:cubicBezTo>
                    <a:pt x="120" y="453"/>
                    <a:pt x="112" y="453"/>
                    <a:pt x="103" y="453"/>
                  </a:cubicBezTo>
                  <a:close/>
                  <a:moveTo>
                    <a:pt x="140" y="453"/>
                  </a:moveTo>
                  <a:cubicBezTo>
                    <a:pt x="140" y="460"/>
                    <a:pt x="140" y="467"/>
                    <a:pt x="140" y="474"/>
                  </a:cubicBezTo>
                  <a:cubicBezTo>
                    <a:pt x="148" y="474"/>
                    <a:pt x="157" y="474"/>
                    <a:pt x="165" y="474"/>
                  </a:cubicBezTo>
                  <a:cubicBezTo>
                    <a:pt x="165" y="467"/>
                    <a:pt x="165" y="460"/>
                    <a:pt x="165" y="453"/>
                  </a:cubicBezTo>
                  <a:cubicBezTo>
                    <a:pt x="157" y="453"/>
                    <a:pt x="148" y="453"/>
                    <a:pt x="140" y="453"/>
                  </a:cubicBezTo>
                  <a:close/>
                  <a:moveTo>
                    <a:pt x="176" y="453"/>
                  </a:moveTo>
                  <a:cubicBezTo>
                    <a:pt x="176" y="460"/>
                    <a:pt x="176" y="467"/>
                    <a:pt x="176" y="474"/>
                  </a:cubicBezTo>
                  <a:cubicBezTo>
                    <a:pt x="184" y="474"/>
                    <a:pt x="193" y="474"/>
                    <a:pt x="202" y="474"/>
                  </a:cubicBezTo>
                  <a:cubicBezTo>
                    <a:pt x="202" y="467"/>
                    <a:pt x="202" y="460"/>
                    <a:pt x="202" y="453"/>
                  </a:cubicBezTo>
                  <a:cubicBezTo>
                    <a:pt x="193" y="453"/>
                    <a:pt x="184" y="453"/>
                    <a:pt x="176" y="453"/>
                  </a:cubicBezTo>
                  <a:close/>
                  <a:moveTo>
                    <a:pt x="212" y="453"/>
                  </a:moveTo>
                  <a:cubicBezTo>
                    <a:pt x="212" y="474"/>
                    <a:pt x="212" y="474"/>
                    <a:pt x="212" y="474"/>
                  </a:cubicBezTo>
                  <a:cubicBezTo>
                    <a:pt x="238" y="474"/>
                    <a:pt x="238" y="474"/>
                    <a:pt x="238" y="474"/>
                  </a:cubicBezTo>
                  <a:cubicBezTo>
                    <a:pt x="238" y="453"/>
                    <a:pt x="238" y="453"/>
                    <a:pt x="238" y="453"/>
                  </a:cubicBezTo>
                  <a:lnTo>
                    <a:pt x="212" y="4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nvGrpSpPr>
          <p:cNvPr id="3" name="组合 2"/>
          <p:cNvGrpSpPr/>
          <p:nvPr userDrawn="1"/>
        </p:nvGrpSpPr>
        <p:grpSpPr>
          <a:xfrm>
            <a:off x="669925" y="921702"/>
            <a:ext cx="2376076" cy="540999"/>
            <a:chOff x="669925" y="1336962"/>
            <a:chExt cx="2376076" cy="540999"/>
          </a:xfrm>
        </p:grpSpPr>
        <p:grpSp>
          <p:nvGrpSpPr>
            <p:cNvPr id="2" name="组合 1"/>
            <p:cNvGrpSpPr/>
            <p:nvPr userDrawn="1"/>
          </p:nvGrpSpPr>
          <p:grpSpPr>
            <a:xfrm>
              <a:off x="755217" y="1336962"/>
              <a:ext cx="2205493" cy="248480"/>
              <a:chOff x="821641" y="1181996"/>
              <a:chExt cx="2205493" cy="248480"/>
            </a:xfrm>
          </p:grpSpPr>
          <p:sp>
            <p:nvSpPr>
              <p:cNvPr id="38" name="Freeform 5"/>
              <p:cNvSpPr/>
              <p:nvPr/>
            </p:nvSpPr>
            <p:spPr bwMode="auto">
              <a:xfrm>
                <a:off x="1200258" y="1196846"/>
                <a:ext cx="319867" cy="23363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39" name="Freeform 6"/>
              <p:cNvSpPr/>
              <p:nvPr/>
            </p:nvSpPr>
            <p:spPr bwMode="auto">
              <a:xfrm>
                <a:off x="821641" y="1189916"/>
                <a:ext cx="348776" cy="23363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chemeClr val="bg1"/>
              </a:solidFill>
              <a:ln>
                <a:noFill/>
              </a:ln>
            </p:spPr>
            <p:txBody>
              <a:bodyPr vert="horz" wrap="square" lIns="91440" tIns="45720" rIns="91440" bIns="45720" numCol="1" anchor="t" anchorCtr="0" compatLnSpc="1"/>
              <a:lstStyle/>
              <a:p>
                <a:endParaRPr lang="zh-CN" altLang="en-US" sz="1100">
                  <a:solidFill>
                    <a:schemeClr val="bg1"/>
                  </a:solidFill>
                </a:endParaRPr>
              </a:p>
            </p:txBody>
          </p:sp>
          <p:sp>
            <p:nvSpPr>
              <p:cNvPr id="40" name="Freeform 7"/>
              <p:cNvSpPr>
                <a:spLocks noEditPoints="1"/>
              </p:cNvSpPr>
              <p:nvPr/>
            </p:nvSpPr>
            <p:spPr bwMode="auto">
              <a:xfrm>
                <a:off x="1520125" y="1196846"/>
                <a:ext cx="407527" cy="23363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1" name="Freeform 8"/>
              <p:cNvSpPr/>
              <p:nvPr/>
            </p:nvSpPr>
            <p:spPr bwMode="auto">
              <a:xfrm>
                <a:off x="1942572" y="1196846"/>
                <a:ext cx="334788" cy="226700"/>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2" name="Freeform 9"/>
              <p:cNvSpPr>
                <a:spLocks noEditPoints="1"/>
              </p:cNvSpPr>
              <p:nvPr/>
            </p:nvSpPr>
            <p:spPr bwMode="auto">
              <a:xfrm>
                <a:off x="2371548" y="1181996"/>
                <a:ext cx="305879" cy="248479"/>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sp>
            <p:nvSpPr>
              <p:cNvPr id="43" name="Freeform 10"/>
              <p:cNvSpPr>
                <a:spLocks noEditPoints="1"/>
              </p:cNvSpPr>
              <p:nvPr/>
            </p:nvSpPr>
            <p:spPr bwMode="auto">
              <a:xfrm>
                <a:off x="2728716" y="1181996"/>
                <a:ext cx="298418" cy="248479"/>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1100">
                  <a:solidFill>
                    <a:schemeClr val="bg1"/>
                  </a:solidFill>
                </a:endParaRPr>
              </a:p>
            </p:txBody>
          </p:sp>
        </p:grpSp>
        <p:sp>
          <p:nvSpPr>
            <p:cNvPr id="44" name="文本框 43"/>
            <p:cNvSpPr txBox="1"/>
            <p:nvPr/>
          </p:nvSpPr>
          <p:spPr>
            <a:xfrm>
              <a:off x="669925" y="1616351"/>
              <a:ext cx="2376076" cy="261610"/>
            </a:xfrm>
            <a:prstGeom prst="rect">
              <a:avLst/>
            </a:prstGeom>
            <a:noFill/>
          </p:spPr>
          <p:txBody>
            <a:bodyPr wrap="square" rtlCol="0">
              <a:spAutoFit/>
            </a:bodyPr>
            <a:lstStyle/>
            <a:p>
              <a:pPr algn="just"/>
              <a:r>
                <a:rPr lang="zh-CN" altLang="en-US" sz="1100" dirty="0" smtClean="0">
                  <a:solidFill>
                    <a:schemeClr val="bg1"/>
                  </a:solidFill>
                </a:rPr>
                <a:t>科   技   创   新  </a:t>
              </a:r>
              <a:r>
                <a:rPr lang="zh-CN" altLang="en-US" sz="1100" baseline="0" dirty="0" smtClean="0">
                  <a:solidFill>
                    <a:schemeClr val="bg1"/>
                  </a:solidFill>
                </a:rPr>
                <a:t>    </a:t>
              </a:r>
              <a:r>
                <a:rPr lang="zh-CN" altLang="en-US" sz="1100" dirty="0" smtClean="0">
                  <a:solidFill>
                    <a:schemeClr val="bg1"/>
                  </a:solidFill>
                </a:rPr>
                <a:t> 文   化   护   航</a:t>
              </a:r>
              <a:endParaRPr lang="zh-CN" altLang="en-US" sz="1100" dirty="0">
                <a:solidFill>
                  <a:schemeClr val="bg1"/>
                </a:solidFill>
              </a:endParaRPr>
            </a:p>
          </p:txBody>
        </p:sp>
      </p:grpSp>
      <p:sp>
        <p:nvSpPr>
          <p:cNvPr id="30" name="矩形 29"/>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grpSp>
        <p:nvGrpSpPr>
          <p:cNvPr id="27" name="组合 26"/>
          <p:cNvGrpSpPr/>
          <p:nvPr userDrawn="1"/>
        </p:nvGrpSpPr>
        <p:grpSpPr>
          <a:xfrm>
            <a:off x="9601200" y="405735"/>
            <a:ext cx="1919288" cy="456511"/>
            <a:chOff x="7836774" y="258763"/>
            <a:chExt cx="4044824" cy="906292"/>
          </a:xfrm>
        </p:grpSpPr>
        <p:sp>
          <p:nvSpPr>
            <p:cNvPr id="28"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29"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30"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1"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2"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3"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4" name="文本框 33"/>
            <p:cNvSpPr txBox="1"/>
            <p:nvPr/>
          </p:nvSpPr>
          <p:spPr>
            <a:xfrm>
              <a:off x="7836774" y="706794"/>
              <a:ext cx="4044824" cy="458261"/>
            </a:xfrm>
            <a:prstGeom prst="rect">
              <a:avLst/>
            </a:prstGeom>
            <a:noFill/>
          </p:spPr>
          <p:txBody>
            <a:bodyPr wrap="square" rtlCol="0">
              <a:spAutoFit/>
            </a:bodyPr>
            <a:lstStyle/>
            <a:p>
              <a:pPr algn="just"/>
              <a:r>
                <a:rPr lang="zh-CN" altLang="en-US" sz="900" dirty="0" smtClean="0">
                  <a:solidFill>
                    <a:schemeClr val="bg1">
                      <a:lumMod val="50000"/>
                    </a:schemeClr>
                  </a:solidFill>
                </a:rPr>
                <a:t>科   技   创   新  </a:t>
              </a:r>
              <a:r>
                <a:rPr lang="zh-CN" altLang="en-US" sz="900" baseline="0" dirty="0" smtClean="0">
                  <a:solidFill>
                    <a:schemeClr val="bg1">
                      <a:lumMod val="50000"/>
                    </a:schemeClr>
                  </a:solidFill>
                </a:rPr>
                <a:t>    </a:t>
              </a:r>
              <a:r>
                <a:rPr lang="zh-CN" altLang="en-US" sz="900" dirty="0" smtClean="0">
                  <a:solidFill>
                    <a:schemeClr val="bg1">
                      <a:lumMod val="50000"/>
                    </a:schemeClr>
                  </a:solidFill>
                </a:rPr>
                <a:t> 文   化   护   航</a:t>
              </a:r>
              <a:endParaRPr lang="zh-CN" altLang="en-US" sz="900" dirty="0">
                <a:solidFill>
                  <a:schemeClr val="bg1">
                    <a:lumMod val="50000"/>
                  </a:schemeClr>
                </a:solidFill>
              </a:endParaRPr>
            </a:p>
          </p:txBody>
        </p:sp>
      </p:grpSp>
      <p:sp>
        <p:nvSpPr>
          <p:cNvPr id="35" name="矩形 34"/>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
        <p:nvSpPr>
          <p:cNvPr id="18" name="标题 1"/>
          <p:cNvSpPr>
            <a:spLocks noGrp="1"/>
          </p:cNvSpPr>
          <p:nvPr>
            <p:ph type="title"/>
          </p:nvPr>
        </p:nvSpPr>
        <p:spPr>
          <a:xfrm>
            <a:off x="669925" y="429471"/>
            <a:ext cx="8798400" cy="409039"/>
          </a:xfrm>
        </p:spPr>
        <p:txBody>
          <a:bodyPr anchor="ctr">
            <a:noAutofit/>
          </a:bodyPr>
          <a:lstStyle>
            <a:lvl1pPr>
              <a:defRPr sz="2800" b="0">
                <a:solidFill>
                  <a:srgbClr val="0070C0"/>
                </a:solidFill>
                <a:latin typeface="微软雅黑" panose="020B0503020204020204" pitchFamily="34" charset="-122"/>
                <a:ea typeface="微软雅黑" panose="020B0503020204020204" pitchFamily="34" charset="-122"/>
              </a:defRPr>
            </a:lvl1pPr>
          </a:lstStyle>
          <a:p>
            <a:endParaRPr lang="zh-CN" alt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页">
    <p:spTree>
      <p:nvGrpSpPr>
        <p:cNvPr id="1" name=""/>
        <p:cNvGrpSpPr/>
        <p:nvPr/>
      </p:nvGrpSpPr>
      <p:grpSpPr>
        <a:xfrm>
          <a:off x="0" y="0"/>
          <a:ext cx="0" cy="0"/>
          <a:chOff x="0" y="0"/>
          <a:chExt cx="0" cy="0"/>
        </a:xfrm>
      </p:grpSpPr>
      <p:sp>
        <p:nvSpPr>
          <p:cNvPr id="80" name="íṩļíḍé"/>
          <p:cNvSpPr/>
          <p:nvPr userDrawn="1"/>
        </p:nvSpPr>
        <p:spPr>
          <a:xfrm>
            <a:off x="0" y="1773679"/>
            <a:ext cx="12192000" cy="3310642"/>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12" name="组合 11"/>
          <p:cNvGrpSpPr/>
          <p:nvPr userDrawn="1"/>
        </p:nvGrpSpPr>
        <p:grpSpPr>
          <a:xfrm>
            <a:off x="9601200" y="405735"/>
            <a:ext cx="1919288" cy="456511"/>
            <a:chOff x="7836774" y="258763"/>
            <a:chExt cx="4044824" cy="906292"/>
          </a:xfrm>
        </p:grpSpPr>
        <p:sp>
          <p:nvSpPr>
            <p:cNvPr id="13" name="Freeform 5"/>
            <p:cNvSpPr/>
            <p:nvPr/>
          </p:nvSpPr>
          <p:spPr bwMode="auto">
            <a:xfrm>
              <a:off x="8618539"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4" name="Freeform 6"/>
            <p:cNvSpPr/>
            <p:nvPr/>
          </p:nvSpPr>
          <p:spPr bwMode="auto">
            <a:xfrm>
              <a:off x="7974014" y="271463"/>
              <a:ext cx="593724"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15" name="Freeform 7"/>
            <p:cNvSpPr>
              <a:spLocks noEditPoints="1"/>
            </p:cNvSpPr>
            <p:nvPr/>
          </p:nvSpPr>
          <p:spPr bwMode="auto">
            <a:xfrm>
              <a:off x="9163052"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6" name="Freeform 8"/>
            <p:cNvSpPr/>
            <p:nvPr/>
          </p:nvSpPr>
          <p:spPr bwMode="auto">
            <a:xfrm>
              <a:off x="9882189" y="282576"/>
              <a:ext cx="569912"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17" name="Freeform 9"/>
            <p:cNvSpPr>
              <a:spLocks noEditPoints="1"/>
            </p:cNvSpPr>
            <p:nvPr/>
          </p:nvSpPr>
          <p:spPr bwMode="auto">
            <a:xfrm>
              <a:off x="10612439" y="258763"/>
              <a:ext cx="520701"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18" name="Freeform 10"/>
            <p:cNvSpPr>
              <a:spLocks noEditPoints="1"/>
            </p:cNvSpPr>
            <p:nvPr/>
          </p:nvSpPr>
          <p:spPr bwMode="auto">
            <a:xfrm>
              <a:off x="11220452" y="258763"/>
              <a:ext cx="507999"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19" name="文本框 18"/>
            <p:cNvSpPr txBox="1"/>
            <p:nvPr/>
          </p:nvSpPr>
          <p:spPr>
            <a:xfrm>
              <a:off x="7836774" y="706794"/>
              <a:ext cx="4044824" cy="458261"/>
            </a:xfrm>
            <a:prstGeom prst="rect">
              <a:avLst/>
            </a:prstGeom>
            <a:noFill/>
          </p:spPr>
          <p:txBody>
            <a:bodyPr wrap="square" rtlCol="0">
              <a:spAutoFit/>
            </a:bodyPr>
            <a:lstStyle/>
            <a:p>
              <a:pPr algn="just"/>
              <a:r>
                <a:rPr lang="zh-CN" altLang="en-US" sz="900" dirty="0" smtClean="0">
                  <a:solidFill>
                    <a:schemeClr val="bg1">
                      <a:lumMod val="50000"/>
                    </a:schemeClr>
                  </a:solidFill>
                </a:rPr>
                <a:t>科   技   创   新  </a:t>
              </a:r>
              <a:r>
                <a:rPr lang="zh-CN" altLang="en-US" sz="900" baseline="0" dirty="0" smtClean="0">
                  <a:solidFill>
                    <a:schemeClr val="bg1">
                      <a:lumMod val="50000"/>
                    </a:schemeClr>
                  </a:solidFill>
                </a:rPr>
                <a:t>    </a:t>
              </a:r>
              <a:r>
                <a:rPr lang="zh-CN" altLang="en-US" sz="900" dirty="0" smtClean="0">
                  <a:solidFill>
                    <a:schemeClr val="bg1">
                      <a:lumMod val="50000"/>
                    </a:schemeClr>
                  </a:solidFill>
                </a:rPr>
                <a:t> 文   化   护   航</a:t>
              </a:r>
              <a:endParaRPr lang="zh-CN" altLang="en-US" sz="900" dirty="0">
                <a:solidFill>
                  <a:schemeClr val="bg1">
                    <a:lumMod val="50000"/>
                  </a:schemeClr>
                </a:solidFill>
              </a:endParaRPr>
            </a:p>
          </p:txBody>
        </p:sp>
      </p:grpSp>
      <p:sp>
        <p:nvSpPr>
          <p:cNvPr id="20" name="矩形 19"/>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27" name="组合 26"/>
          <p:cNvGrpSpPr/>
          <p:nvPr userDrawn="1"/>
        </p:nvGrpSpPr>
        <p:grpSpPr>
          <a:xfrm>
            <a:off x="9850599" y="6477561"/>
            <a:ext cx="1592887" cy="179461"/>
            <a:chOff x="7974013" y="258763"/>
            <a:chExt cx="3754438" cy="398463"/>
          </a:xfrm>
        </p:grpSpPr>
        <p:sp>
          <p:nvSpPr>
            <p:cNvPr id="28" name="Freeform 5"/>
            <p:cNvSpPr/>
            <p:nvPr/>
          </p:nvSpPr>
          <p:spPr bwMode="auto">
            <a:xfrm>
              <a:off x="8618538"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050"/>
            </a:p>
          </p:txBody>
        </p:sp>
        <p:sp>
          <p:nvSpPr>
            <p:cNvPr id="29" name="Freeform 6"/>
            <p:cNvSpPr/>
            <p:nvPr/>
          </p:nvSpPr>
          <p:spPr bwMode="auto">
            <a:xfrm>
              <a:off x="7974013" y="271463"/>
              <a:ext cx="593725"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050"/>
            </a:p>
          </p:txBody>
        </p:sp>
        <p:sp>
          <p:nvSpPr>
            <p:cNvPr id="30" name="Freeform 7"/>
            <p:cNvSpPr>
              <a:spLocks noEditPoints="1"/>
            </p:cNvSpPr>
            <p:nvPr/>
          </p:nvSpPr>
          <p:spPr bwMode="auto">
            <a:xfrm>
              <a:off x="9163051"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050"/>
            </a:p>
          </p:txBody>
        </p:sp>
        <p:sp>
          <p:nvSpPr>
            <p:cNvPr id="31" name="Freeform 8"/>
            <p:cNvSpPr/>
            <p:nvPr/>
          </p:nvSpPr>
          <p:spPr bwMode="auto">
            <a:xfrm>
              <a:off x="9882188" y="282576"/>
              <a:ext cx="569913"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050"/>
            </a:p>
          </p:txBody>
        </p:sp>
        <p:sp>
          <p:nvSpPr>
            <p:cNvPr id="32" name="Freeform 9"/>
            <p:cNvSpPr>
              <a:spLocks noEditPoints="1"/>
            </p:cNvSpPr>
            <p:nvPr/>
          </p:nvSpPr>
          <p:spPr bwMode="auto">
            <a:xfrm>
              <a:off x="10612438" y="258763"/>
              <a:ext cx="520700"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050"/>
            </a:p>
          </p:txBody>
        </p:sp>
        <p:sp>
          <p:nvSpPr>
            <p:cNvPr id="33" name="Freeform 10"/>
            <p:cNvSpPr>
              <a:spLocks noEditPoints="1"/>
            </p:cNvSpPr>
            <p:nvPr/>
          </p:nvSpPr>
          <p:spPr bwMode="auto">
            <a:xfrm>
              <a:off x="11220451" y="258763"/>
              <a:ext cx="508000"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050"/>
            </a:p>
          </p:txBody>
        </p:sp>
      </p:grpSp>
      <p:sp>
        <p:nvSpPr>
          <p:cNvPr id="13" name="矩形 12"/>
          <p:cNvSpPr/>
          <p:nvPr userDrawn="1"/>
        </p:nvSpPr>
        <p:spPr>
          <a:xfrm>
            <a:off x="669925" y="6428792"/>
            <a:ext cx="1994457" cy="276999"/>
          </a:xfrm>
          <a:prstGeom prst="rect">
            <a:avLst/>
          </a:prstGeom>
        </p:spPr>
        <p:txBody>
          <a:bodyPr wrap="none">
            <a:spAutoFit/>
          </a:bodyPr>
          <a:lstStyle/>
          <a:p>
            <a:r>
              <a:rPr lang="de-DE" altLang="de-DE" sz="1200" dirty="0" smtClean="0">
                <a:solidFill>
                  <a:srgbClr val="284753"/>
                </a:solidFill>
              </a:rPr>
              <a:t>Confidential © 2020 HSAE</a:t>
            </a:r>
            <a:endParaRPr lang="de-DE" altLang="de-DE" sz="1200" dirty="0">
              <a:solidFill>
                <a:srgbClr val="284753"/>
              </a:solidFill>
            </a:endParaRPr>
          </a:p>
        </p:txBody>
      </p:sp>
      <p:sp>
        <p:nvSpPr>
          <p:cNvPr id="16" name="标题 1"/>
          <p:cNvSpPr>
            <a:spLocks noGrp="1"/>
          </p:cNvSpPr>
          <p:nvPr>
            <p:ph type="title"/>
          </p:nvPr>
        </p:nvSpPr>
        <p:spPr>
          <a:xfrm>
            <a:off x="669924" y="429471"/>
            <a:ext cx="10850563" cy="409039"/>
          </a:xfrm>
        </p:spPr>
        <p:txBody>
          <a:bodyPr anchor="ctr">
            <a:noAutofit/>
          </a:bodyPr>
          <a:lstStyle>
            <a:lvl1pPr>
              <a:defRPr sz="2800" b="1">
                <a:solidFill>
                  <a:srgbClr val="0070C0"/>
                </a:solidFill>
                <a:latin typeface="微软雅黑" panose="020B0503020204020204" pitchFamily="34" charset="-122"/>
                <a:ea typeface="微软雅黑" panose="020B0503020204020204" pitchFamily="34" charset="-122"/>
              </a:defRPr>
            </a:lvl1pPr>
          </a:lstStyle>
          <a:p>
            <a:endParaRPr lang="zh-CN" alt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129" name="图片 1128"/>
          <p:cNvPicPr>
            <a:picLocks noChangeAspect="1"/>
          </p:cNvPicPr>
          <p:nvPr userDrawn="1"/>
        </p:nvPicPr>
        <p:blipFill>
          <a:blip r:embed="rId2"/>
          <a:stretch>
            <a:fillRect/>
          </a:stretch>
        </p:blipFill>
        <p:spPr>
          <a:xfrm>
            <a:off x="0" y="3037350"/>
            <a:ext cx="7930836" cy="3820649"/>
          </a:xfrm>
          <a:prstGeom prst="rect">
            <a:avLst/>
          </a:prstGeom>
        </p:spPr>
      </p:pic>
      <p:sp>
        <p:nvSpPr>
          <p:cNvPr id="13" name="标题 1"/>
          <p:cNvSpPr>
            <a:spLocks noGrp="1"/>
          </p:cNvSpPr>
          <p:nvPr userDrawn="1">
            <p:ph type="ctrTitle" hasCustomPrompt="1"/>
          </p:nvPr>
        </p:nvSpPr>
        <p:spPr>
          <a:xfrm>
            <a:off x="6207126" y="2235084"/>
            <a:ext cx="4482645" cy="973538"/>
          </a:xfrm>
        </p:spPr>
        <p:txBody>
          <a:bodyPr anchor="b">
            <a:normAutofit/>
          </a:bodyPr>
          <a:lstStyle>
            <a:lvl1pPr marL="0" indent="0" algn="l">
              <a:buFont typeface="Arial" panose="020B0604020202020204" pitchFamily="34" charset="0"/>
              <a:buNone/>
              <a:defRPr sz="3200">
                <a:solidFill>
                  <a:schemeClr val="tx1"/>
                </a:solidFill>
              </a:defRPr>
            </a:lvl1pPr>
          </a:lstStyle>
          <a:p>
            <a:r>
              <a:rPr lang="zh-CN" altLang="en-US" dirty="0"/>
              <a:t>结束语</a:t>
            </a:r>
          </a:p>
        </p:txBody>
      </p:sp>
      <p:sp>
        <p:nvSpPr>
          <p:cNvPr id="14" name="文本占位符 62"/>
          <p:cNvSpPr>
            <a:spLocks noGrp="1"/>
          </p:cNvSpPr>
          <p:nvPr>
            <p:ph type="body" sz="quarter" idx="17" hasCustomPrompt="1"/>
          </p:nvPr>
        </p:nvSpPr>
        <p:spPr>
          <a:xfrm>
            <a:off x="6207126" y="3486125"/>
            <a:ext cx="4482645" cy="310871"/>
          </a:xfrm>
        </p:spPr>
        <p:txBody>
          <a:bodyPr vert="horz" lIns="91440" tIns="45720" rIns="91440" bIns="45720" rtlCol="0" anchor="b">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公司或署名</a:t>
            </a:r>
            <a:endParaRPr lang="en-US" altLang="zh-CN" dirty="0"/>
          </a:p>
        </p:txBody>
      </p:sp>
      <p:sp>
        <p:nvSpPr>
          <p:cNvPr id="15" name="文本占位符 62"/>
          <p:cNvSpPr>
            <a:spLocks noGrp="1"/>
          </p:cNvSpPr>
          <p:nvPr>
            <p:ph type="body" sz="quarter" idx="18" hasCustomPrompt="1"/>
          </p:nvPr>
        </p:nvSpPr>
        <p:spPr>
          <a:xfrm>
            <a:off x="6207126" y="3801759"/>
            <a:ext cx="4482645"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版权信息或网址</a:t>
            </a:r>
            <a:endParaRPr lang="en-US" altLang="zh-CN"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8" name="矩形 7"/>
          <p:cNvSpPr/>
          <p:nvPr userDrawn="1"/>
        </p:nvSpPr>
        <p:spPr>
          <a:xfrm>
            <a:off x="9" y="-1"/>
            <a:ext cx="8279889" cy="409040"/>
          </a:xfrm>
          <a:custGeom>
            <a:avLst/>
            <a:gdLst/>
            <a:ahLst/>
            <a:cxnLst/>
            <a:rect l="l" t="t" r="r" b="b"/>
            <a:pathLst>
              <a:path w="6770939" h="409040">
                <a:moveTo>
                  <a:pt x="0" y="0"/>
                </a:moveTo>
                <a:lnTo>
                  <a:pt x="5760043" y="0"/>
                </a:lnTo>
                <a:lnTo>
                  <a:pt x="5768255" y="0"/>
                </a:lnTo>
                <a:lnTo>
                  <a:pt x="5868144" y="0"/>
                </a:lnTo>
                <a:lnTo>
                  <a:pt x="6359516" y="0"/>
                </a:lnTo>
                <a:lnTo>
                  <a:pt x="6770939" y="0"/>
                </a:lnTo>
                <a:lnTo>
                  <a:pt x="6615633" y="409039"/>
                </a:lnTo>
                <a:lnTo>
                  <a:pt x="6204210" y="409039"/>
                </a:lnTo>
                <a:lnTo>
                  <a:pt x="5868144" y="409039"/>
                </a:lnTo>
                <a:lnTo>
                  <a:pt x="5868144" y="409040"/>
                </a:lnTo>
                <a:lnTo>
                  <a:pt x="0" y="409040"/>
                </a:lnTo>
                <a:close/>
              </a:path>
            </a:pathLst>
          </a:custGeom>
          <a:solidFill>
            <a:schemeClr val="bg1">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7"/>
          <p:cNvSpPr/>
          <p:nvPr/>
        </p:nvSpPr>
        <p:spPr>
          <a:xfrm>
            <a:off x="8798409" y="-19"/>
            <a:ext cx="1543988" cy="409039"/>
          </a:xfrm>
          <a:custGeom>
            <a:avLst/>
            <a:gdLst/>
            <a:ahLst/>
            <a:cxnLst/>
            <a:rect l="l" t="t" r="r" b="b"/>
            <a:pathLst>
              <a:path w="4724750" h="1668933">
                <a:moveTo>
                  <a:pt x="633670" y="0"/>
                </a:moveTo>
                <a:lnTo>
                  <a:pt x="4724750" y="0"/>
                </a:lnTo>
                <a:lnTo>
                  <a:pt x="4091079" y="1668933"/>
                </a:lnTo>
                <a:lnTo>
                  <a:pt x="0" y="1668933"/>
                </a:lnTo>
                <a:close/>
              </a:path>
            </a:pathLst>
          </a:custGeom>
          <a:blipFill>
            <a:blip r:embed="rId2" cstate="email">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矩形 10"/>
          <p:cNvSpPr/>
          <p:nvPr/>
        </p:nvSpPr>
        <p:spPr>
          <a:xfrm>
            <a:off x="10183768" y="0"/>
            <a:ext cx="883376" cy="409040"/>
          </a:xfrm>
          <a:custGeom>
            <a:avLst/>
            <a:gdLst/>
            <a:ahLst/>
            <a:cxnLst/>
            <a:rect l="l" t="t" r="r" b="b"/>
            <a:pathLst>
              <a:path w="2703213" h="1668932">
                <a:moveTo>
                  <a:pt x="628357" y="0"/>
                </a:moveTo>
                <a:lnTo>
                  <a:pt x="2703213" y="0"/>
                </a:lnTo>
                <a:lnTo>
                  <a:pt x="2069543" y="1668932"/>
                </a:lnTo>
                <a:lnTo>
                  <a:pt x="0" y="1668932"/>
                </a:lnTo>
                <a:lnTo>
                  <a:pt x="0" y="1654938"/>
                </a:lnTo>
                <a:close/>
              </a:path>
            </a:pathLst>
          </a:custGeom>
          <a:blipFill dpi="0" rotWithShape="1">
            <a:blip r:embed="rId3" cstate="email">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 name="矩形 7"/>
          <p:cNvSpPr/>
          <p:nvPr/>
        </p:nvSpPr>
        <p:spPr>
          <a:xfrm>
            <a:off x="10921656" y="2"/>
            <a:ext cx="1270344" cy="409039"/>
          </a:xfrm>
          <a:custGeom>
            <a:avLst/>
            <a:gdLst/>
            <a:ahLst/>
            <a:cxnLst/>
            <a:rect l="l" t="t" r="r" b="b"/>
            <a:pathLst>
              <a:path w="2843807" h="1220905">
                <a:moveTo>
                  <a:pt x="463561" y="0"/>
                </a:moveTo>
                <a:lnTo>
                  <a:pt x="2843807" y="0"/>
                </a:lnTo>
                <a:lnTo>
                  <a:pt x="2843807" y="1220905"/>
                </a:lnTo>
                <a:lnTo>
                  <a:pt x="0" y="1220905"/>
                </a:lnTo>
                <a:close/>
              </a:path>
            </a:pathLst>
          </a:custGeom>
          <a:solidFill>
            <a:srgbClr val="558ED5">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7"/>
          <p:cNvSpPr/>
          <p:nvPr/>
        </p:nvSpPr>
        <p:spPr>
          <a:xfrm>
            <a:off x="5835270" y="-1"/>
            <a:ext cx="3123940" cy="409040"/>
          </a:xfrm>
          <a:custGeom>
            <a:avLst/>
            <a:gdLst/>
            <a:ahLst/>
            <a:cxnLst/>
            <a:rect l="l" t="t" r="r" b="b"/>
            <a:pathLst>
              <a:path w="2342955" h="409040">
                <a:moveTo>
                  <a:pt x="902795" y="0"/>
                </a:moveTo>
                <a:lnTo>
                  <a:pt x="1332059" y="0"/>
                </a:lnTo>
                <a:lnTo>
                  <a:pt x="1340271" y="0"/>
                </a:lnTo>
                <a:lnTo>
                  <a:pt x="1440160" y="0"/>
                </a:lnTo>
                <a:lnTo>
                  <a:pt x="1931532" y="0"/>
                </a:lnTo>
                <a:lnTo>
                  <a:pt x="2342955" y="0"/>
                </a:lnTo>
                <a:lnTo>
                  <a:pt x="2187649" y="409039"/>
                </a:lnTo>
                <a:lnTo>
                  <a:pt x="1776226" y="409039"/>
                </a:lnTo>
                <a:lnTo>
                  <a:pt x="1440160" y="409039"/>
                </a:lnTo>
                <a:lnTo>
                  <a:pt x="1440160" y="409040"/>
                </a:lnTo>
                <a:lnTo>
                  <a:pt x="0" y="409040"/>
                </a:lnTo>
                <a:lnTo>
                  <a:pt x="0" y="409039"/>
                </a:lnTo>
                <a:lnTo>
                  <a:pt x="336066" y="409039"/>
                </a:lnTo>
                <a:lnTo>
                  <a:pt x="747489" y="409039"/>
                </a:lnTo>
                <a:close/>
              </a:path>
            </a:pathLst>
          </a:custGeom>
          <a:solidFill>
            <a:srgbClr val="558ED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2" name="矩形 21"/>
          <p:cNvSpPr/>
          <p:nvPr/>
        </p:nvSpPr>
        <p:spPr>
          <a:xfrm>
            <a:off x="0" y="6240463"/>
            <a:ext cx="9216000" cy="1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23" name="矩形 22"/>
          <p:cNvSpPr/>
          <p:nvPr/>
        </p:nvSpPr>
        <p:spPr>
          <a:xfrm>
            <a:off x="9264352" y="6240463"/>
            <a:ext cx="2927648" cy="18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12" name="Group 4"/>
          <p:cNvGrpSpPr>
            <a:grpSpLocks noChangeAspect="1"/>
          </p:cNvGrpSpPr>
          <p:nvPr userDrawn="1"/>
        </p:nvGrpSpPr>
        <p:grpSpPr bwMode="auto">
          <a:xfrm>
            <a:off x="11080457" y="93035"/>
            <a:ext cx="1137014" cy="346867"/>
            <a:chOff x="4495" y="46"/>
            <a:chExt cx="1652" cy="496"/>
          </a:xfrm>
        </p:grpSpPr>
        <p:sp>
          <p:nvSpPr>
            <p:cNvPr id="13" name="AutoShape 3"/>
            <p:cNvSpPr>
              <a:spLocks noChangeAspect="1" noChangeArrowheads="1" noTextEdit="1"/>
            </p:cNvSpPr>
            <p:nvPr/>
          </p:nvSpPr>
          <p:spPr bwMode="auto">
            <a:xfrm>
              <a:off x="4495" y="46"/>
              <a:ext cx="1652"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p>
          </p:txBody>
        </p:sp>
        <p:sp>
          <p:nvSpPr>
            <p:cNvPr id="14" name="Freeform 5"/>
            <p:cNvSpPr/>
            <p:nvPr/>
          </p:nvSpPr>
          <p:spPr bwMode="auto">
            <a:xfrm>
              <a:off x="4917" y="83"/>
              <a:ext cx="343" cy="236"/>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4" name="Freeform 6"/>
            <p:cNvSpPr/>
            <p:nvPr/>
          </p:nvSpPr>
          <p:spPr bwMode="auto">
            <a:xfrm>
              <a:off x="4511" y="76"/>
              <a:ext cx="374" cy="236"/>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p>
          </p:txBody>
        </p:sp>
        <p:sp>
          <p:nvSpPr>
            <p:cNvPr id="25" name="Freeform 7"/>
            <p:cNvSpPr>
              <a:spLocks noEditPoints="1"/>
            </p:cNvSpPr>
            <p:nvPr/>
          </p:nvSpPr>
          <p:spPr bwMode="auto">
            <a:xfrm>
              <a:off x="5260" y="83"/>
              <a:ext cx="437" cy="236"/>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6" name="Freeform 8"/>
            <p:cNvSpPr/>
            <p:nvPr/>
          </p:nvSpPr>
          <p:spPr bwMode="auto">
            <a:xfrm>
              <a:off x="5713" y="83"/>
              <a:ext cx="359" cy="229"/>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grpSp>
      <p:sp>
        <p:nvSpPr>
          <p:cNvPr id="20" name="矩形 19"/>
          <p:cNvSpPr/>
          <p:nvPr userDrawn="1"/>
        </p:nvSpPr>
        <p:spPr>
          <a:xfrm>
            <a:off x="8748666" y="6344693"/>
            <a:ext cx="2771822" cy="430887"/>
          </a:xfrm>
          <a:prstGeom prst="rect">
            <a:avLst/>
          </a:prstGeom>
        </p:spPr>
        <p:txBody>
          <a:bodyPr wrap="square">
            <a:spAutoFit/>
          </a:bodyPr>
          <a:lstStyle/>
          <a:p>
            <a:pPr marL="12700" algn="r"/>
            <a:r>
              <a:rPr lang="en-US" altLang="zh-CN" sz="1100" spc="-10" dirty="0" smtClean="0">
                <a:solidFill>
                  <a:srgbClr val="FF0000"/>
                </a:solidFill>
                <a:latin typeface="+mn-lt"/>
              </a:rPr>
              <a:t>C</a:t>
            </a:r>
            <a:r>
              <a:rPr lang="en-US" altLang="zh-CN" sz="1100" dirty="0" smtClean="0">
                <a:solidFill>
                  <a:srgbClr val="FF0000"/>
                </a:solidFill>
                <a:latin typeface="+mn-lt"/>
              </a:rPr>
              <a:t>o</a:t>
            </a:r>
            <a:r>
              <a:rPr lang="en-US" altLang="zh-CN" sz="1100" spc="-10" dirty="0" smtClean="0">
                <a:solidFill>
                  <a:srgbClr val="FF0000"/>
                </a:solidFill>
                <a:latin typeface="+mn-lt"/>
              </a:rPr>
              <a:t>n</a:t>
            </a:r>
            <a:r>
              <a:rPr lang="en-US" altLang="zh-CN" sz="1100" dirty="0" smtClean="0">
                <a:solidFill>
                  <a:srgbClr val="FF0000"/>
                </a:solidFill>
                <a:latin typeface="+mn-lt"/>
              </a:rPr>
              <a:t>fid</a:t>
            </a:r>
            <a:r>
              <a:rPr lang="en-US" altLang="zh-CN" sz="1100" spc="-5" dirty="0" smtClean="0">
                <a:solidFill>
                  <a:srgbClr val="FF0000"/>
                </a:solidFill>
                <a:latin typeface="+mn-lt"/>
              </a:rPr>
              <a:t>e</a:t>
            </a:r>
            <a:r>
              <a:rPr lang="en-US" altLang="zh-CN" sz="1100" dirty="0" smtClean="0">
                <a:solidFill>
                  <a:srgbClr val="FF0000"/>
                </a:solidFill>
                <a:latin typeface="+mn-lt"/>
              </a:rPr>
              <a:t>nt</a:t>
            </a:r>
            <a:r>
              <a:rPr lang="en-US" altLang="zh-CN" sz="1100" spc="5" dirty="0" smtClean="0">
                <a:solidFill>
                  <a:srgbClr val="FF0000"/>
                </a:solidFill>
                <a:latin typeface="+mn-lt"/>
              </a:rPr>
              <a:t>i</a:t>
            </a:r>
            <a:r>
              <a:rPr lang="en-US" altLang="zh-CN" sz="1100" dirty="0" smtClean="0">
                <a:solidFill>
                  <a:srgbClr val="FF0000"/>
                </a:solidFill>
                <a:latin typeface="+mn-lt"/>
              </a:rPr>
              <a:t>al</a:t>
            </a:r>
            <a:r>
              <a:rPr lang="en-US" altLang="zh-CN" sz="1100" spc="-45" dirty="0" smtClean="0">
                <a:solidFill>
                  <a:srgbClr val="FF0000"/>
                </a:solidFill>
                <a:latin typeface="+mn-lt"/>
              </a:rPr>
              <a:t> </a:t>
            </a:r>
            <a:r>
              <a:rPr lang="en-US" altLang="zh-CN" sz="1100" dirty="0" smtClean="0">
                <a:solidFill>
                  <a:srgbClr val="FF0000"/>
                </a:solidFill>
                <a:latin typeface="+mn-lt"/>
                <a:cs typeface="Arial" panose="020B0604020202020204"/>
              </a:rPr>
              <a:t>–</a:t>
            </a:r>
            <a:r>
              <a:rPr lang="en-US" altLang="zh-CN" sz="1100" spc="-10" dirty="0" smtClean="0">
                <a:solidFill>
                  <a:srgbClr val="FF0000"/>
                </a:solidFill>
                <a:latin typeface="+mn-lt"/>
              </a:rPr>
              <a:t> </a:t>
            </a:r>
            <a:r>
              <a:rPr lang="en-US" altLang="zh-CN" sz="1100" spc="-5" dirty="0" smtClean="0">
                <a:solidFill>
                  <a:srgbClr val="FF0000"/>
                </a:solidFill>
                <a:latin typeface="+mn-lt"/>
              </a:rPr>
              <a:t>HSAE</a:t>
            </a:r>
            <a:r>
              <a:rPr lang="en-US" altLang="zh-CN" sz="1100" spc="-10" dirty="0" smtClean="0">
                <a:solidFill>
                  <a:srgbClr val="FF0000"/>
                </a:solidFill>
                <a:latin typeface="+mn-lt"/>
              </a:rPr>
              <a:t> </a:t>
            </a:r>
            <a:r>
              <a:rPr lang="en-US" altLang="zh-CN" sz="1100" dirty="0" smtClean="0">
                <a:solidFill>
                  <a:srgbClr val="FF0000"/>
                </a:solidFill>
                <a:latin typeface="+mn-lt"/>
              </a:rPr>
              <a:t>pro</a:t>
            </a:r>
            <a:r>
              <a:rPr lang="en-US" altLang="zh-CN" sz="1100" spc="-10" dirty="0" smtClean="0">
                <a:solidFill>
                  <a:srgbClr val="FF0000"/>
                </a:solidFill>
                <a:latin typeface="+mn-lt"/>
              </a:rPr>
              <a:t>p</a:t>
            </a:r>
            <a:r>
              <a:rPr lang="en-US" altLang="zh-CN" sz="1100" dirty="0" smtClean="0">
                <a:solidFill>
                  <a:srgbClr val="FF0000"/>
                </a:solidFill>
                <a:latin typeface="+mn-lt"/>
              </a:rPr>
              <a:t>erty</a:t>
            </a:r>
          </a:p>
          <a:p>
            <a:pPr marL="12700" algn="r"/>
            <a:r>
              <a:rPr lang="en-US" altLang="zh-CN" sz="1100" dirty="0" smtClean="0">
                <a:solidFill>
                  <a:srgbClr val="FF0000"/>
                </a:solidFill>
                <a:latin typeface="+mn-lt"/>
              </a:rPr>
              <a:t>Diffusion</a:t>
            </a:r>
            <a:r>
              <a:rPr lang="en-US" altLang="zh-CN" sz="1100" spc="-20" dirty="0" smtClean="0">
                <a:solidFill>
                  <a:srgbClr val="FF0000"/>
                </a:solidFill>
                <a:latin typeface="+mn-lt"/>
              </a:rPr>
              <a:t> </a:t>
            </a:r>
            <a:r>
              <a:rPr lang="en-US" altLang="zh-CN" sz="1100" dirty="0" smtClean="0">
                <a:solidFill>
                  <a:srgbClr val="FF0000"/>
                </a:solidFill>
                <a:latin typeface="+mn-lt"/>
              </a:rPr>
              <a:t>or Copy</a:t>
            </a:r>
            <a:r>
              <a:rPr lang="en-US" altLang="zh-CN" sz="1100" spc="-10" dirty="0" smtClean="0">
                <a:solidFill>
                  <a:srgbClr val="FF0000"/>
                </a:solidFill>
                <a:latin typeface="+mn-lt"/>
              </a:rPr>
              <a:t> </a:t>
            </a:r>
            <a:r>
              <a:rPr lang="en-US" altLang="zh-CN" sz="1100" dirty="0" smtClean="0">
                <a:solidFill>
                  <a:srgbClr val="FF0000"/>
                </a:solidFill>
                <a:latin typeface="+mn-lt"/>
              </a:rPr>
              <a:t>Forbidden</a:t>
            </a:r>
            <a:r>
              <a:rPr lang="en-US" altLang="zh-CN" sz="1100" spc="-10" dirty="0" smtClean="0">
                <a:solidFill>
                  <a:srgbClr val="FF0000"/>
                </a:solidFill>
                <a:latin typeface="+mn-lt"/>
              </a:rPr>
              <a:t> </a:t>
            </a:r>
            <a:r>
              <a:rPr lang="en-US" altLang="zh-CN" sz="1100" dirty="0" smtClean="0">
                <a:solidFill>
                  <a:srgbClr val="FF0000"/>
                </a:solidFill>
                <a:latin typeface="+mn-lt"/>
              </a:rPr>
              <a:t>©</a:t>
            </a:r>
            <a:endParaRPr lang="en-US" altLang="zh-CN" sz="1100" dirty="0">
              <a:solidFill>
                <a:srgbClr val="FF0000"/>
              </a:solidFill>
              <a:latin typeface="+mn-lt"/>
            </a:endParaRPr>
          </a:p>
        </p:txBody>
      </p:sp>
      <p:sp>
        <p:nvSpPr>
          <p:cNvPr id="27" name="标题 1"/>
          <p:cNvSpPr>
            <a:spLocks noGrp="1"/>
          </p:cNvSpPr>
          <p:nvPr>
            <p:ph type="title"/>
          </p:nvPr>
        </p:nvSpPr>
        <p:spPr>
          <a:xfrm>
            <a:off x="9" y="2"/>
            <a:ext cx="8798400" cy="409039"/>
          </a:xfrm>
        </p:spPr>
        <p:txBody>
          <a:bodyPr anchor="ctr">
            <a:normAutofit/>
          </a:bodyPr>
          <a:lstStyle>
            <a:lvl1pPr>
              <a:defRPr sz="1800" b="0"/>
            </a:lvl1pPr>
          </a:lstStyle>
          <a:p>
            <a:r>
              <a:rPr lang="zh-CN" altLang="en-US" dirty="0"/>
              <a:t>单击此处编辑母版标题样式</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标题和内容">
    <p:bg>
      <p:bgRef idx="1001">
        <a:schemeClr val="bg1"/>
      </p:bgRef>
    </p:bg>
    <p:spTree>
      <p:nvGrpSpPr>
        <p:cNvPr id="1" name=""/>
        <p:cNvGrpSpPr/>
        <p:nvPr/>
      </p:nvGrpSpPr>
      <p:grpSpPr>
        <a:xfrm>
          <a:off x="0" y="0"/>
          <a:ext cx="0" cy="0"/>
          <a:chOff x="0" y="0"/>
          <a:chExt cx="0" cy="0"/>
        </a:xfrm>
      </p:grpSpPr>
      <p:grpSp>
        <p:nvGrpSpPr>
          <p:cNvPr id="12" name="Group 4"/>
          <p:cNvGrpSpPr>
            <a:grpSpLocks noChangeAspect="1"/>
          </p:cNvGrpSpPr>
          <p:nvPr userDrawn="1"/>
        </p:nvGrpSpPr>
        <p:grpSpPr bwMode="auto">
          <a:xfrm>
            <a:off x="11080458" y="93035"/>
            <a:ext cx="1137014" cy="346867"/>
            <a:chOff x="4495" y="46"/>
            <a:chExt cx="1652" cy="496"/>
          </a:xfrm>
        </p:grpSpPr>
        <p:sp>
          <p:nvSpPr>
            <p:cNvPr id="13" name="AutoShape 3"/>
            <p:cNvSpPr>
              <a:spLocks noChangeAspect="1" noChangeArrowheads="1" noTextEdit="1"/>
            </p:cNvSpPr>
            <p:nvPr/>
          </p:nvSpPr>
          <p:spPr bwMode="auto">
            <a:xfrm>
              <a:off x="4495" y="46"/>
              <a:ext cx="1652"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p>
          </p:txBody>
        </p:sp>
        <p:sp>
          <p:nvSpPr>
            <p:cNvPr id="14" name="Freeform 5"/>
            <p:cNvSpPr/>
            <p:nvPr/>
          </p:nvSpPr>
          <p:spPr bwMode="auto">
            <a:xfrm>
              <a:off x="4917" y="83"/>
              <a:ext cx="343" cy="236"/>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4" name="Freeform 6"/>
            <p:cNvSpPr/>
            <p:nvPr/>
          </p:nvSpPr>
          <p:spPr bwMode="auto">
            <a:xfrm>
              <a:off x="4511" y="76"/>
              <a:ext cx="374" cy="236"/>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p>
          </p:txBody>
        </p:sp>
        <p:sp>
          <p:nvSpPr>
            <p:cNvPr id="25" name="Freeform 7"/>
            <p:cNvSpPr>
              <a:spLocks noEditPoints="1"/>
            </p:cNvSpPr>
            <p:nvPr/>
          </p:nvSpPr>
          <p:spPr bwMode="auto">
            <a:xfrm>
              <a:off x="5260" y="83"/>
              <a:ext cx="437" cy="236"/>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6" name="Freeform 8"/>
            <p:cNvSpPr/>
            <p:nvPr/>
          </p:nvSpPr>
          <p:spPr bwMode="auto">
            <a:xfrm>
              <a:off x="5713" y="83"/>
              <a:ext cx="359" cy="229"/>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grpSp>
      <p:sp>
        <p:nvSpPr>
          <p:cNvPr id="20" name="标题 1"/>
          <p:cNvSpPr>
            <a:spLocks noGrp="1"/>
          </p:cNvSpPr>
          <p:nvPr>
            <p:ph type="title"/>
          </p:nvPr>
        </p:nvSpPr>
        <p:spPr>
          <a:xfrm>
            <a:off x="283509" y="171829"/>
            <a:ext cx="7600499" cy="446725"/>
          </a:xfrm>
          <a:prstGeom prst="rect">
            <a:avLst/>
          </a:prstGeom>
        </p:spPr>
        <p:txBody>
          <a:bodyPr>
            <a:normAutofit/>
          </a:bodyPr>
          <a:lstStyle>
            <a:lvl1pPr>
              <a:defRPr sz="2800">
                <a:solidFill>
                  <a:srgbClr val="0070C0"/>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27" name="内容占位符 2"/>
          <p:cNvSpPr>
            <a:spLocks noGrp="1"/>
          </p:cNvSpPr>
          <p:nvPr>
            <p:ph idx="1"/>
          </p:nvPr>
        </p:nvSpPr>
        <p:spPr>
          <a:xfrm>
            <a:off x="833280" y="1289162"/>
            <a:ext cx="10515600" cy="4351338"/>
          </a:xfrm>
          <a:prstGeom prst="rect">
            <a:avLst/>
          </a:prstGeom>
        </p:spPr>
        <p:txBody>
          <a:bodyPr/>
          <a:lstStyle>
            <a:lvl1pPr>
              <a:defRPr b="0">
                <a:solidFill>
                  <a:srgbClr val="0070C0"/>
                </a:solidFill>
                <a:latin typeface="微软雅黑" panose="020B0503020204020204" pitchFamily="34" charset="-122"/>
                <a:ea typeface="微软雅黑" panose="020B0503020204020204" pitchFamily="34" charset="-122"/>
              </a:defRPr>
            </a:lvl1pPr>
            <a:lvl2pPr>
              <a:defRPr>
                <a:latin typeface="微软雅黑 Light" panose="020B0502040204020203" pitchFamily="34" charset="-122"/>
                <a:ea typeface="微软雅黑 Light" panose="020B0502040204020203" pitchFamily="34" charset="-122"/>
              </a:defRPr>
            </a:lvl2pPr>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cxnSp>
        <p:nvCxnSpPr>
          <p:cNvPr id="4" name="直接连接符 3"/>
          <p:cNvCxnSpPr/>
          <p:nvPr userDrawn="1"/>
        </p:nvCxnSpPr>
        <p:spPr>
          <a:xfrm>
            <a:off x="283508" y="821094"/>
            <a:ext cx="11635256" cy="0"/>
          </a:xfrm>
          <a:prstGeom prst="line">
            <a:avLst/>
          </a:prstGeom>
          <a:ln w="28575">
            <a:solidFill>
              <a:srgbClr val="019ED9"/>
            </a:solidFill>
          </a:ln>
        </p:spPr>
        <p:style>
          <a:lnRef idx="1">
            <a:schemeClr val="accent1"/>
          </a:lnRef>
          <a:fillRef idx="0">
            <a:schemeClr val="accent1"/>
          </a:fillRef>
          <a:effectRef idx="0">
            <a:schemeClr val="accent1"/>
          </a:effectRef>
          <a:fontRef idx="minor">
            <a:schemeClr val="tx1"/>
          </a:fontRef>
        </p:style>
      </p:cxnSp>
      <p:sp>
        <p:nvSpPr>
          <p:cNvPr id="21" name="矩形 20"/>
          <p:cNvSpPr/>
          <p:nvPr userDrawn="1"/>
        </p:nvSpPr>
        <p:spPr>
          <a:xfrm>
            <a:off x="119096" y="6527403"/>
            <a:ext cx="1959761" cy="282625"/>
          </a:xfrm>
          <a:prstGeom prst="rect">
            <a:avLst/>
          </a:prstGeom>
        </p:spPr>
        <p:txBody>
          <a:bodyPr wrap="none">
            <a:spAutoFit/>
          </a:bodyPr>
          <a:lstStyle/>
          <a:p>
            <a:r>
              <a:rPr lang="de-DE" altLang="de-DE" sz="1200" dirty="0" smtClean="0">
                <a:solidFill>
                  <a:srgbClr val="284753"/>
                </a:solidFill>
              </a:rPr>
              <a:t>Mar 2019 © HSAE Group</a:t>
            </a:r>
            <a:endParaRPr lang="de-DE" altLang="de-DE" sz="1200" dirty="0">
              <a:solidFill>
                <a:srgbClr val="284753"/>
              </a:solidFill>
            </a:endParaRPr>
          </a:p>
        </p:txBody>
      </p:sp>
      <p:grpSp>
        <p:nvGrpSpPr>
          <p:cNvPr id="22" name="组合 21"/>
          <p:cNvGrpSpPr/>
          <p:nvPr userDrawn="1"/>
        </p:nvGrpSpPr>
        <p:grpSpPr>
          <a:xfrm>
            <a:off x="9699480" y="150721"/>
            <a:ext cx="2354204" cy="737799"/>
            <a:chOff x="7836589" y="258763"/>
            <a:chExt cx="4197380" cy="1239168"/>
          </a:xfrm>
        </p:grpSpPr>
        <p:sp>
          <p:nvSpPr>
            <p:cNvPr id="23" name="Freeform 5"/>
            <p:cNvSpPr/>
            <p:nvPr/>
          </p:nvSpPr>
          <p:spPr bwMode="auto">
            <a:xfrm>
              <a:off x="8618538"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28" name="Freeform 6"/>
            <p:cNvSpPr/>
            <p:nvPr/>
          </p:nvSpPr>
          <p:spPr bwMode="auto">
            <a:xfrm>
              <a:off x="7974013" y="271463"/>
              <a:ext cx="593725"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29" name="Freeform 7"/>
            <p:cNvSpPr>
              <a:spLocks noEditPoints="1"/>
            </p:cNvSpPr>
            <p:nvPr/>
          </p:nvSpPr>
          <p:spPr bwMode="auto">
            <a:xfrm>
              <a:off x="9163051"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8" name="Freeform 8"/>
            <p:cNvSpPr/>
            <p:nvPr/>
          </p:nvSpPr>
          <p:spPr bwMode="auto">
            <a:xfrm>
              <a:off x="9882188" y="282576"/>
              <a:ext cx="569913"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9" name="Freeform 9"/>
            <p:cNvSpPr>
              <a:spLocks noEditPoints="1"/>
            </p:cNvSpPr>
            <p:nvPr/>
          </p:nvSpPr>
          <p:spPr bwMode="auto">
            <a:xfrm>
              <a:off x="10612438" y="258763"/>
              <a:ext cx="520700"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40" name="Freeform 10"/>
            <p:cNvSpPr>
              <a:spLocks noEditPoints="1"/>
            </p:cNvSpPr>
            <p:nvPr/>
          </p:nvSpPr>
          <p:spPr bwMode="auto">
            <a:xfrm>
              <a:off x="11220451" y="258763"/>
              <a:ext cx="508000"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41" name="文本框 40"/>
            <p:cNvSpPr txBox="1"/>
            <p:nvPr/>
          </p:nvSpPr>
          <p:spPr>
            <a:xfrm>
              <a:off x="7836589" y="706793"/>
              <a:ext cx="4197380" cy="791138"/>
            </a:xfrm>
            <a:prstGeom prst="rect">
              <a:avLst/>
            </a:prstGeom>
            <a:noFill/>
          </p:spPr>
          <p:txBody>
            <a:bodyPr wrap="square" rtlCol="0">
              <a:spAutoFit/>
            </a:bodyPr>
            <a:lstStyle/>
            <a:p>
              <a:pPr algn="just"/>
              <a:r>
                <a:rPr lang="zh-CN" altLang="en-US" sz="1200" dirty="0" smtClean="0">
                  <a:solidFill>
                    <a:schemeClr val="bg1">
                      <a:lumMod val="50000"/>
                    </a:schemeClr>
                  </a:solidFill>
                </a:rPr>
                <a:t>科   技   创   新  </a:t>
              </a:r>
              <a:r>
                <a:rPr lang="zh-CN" altLang="en-US" sz="1200" baseline="0" dirty="0" smtClean="0">
                  <a:solidFill>
                    <a:schemeClr val="bg1">
                      <a:lumMod val="50000"/>
                    </a:schemeClr>
                  </a:solidFill>
                </a:rPr>
                <a:t>  </a:t>
              </a:r>
              <a:r>
                <a:rPr lang="zh-CN" altLang="en-US" sz="1200" dirty="0" smtClean="0">
                  <a:solidFill>
                    <a:schemeClr val="bg1">
                      <a:lumMod val="50000"/>
                    </a:schemeClr>
                  </a:solidFill>
                </a:rPr>
                <a:t>   文   化   护   航</a:t>
              </a:r>
              <a:endParaRPr lang="zh-CN" altLang="en-US" sz="1200" dirty="0">
                <a:solidFill>
                  <a:schemeClr val="bg1">
                    <a:lumMod val="50000"/>
                  </a:schemeClr>
                </a:solidFill>
              </a:endParaRPr>
            </a:p>
          </p:txBody>
        </p:sp>
      </p:grpSp>
    </p:spTree>
  </p:cSld>
  <p:clrMapOvr>
    <a:overrideClrMapping bg1="lt1" tx1="dk1" bg2="lt2" tx2="dk2" accent1="accent1" accent2="accent2" accent3="accent3" accent4="accent4" accent5="accent5" accent6="accent6" hlink="hlink" folHlink="folHlink"/>
  </p:clrMapOvr>
  <p:transition spd="slow">
    <p:wipe/>
  </p:transition>
  <p:timing>
    <p:tnLst>
      <p:par>
        <p:cTn id="1" dur="indefinite" restart="never" nodeType="tmRoot"/>
      </p:par>
    </p:tnLst>
  </p:timing>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bg>
      <p:bgRef idx="1001">
        <a:schemeClr val="bg1"/>
      </p:bgRef>
    </p:bg>
    <p:spTree>
      <p:nvGrpSpPr>
        <p:cNvPr id="1" name=""/>
        <p:cNvGrpSpPr/>
        <p:nvPr/>
      </p:nvGrpSpPr>
      <p:grpSpPr>
        <a:xfrm>
          <a:off x="0" y="0"/>
          <a:ext cx="0" cy="0"/>
          <a:chOff x="0" y="0"/>
          <a:chExt cx="0" cy="0"/>
        </a:xfrm>
      </p:grpSpPr>
      <p:grpSp>
        <p:nvGrpSpPr>
          <p:cNvPr id="12" name="Group 4"/>
          <p:cNvGrpSpPr>
            <a:grpSpLocks noChangeAspect="1"/>
          </p:cNvGrpSpPr>
          <p:nvPr userDrawn="1"/>
        </p:nvGrpSpPr>
        <p:grpSpPr bwMode="auto">
          <a:xfrm>
            <a:off x="11080457" y="93035"/>
            <a:ext cx="1137014" cy="346867"/>
            <a:chOff x="4495" y="46"/>
            <a:chExt cx="1652" cy="496"/>
          </a:xfrm>
        </p:grpSpPr>
        <p:sp>
          <p:nvSpPr>
            <p:cNvPr id="13" name="AutoShape 3"/>
            <p:cNvSpPr>
              <a:spLocks noChangeAspect="1" noChangeArrowheads="1" noTextEdit="1"/>
            </p:cNvSpPr>
            <p:nvPr/>
          </p:nvSpPr>
          <p:spPr bwMode="auto">
            <a:xfrm>
              <a:off x="4495" y="46"/>
              <a:ext cx="1652"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2400"/>
            </a:p>
          </p:txBody>
        </p:sp>
        <p:sp>
          <p:nvSpPr>
            <p:cNvPr id="14" name="Freeform 5"/>
            <p:cNvSpPr/>
            <p:nvPr/>
          </p:nvSpPr>
          <p:spPr bwMode="auto">
            <a:xfrm>
              <a:off x="4917" y="83"/>
              <a:ext cx="343" cy="236"/>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4" name="Freeform 6"/>
            <p:cNvSpPr/>
            <p:nvPr/>
          </p:nvSpPr>
          <p:spPr bwMode="auto">
            <a:xfrm>
              <a:off x="4511" y="76"/>
              <a:ext cx="374" cy="236"/>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a:p>
          </p:txBody>
        </p:sp>
        <p:sp>
          <p:nvSpPr>
            <p:cNvPr id="25" name="Freeform 7"/>
            <p:cNvSpPr>
              <a:spLocks noEditPoints="1"/>
            </p:cNvSpPr>
            <p:nvPr/>
          </p:nvSpPr>
          <p:spPr bwMode="auto">
            <a:xfrm>
              <a:off x="5260" y="83"/>
              <a:ext cx="437" cy="236"/>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sp>
          <p:nvSpPr>
            <p:cNvPr id="26" name="Freeform 8"/>
            <p:cNvSpPr/>
            <p:nvPr/>
          </p:nvSpPr>
          <p:spPr bwMode="auto">
            <a:xfrm>
              <a:off x="5713" y="83"/>
              <a:ext cx="359" cy="229"/>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chemeClr val="bg1"/>
            </a:solidFill>
            <a:ln w="0">
              <a:noFill/>
              <a:prstDash val="solid"/>
              <a:round/>
            </a:ln>
          </p:spPr>
          <p:txBody>
            <a:bodyPr vert="horz" wrap="square" lIns="91440" tIns="45720" rIns="91440" bIns="45720" numCol="1" anchor="t" anchorCtr="0" compatLnSpc="1"/>
            <a:lstStyle/>
            <a:p>
              <a:endParaRPr lang="zh-CN" altLang="en-US" sz="2400"/>
            </a:p>
          </p:txBody>
        </p:sp>
      </p:grpSp>
      <p:sp>
        <p:nvSpPr>
          <p:cNvPr id="20" name="标题 1"/>
          <p:cNvSpPr>
            <a:spLocks noGrp="1"/>
          </p:cNvSpPr>
          <p:nvPr>
            <p:ph type="title"/>
          </p:nvPr>
        </p:nvSpPr>
        <p:spPr>
          <a:xfrm>
            <a:off x="283508" y="171828"/>
            <a:ext cx="7600499" cy="446725"/>
          </a:xfrm>
        </p:spPr>
        <p:txBody>
          <a:bodyPr>
            <a:normAutofit/>
          </a:bodyPr>
          <a:lstStyle>
            <a:lvl1pPr>
              <a:defRPr sz="2800">
                <a:solidFill>
                  <a:srgbClr val="0070C0"/>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27" name="内容占位符 2"/>
          <p:cNvSpPr>
            <a:spLocks noGrp="1"/>
          </p:cNvSpPr>
          <p:nvPr>
            <p:ph idx="1"/>
          </p:nvPr>
        </p:nvSpPr>
        <p:spPr>
          <a:xfrm>
            <a:off x="833280" y="1289162"/>
            <a:ext cx="10515600" cy="4351338"/>
          </a:xfrm>
        </p:spPr>
        <p:txBody>
          <a:bodyPr/>
          <a:lstStyle>
            <a:lvl1pPr>
              <a:defRPr b="0">
                <a:solidFill>
                  <a:srgbClr val="0070C0"/>
                </a:solidFill>
                <a:latin typeface="微软雅黑" panose="020B0503020204020204" pitchFamily="34" charset="-122"/>
                <a:ea typeface="微软雅黑" panose="020B0503020204020204" pitchFamily="34" charset="-122"/>
              </a:defRPr>
            </a:lvl1pPr>
            <a:lvl2pPr>
              <a:defRPr>
                <a:latin typeface="微软雅黑 Light" panose="020B0502040204020203" pitchFamily="34" charset="-122"/>
                <a:ea typeface="微软雅黑 Light" panose="020B0502040204020203" pitchFamily="34" charset="-122"/>
              </a:defRPr>
            </a:lvl2pPr>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grpSp>
        <p:nvGrpSpPr>
          <p:cNvPr id="30" name="组合 29"/>
          <p:cNvGrpSpPr/>
          <p:nvPr userDrawn="1"/>
        </p:nvGrpSpPr>
        <p:grpSpPr>
          <a:xfrm>
            <a:off x="9699584" y="150720"/>
            <a:ext cx="2268639" cy="528367"/>
            <a:chOff x="7836774" y="258763"/>
            <a:chExt cx="4044824" cy="887417"/>
          </a:xfrm>
        </p:grpSpPr>
        <p:sp>
          <p:nvSpPr>
            <p:cNvPr id="31" name="Freeform 5"/>
            <p:cNvSpPr/>
            <p:nvPr/>
          </p:nvSpPr>
          <p:spPr bwMode="auto">
            <a:xfrm>
              <a:off x="8618538" y="282576"/>
              <a:ext cx="544513" cy="374650"/>
            </a:xfrm>
            <a:custGeom>
              <a:avLst/>
              <a:gdLst>
                <a:gd name="T0" fmla="*/ 0 w 704"/>
                <a:gd name="T1" fmla="*/ 416 h 528"/>
                <a:gd name="T2" fmla="*/ 432 w 704"/>
                <a:gd name="T3" fmla="*/ 416 h 528"/>
                <a:gd name="T4" fmla="*/ 480 w 704"/>
                <a:gd name="T5" fmla="*/ 384 h 528"/>
                <a:gd name="T6" fmla="*/ 480 w 704"/>
                <a:gd name="T7" fmla="*/ 352 h 528"/>
                <a:gd name="T8" fmla="*/ 432 w 704"/>
                <a:gd name="T9" fmla="*/ 320 h 528"/>
                <a:gd name="T10" fmla="*/ 160 w 704"/>
                <a:gd name="T11" fmla="*/ 256 h 528"/>
                <a:gd name="T12" fmla="*/ 0 w 704"/>
                <a:gd name="T13" fmla="*/ 144 h 528"/>
                <a:gd name="T14" fmla="*/ 0 w 704"/>
                <a:gd name="T15" fmla="*/ 64 h 528"/>
                <a:gd name="T16" fmla="*/ 80 w 704"/>
                <a:gd name="T17" fmla="*/ 0 h 528"/>
                <a:gd name="T18" fmla="*/ 704 w 704"/>
                <a:gd name="T19" fmla="*/ 0 h 528"/>
                <a:gd name="T20" fmla="*/ 704 w 704"/>
                <a:gd name="T21" fmla="*/ 96 h 528"/>
                <a:gd name="T22" fmla="*/ 224 w 704"/>
                <a:gd name="T23" fmla="*/ 96 h 528"/>
                <a:gd name="T24" fmla="*/ 224 w 704"/>
                <a:gd name="T25" fmla="*/ 160 h 528"/>
                <a:gd name="T26" fmla="*/ 272 w 704"/>
                <a:gd name="T27" fmla="*/ 192 h 528"/>
                <a:gd name="T28" fmla="*/ 608 w 704"/>
                <a:gd name="T29" fmla="*/ 256 h 528"/>
                <a:gd name="T30" fmla="*/ 704 w 704"/>
                <a:gd name="T31" fmla="*/ 336 h 528"/>
                <a:gd name="T32" fmla="*/ 704 w 704"/>
                <a:gd name="T33" fmla="*/ 432 h 528"/>
                <a:gd name="T34" fmla="*/ 624 w 704"/>
                <a:gd name="T35" fmla="*/ 528 h 528"/>
                <a:gd name="T36" fmla="*/ 0 w 704"/>
                <a:gd name="T37" fmla="*/ 528 h 528"/>
                <a:gd name="T38" fmla="*/ 0 w 704"/>
                <a:gd name="T39" fmla="*/ 41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4" h="528">
                  <a:moveTo>
                    <a:pt x="0" y="416"/>
                  </a:moveTo>
                  <a:lnTo>
                    <a:pt x="432" y="416"/>
                  </a:lnTo>
                  <a:cubicBezTo>
                    <a:pt x="464" y="416"/>
                    <a:pt x="480" y="416"/>
                    <a:pt x="480" y="384"/>
                  </a:cubicBezTo>
                  <a:lnTo>
                    <a:pt x="480" y="352"/>
                  </a:lnTo>
                  <a:cubicBezTo>
                    <a:pt x="480" y="336"/>
                    <a:pt x="448" y="320"/>
                    <a:pt x="432" y="320"/>
                  </a:cubicBezTo>
                  <a:lnTo>
                    <a:pt x="160" y="256"/>
                  </a:lnTo>
                  <a:cubicBezTo>
                    <a:pt x="64" y="240"/>
                    <a:pt x="16" y="208"/>
                    <a:pt x="0" y="144"/>
                  </a:cubicBezTo>
                  <a:lnTo>
                    <a:pt x="0" y="64"/>
                  </a:lnTo>
                  <a:cubicBezTo>
                    <a:pt x="0" y="32"/>
                    <a:pt x="32" y="0"/>
                    <a:pt x="80" y="0"/>
                  </a:cubicBezTo>
                  <a:lnTo>
                    <a:pt x="704" y="0"/>
                  </a:lnTo>
                  <a:lnTo>
                    <a:pt x="704" y="96"/>
                  </a:lnTo>
                  <a:lnTo>
                    <a:pt x="224" y="96"/>
                  </a:lnTo>
                  <a:lnTo>
                    <a:pt x="224" y="160"/>
                  </a:lnTo>
                  <a:cubicBezTo>
                    <a:pt x="224" y="176"/>
                    <a:pt x="256" y="176"/>
                    <a:pt x="272" y="192"/>
                  </a:cubicBezTo>
                  <a:lnTo>
                    <a:pt x="608" y="256"/>
                  </a:lnTo>
                  <a:cubicBezTo>
                    <a:pt x="656" y="272"/>
                    <a:pt x="704" y="288"/>
                    <a:pt x="704" y="336"/>
                  </a:cubicBezTo>
                  <a:lnTo>
                    <a:pt x="704" y="432"/>
                  </a:lnTo>
                  <a:cubicBezTo>
                    <a:pt x="704" y="480"/>
                    <a:pt x="672" y="528"/>
                    <a:pt x="624" y="528"/>
                  </a:cubicBezTo>
                  <a:lnTo>
                    <a:pt x="0" y="528"/>
                  </a:lnTo>
                  <a:lnTo>
                    <a:pt x="0" y="416"/>
                  </a:ln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2" name="Freeform 6"/>
            <p:cNvSpPr/>
            <p:nvPr/>
          </p:nvSpPr>
          <p:spPr bwMode="auto">
            <a:xfrm>
              <a:off x="7974013" y="271463"/>
              <a:ext cx="593725" cy="374650"/>
            </a:xfrm>
            <a:custGeom>
              <a:avLst/>
              <a:gdLst>
                <a:gd name="T0" fmla="*/ 93 w 374"/>
                <a:gd name="T1" fmla="*/ 93 h 236"/>
                <a:gd name="T2" fmla="*/ 281 w 374"/>
                <a:gd name="T3" fmla="*/ 93 h 236"/>
                <a:gd name="T4" fmla="*/ 281 w 374"/>
                <a:gd name="T5" fmla="*/ 0 h 236"/>
                <a:gd name="T6" fmla="*/ 374 w 374"/>
                <a:gd name="T7" fmla="*/ 0 h 236"/>
                <a:gd name="T8" fmla="*/ 374 w 374"/>
                <a:gd name="T9" fmla="*/ 236 h 236"/>
                <a:gd name="T10" fmla="*/ 281 w 374"/>
                <a:gd name="T11" fmla="*/ 236 h 236"/>
                <a:gd name="T12" fmla="*/ 281 w 374"/>
                <a:gd name="T13" fmla="*/ 136 h 236"/>
                <a:gd name="T14" fmla="*/ 93 w 374"/>
                <a:gd name="T15" fmla="*/ 136 h 236"/>
                <a:gd name="T16" fmla="*/ 93 w 374"/>
                <a:gd name="T17" fmla="*/ 236 h 236"/>
                <a:gd name="T18" fmla="*/ 0 w 374"/>
                <a:gd name="T19" fmla="*/ 236 h 236"/>
                <a:gd name="T20" fmla="*/ 0 w 374"/>
                <a:gd name="T21" fmla="*/ 0 h 236"/>
                <a:gd name="T22" fmla="*/ 93 w 374"/>
                <a:gd name="T23" fmla="*/ 0 h 236"/>
                <a:gd name="T24" fmla="*/ 93 w 374"/>
                <a:gd name="T25" fmla="*/ 9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4" h="236">
                  <a:moveTo>
                    <a:pt x="93" y="93"/>
                  </a:moveTo>
                  <a:lnTo>
                    <a:pt x="281" y="93"/>
                  </a:lnTo>
                  <a:lnTo>
                    <a:pt x="281" y="0"/>
                  </a:lnTo>
                  <a:lnTo>
                    <a:pt x="374" y="0"/>
                  </a:lnTo>
                  <a:lnTo>
                    <a:pt x="374" y="236"/>
                  </a:lnTo>
                  <a:lnTo>
                    <a:pt x="281" y="236"/>
                  </a:lnTo>
                  <a:lnTo>
                    <a:pt x="281" y="136"/>
                  </a:lnTo>
                  <a:lnTo>
                    <a:pt x="93" y="136"/>
                  </a:lnTo>
                  <a:lnTo>
                    <a:pt x="93" y="236"/>
                  </a:lnTo>
                  <a:lnTo>
                    <a:pt x="0" y="236"/>
                  </a:lnTo>
                  <a:lnTo>
                    <a:pt x="0" y="0"/>
                  </a:lnTo>
                  <a:lnTo>
                    <a:pt x="93" y="0"/>
                  </a:lnTo>
                  <a:lnTo>
                    <a:pt x="93" y="93"/>
                  </a:lnTo>
                  <a:close/>
                </a:path>
              </a:pathLst>
            </a:custGeom>
            <a:solidFill>
              <a:srgbClr val="0070C0"/>
            </a:solidFill>
            <a:ln>
              <a:noFill/>
            </a:ln>
          </p:spPr>
          <p:txBody>
            <a:bodyPr vert="horz" wrap="square" lIns="91440" tIns="45720" rIns="91440" bIns="45720" numCol="1" anchor="t" anchorCtr="0" compatLnSpc="1"/>
            <a:lstStyle/>
            <a:p>
              <a:endParaRPr lang="zh-CN" altLang="en-US" sz="1100"/>
            </a:p>
          </p:txBody>
        </p:sp>
        <p:sp>
          <p:nvSpPr>
            <p:cNvPr id="33" name="Freeform 7"/>
            <p:cNvSpPr>
              <a:spLocks noEditPoints="1"/>
            </p:cNvSpPr>
            <p:nvPr/>
          </p:nvSpPr>
          <p:spPr bwMode="auto">
            <a:xfrm>
              <a:off x="9163051" y="282576"/>
              <a:ext cx="693738" cy="374650"/>
            </a:xfrm>
            <a:custGeom>
              <a:avLst/>
              <a:gdLst>
                <a:gd name="T0" fmla="*/ 16 w 896"/>
                <a:gd name="T1" fmla="*/ 512 h 528"/>
                <a:gd name="T2" fmla="*/ 144 w 896"/>
                <a:gd name="T3" fmla="*/ 304 h 528"/>
                <a:gd name="T4" fmla="*/ 0 w 896"/>
                <a:gd name="T5" fmla="*/ 240 h 528"/>
                <a:gd name="T6" fmla="*/ 160 w 896"/>
                <a:gd name="T7" fmla="*/ 288 h 528"/>
                <a:gd name="T8" fmla="*/ 288 w 896"/>
                <a:gd name="T9" fmla="*/ 32 h 528"/>
                <a:gd name="T10" fmla="*/ 352 w 896"/>
                <a:gd name="T11" fmla="*/ 0 h 528"/>
                <a:gd name="T12" fmla="*/ 544 w 896"/>
                <a:gd name="T13" fmla="*/ 0 h 528"/>
                <a:gd name="T14" fmla="*/ 592 w 896"/>
                <a:gd name="T15" fmla="*/ 32 h 528"/>
                <a:gd name="T16" fmla="*/ 720 w 896"/>
                <a:gd name="T17" fmla="*/ 256 h 528"/>
                <a:gd name="T18" fmla="*/ 832 w 896"/>
                <a:gd name="T19" fmla="*/ 208 h 528"/>
                <a:gd name="T20" fmla="*/ 896 w 896"/>
                <a:gd name="T21" fmla="*/ 320 h 528"/>
                <a:gd name="T22" fmla="*/ 336 w 896"/>
                <a:gd name="T23" fmla="*/ 368 h 528"/>
                <a:gd name="T24" fmla="*/ 240 w 896"/>
                <a:gd name="T25" fmla="*/ 528 h 528"/>
                <a:gd name="T26" fmla="*/ 16 w 896"/>
                <a:gd name="T27" fmla="*/ 512 h 528"/>
                <a:gd name="T28" fmla="*/ 576 w 896"/>
                <a:gd name="T29" fmla="*/ 384 h 528"/>
                <a:gd name="T30" fmla="*/ 656 w 896"/>
                <a:gd name="T31" fmla="*/ 512 h 528"/>
                <a:gd name="T32" fmla="*/ 880 w 896"/>
                <a:gd name="T33" fmla="*/ 512 h 528"/>
                <a:gd name="T34" fmla="*/ 784 w 896"/>
                <a:gd name="T35" fmla="*/ 368 h 528"/>
                <a:gd name="T36" fmla="*/ 576 w 896"/>
                <a:gd name="T37" fmla="*/ 384 h 528"/>
                <a:gd name="T38" fmla="*/ 368 w 896"/>
                <a:gd name="T39" fmla="*/ 304 h 528"/>
                <a:gd name="T40" fmla="*/ 448 w 896"/>
                <a:gd name="T41" fmla="*/ 160 h 528"/>
                <a:gd name="T42" fmla="*/ 528 w 896"/>
                <a:gd name="T43" fmla="*/ 288 h 528"/>
                <a:gd name="T44" fmla="*/ 368 w 896"/>
                <a:gd name="T45" fmla="*/ 30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96" h="528">
                  <a:moveTo>
                    <a:pt x="16" y="512"/>
                  </a:moveTo>
                  <a:lnTo>
                    <a:pt x="144" y="304"/>
                  </a:lnTo>
                  <a:cubicBezTo>
                    <a:pt x="80" y="288"/>
                    <a:pt x="48" y="272"/>
                    <a:pt x="0" y="240"/>
                  </a:cubicBezTo>
                  <a:cubicBezTo>
                    <a:pt x="48" y="256"/>
                    <a:pt x="96" y="272"/>
                    <a:pt x="160" y="288"/>
                  </a:cubicBezTo>
                  <a:lnTo>
                    <a:pt x="288" y="32"/>
                  </a:lnTo>
                  <a:cubicBezTo>
                    <a:pt x="304" y="16"/>
                    <a:pt x="336" y="0"/>
                    <a:pt x="352" y="0"/>
                  </a:cubicBezTo>
                  <a:lnTo>
                    <a:pt x="544" y="0"/>
                  </a:lnTo>
                  <a:cubicBezTo>
                    <a:pt x="560" y="0"/>
                    <a:pt x="576" y="16"/>
                    <a:pt x="592" y="32"/>
                  </a:cubicBezTo>
                  <a:lnTo>
                    <a:pt x="720" y="256"/>
                  </a:lnTo>
                  <a:lnTo>
                    <a:pt x="832" y="208"/>
                  </a:lnTo>
                  <a:lnTo>
                    <a:pt x="896" y="320"/>
                  </a:lnTo>
                  <a:cubicBezTo>
                    <a:pt x="720" y="368"/>
                    <a:pt x="544" y="384"/>
                    <a:pt x="336" y="368"/>
                  </a:cubicBezTo>
                  <a:lnTo>
                    <a:pt x="240" y="528"/>
                  </a:lnTo>
                  <a:lnTo>
                    <a:pt x="16" y="512"/>
                  </a:lnTo>
                  <a:close/>
                  <a:moveTo>
                    <a:pt x="576" y="384"/>
                  </a:moveTo>
                  <a:lnTo>
                    <a:pt x="656" y="512"/>
                  </a:lnTo>
                  <a:lnTo>
                    <a:pt x="880" y="512"/>
                  </a:lnTo>
                  <a:lnTo>
                    <a:pt x="784" y="368"/>
                  </a:lnTo>
                  <a:cubicBezTo>
                    <a:pt x="720" y="368"/>
                    <a:pt x="656" y="384"/>
                    <a:pt x="576" y="384"/>
                  </a:cubicBezTo>
                  <a:close/>
                  <a:moveTo>
                    <a:pt x="368" y="304"/>
                  </a:moveTo>
                  <a:lnTo>
                    <a:pt x="448" y="160"/>
                  </a:lnTo>
                  <a:lnTo>
                    <a:pt x="528" y="288"/>
                  </a:lnTo>
                  <a:cubicBezTo>
                    <a:pt x="464" y="304"/>
                    <a:pt x="416" y="304"/>
                    <a:pt x="368" y="304"/>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4" name="Freeform 8"/>
            <p:cNvSpPr/>
            <p:nvPr/>
          </p:nvSpPr>
          <p:spPr bwMode="auto">
            <a:xfrm>
              <a:off x="9882188" y="282576"/>
              <a:ext cx="569913" cy="363538"/>
            </a:xfrm>
            <a:custGeom>
              <a:avLst/>
              <a:gdLst>
                <a:gd name="T0" fmla="*/ 0 w 736"/>
                <a:gd name="T1" fmla="*/ 480 h 512"/>
                <a:gd name="T2" fmla="*/ 0 w 736"/>
                <a:gd name="T3" fmla="*/ 32 h 512"/>
                <a:gd name="T4" fmla="*/ 48 w 736"/>
                <a:gd name="T5" fmla="*/ 0 h 512"/>
                <a:gd name="T6" fmla="*/ 736 w 736"/>
                <a:gd name="T7" fmla="*/ 0 h 512"/>
                <a:gd name="T8" fmla="*/ 736 w 736"/>
                <a:gd name="T9" fmla="*/ 96 h 512"/>
                <a:gd name="T10" fmla="*/ 208 w 736"/>
                <a:gd name="T11" fmla="*/ 96 h 512"/>
                <a:gd name="T12" fmla="*/ 208 w 736"/>
                <a:gd name="T13" fmla="*/ 192 h 512"/>
                <a:gd name="T14" fmla="*/ 448 w 736"/>
                <a:gd name="T15" fmla="*/ 192 h 512"/>
                <a:gd name="T16" fmla="*/ 448 w 736"/>
                <a:gd name="T17" fmla="*/ 288 h 512"/>
                <a:gd name="T18" fmla="*/ 208 w 736"/>
                <a:gd name="T19" fmla="*/ 288 h 512"/>
                <a:gd name="T20" fmla="*/ 208 w 736"/>
                <a:gd name="T21" fmla="*/ 416 h 512"/>
                <a:gd name="T22" fmla="*/ 736 w 736"/>
                <a:gd name="T23" fmla="*/ 416 h 512"/>
                <a:gd name="T24" fmla="*/ 736 w 736"/>
                <a:gd name="T25" fmla="*/ 512 h 512"/>
                <a:gd name="T26" fmla="*/ 32 w 736"/>
                <a:gd name="T27" fmla="*/ 512 h 512"/>
                <a:gd name="T28" fmla="*/ 0 w 736"/>
                <a:gd name="T29" fmla="*/ 4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36" h="512">
                  <a:moveTo>
                    <a:pt x="0" y="480"/>
                  </a:moveTo>
                  <a:lnTo>
                    <a:pt x="0" y="32"/>
                  </a:lnTo>
                  <a:cubicBezTo>
                    <a:pt x="0" y="16"/>
                    <a:pt x="16" y="0"/>
                    <a:pt x="48" y="0"/>
                  </a:cubicBezTo>
                  <a:lnTo>
                    <a:pt x="736" y="0"/>
                  </a:lnTo>
                  <a:lnTo>
                    <a:pt x="736" y="96"/>
                  </a:lnTo>
                  <a:lnTo>
                    <a:pt x="208" y="96"/>
                  </a:lnTo>
                  <a:lnTo>
                    <a:pt x="208" y="192"/>
                  </a:lnTo>
                  <a:lnTo>
                    <a:pt x="448" y="192"/>
                  </a:lnTo>
                  <a:lnTo>
                    <a:pt x="448" y="288"/>
                  </a:lnTo>
                  <a:lnTo>
                    <a:pt x="208" y="288"/>
                  </a:lnTo>
                  <a:lnTo>
                    <a:pt x="208" y="416"/>
                  </a:lnTo>
                  <a:lnTo>
                    <a:pt x="736" y="416"/>
                  </a:lnTo>
                  <a:lnTo>
                    <a:pt x="736" y="512"/>
                  </a:lnTo>
                  <a:lnTo>
                    <a:pt x="32" y="512"/>
                  </a:lnTo>
                  <a:cubicBezTo>
                    <a:pt x="16" y="512"/>
                    <a:pt x="0" y="496"/>
                    <a:pt x="0" y="480"/>
                  </a:cubicBezTo>
                  <a:close/>
                </a:path>
              </a:pathLst>
            </a:custGeom>
            <a:solidFill>
              <a:srgbClr val="0070C0"/>
            </a:solidFill>
            <a:ln w="0">
              <a:noFill/>
              <a:prstDash val="solid"/>
              <a:round/>
            </a:ln>
          </p:spPr>
          <p:txBody>
            <a:bodyPr vert="horz" wrap="square" lIns="91440" tIns="45720" rIns="91440" bIns="45720" numCol="1" anchor="t" anchorCtr="0" compatLnSpc="1"/>
            <a:lstStyle/>
            <a:p>
              <a:endParaRPr lang="zh-CN" altLang="en-US" sz="1100"/>
            </a:p>
          </p:txBody>
        </p:sp>
        <p:sp>
          <p:nvSpPr>
            <p:cNvPr id="35" name="Freeform 9"/>
            <p:cNvSpPr>
              <a:spLocks noEditPoints="1"/>
            </p:cNvSpPr>
            <p:nvPr/>
          </p:nvSpPr>
          <p:spPr bwMode="auto">
            <a:xfrm>
              <a:off x="10612438" y="258763"/>
              <a:ext cx="520700" cy="398463"/>
            </a:xfrm>
            <a:custGeom>
              <a:avLst/>
              <a:gdLst>
                <a:gd name="T0" fmla="*/ 128 w 672"/>
                <a:gd name="T1" fmla="*/ 256 h 560"/>
                <a:gd name="T2" fmla="*/ 128 w 672"/>
                <a:gd name="T3" fmla="*/ 128 h 560"/>
                <a:gd name="T4" fmla="*/ 160 w 672"/>
                <a:gd name="T5" fmla="*/ 224 h 560"/>
                <a:gd name="T6" fmla="*/ 240 w 672"/>
                <a:gd name="T7" fmla="*/ 224 h 560"/>
                <a:gd name="T8" fmla="*/ 208 w 672"/>
                <a:gd name="T9" fmla="*/ 128 h 560"/>
                <a:gd name="T10" fmla="*/ 128 w 672"/>
                <a:gd name="T11" fmla="*/ 128 h 560"/>
                <a:gd name="T12" fmla="*/ 128 w 672"/>
                <a:gd name="T13" fmla="*/ 80 h 560"/>
                <a:gd name="T14" fmla="*/ 240 w 672"/>
                <a:gd name="T15" fmla="*/ 80 h 560"/>
                <a:gd name="T16" fmla="*/ 240 w 672"/>
                <a:gd name="T17" fmla="*/ 256 h 560"/>
                <a:gd name="T18" fmla="*/ 128 w 672"/>
                <a:gd name="T19" fmla="*/ 256 h 560"/>
                <a:gd name="T20" fmla="*/ 144 w 672"/>
                <a:gd name="T21" fmla="*/ 320 h 560"/>
                <a:gd name="T22" fmla="*/ 160 w 672"/>
                <a:gd name="T23" fmla="*/ 432 h 560"/>
                <a:gd name="T24" fmla="*/ 240 w 672"/>
                <a:gd name="T25" fmla="*/ 432 h 560"/>
                <a:gd name="T26" fmla="*/ 208 w 672"/>
                <a:gd name="T27" fmla="*/ 320 h 560"/>
                <a:gd name="T28" fmla="*/ 144 w 672"/>
                <a:gd name="T29" fmla="*/ 320 h 560"/>
                <a:gd name="T30" fmla="*/ 448 w 672"/>
                <a:gd name="T31" fmla="*/ 48 h 560"/>
                <a:gd name="T32" fmla="*/ 416 w 672"/>
                <a:gd name="T33" fmla="*/ 0 h 560"/>
                <a:gd name="T34" fmla="*/ 512 w 672"/>
                <a:gd name="T35" fmla="*/ 0 h 560"/>
                <a:gd name="T36" fmla="*/ 544 w 672"/>
                <a:gd name="T37" fmla="*/ 48 h 560"/>
                <a:gd name="T38" fmla="*/ 672 w 672"/>
                <a:gd name="T39" fmla="*/ 48 h 560"/>
                <a:gd name="T40" fmla="*/ 672 w 672"/>
                <a:gd name="T41" fmla="*/ 96 h 560"/>
                <a:gd name="T42" fmla="*/ 336 w 672"/>
                <a:gd name="T43" fmla="*/ 96 h 560"/>
                <a:gd name="T44" fmla="*/ 336 w 672"/>
                <a:gd name="T45" fmla="*/ 48 h 560"/>
                <a:gd name="T46" fmla="*/ 448 w 672"/>
                <a:gd name="T47" fmla="*/ 48 h 560"/>
                <a:gd name="T48" fmla="*/ 368 w 672"/>
                <a:gd name="T49" fmla="*/ 144 h 560"/>
                <a:gd name="T50" fmla="*/ 608 w 672"/>
                <a:gd name="T51" fmla="*/ 144 h 560"/>
                <a:gd name="T52" fmla="*/ 608 w 672"/>
                <a:gd name="T53" fmla="*/ 512 h 560"/>
                <a:gd name="T54" fmla="*/ 672 w 672"/>
                <a:gd name="T55" fmla="*/ 512 h 560"/>
                <a:gd name="T56" fmla="*/ 672 w 672"/>
                <a:gd name="T57" fmla="*/ 544 h 560"/>
                <a:gd name="T58" fmla="*/ 560 w 672"/>
                <a:gd name="T59" fmla="*/ 544 h 560"/>
                <a:gd name="T60" fmla="*/ 528 w 672"/>
                <a:gd name="T61" fmla="*/ 512 h 560"/>
                <a:gd name="T62" fmla="*/ 528 w 672"/>
                <a:gd name="T63" fmla="*/ 192 h 560"/>
                <a:gd name="T64" fmla="*/ 464 w 672"/>
                <a:gd name="T65" fmla="*/ 192 h 560"/>
                <a:gd name="T66" fmla="*/ 464 w 672"/>
                <a:gd name="T67" fmla="*/ 384 h 560"/>
                <a:gd name="T68" fmla="*/ 336 w 672"/>
                <a:gd name="T69" fmla="*/ 544 h 560"/>
                <a:gd name="T70" fmla="*/ 336 w 672"/>
                <a:gd name="T71" fmla="*/ 480 h 560"/>
                <a:gd name="T72" fmla="*/ 368 w 672"/>
                <a:gd name="T73" fmla="*/ 400 h 560"/>
                <a:gd name="T74" fmla="*/ 368 w 672"/>
                <a:gd name="T75" fmla="*/ 144 h 560"/>
                <a:gd name="T76" fmla="*/ 128 w 672"/>
                <a:gd name="T77" fmla="*/ 48 h 560"/>
                <a:gd name="T78" fmla="*/ 160 w 672"/>
                <a:gd name="T79" fmla="*/ 0 h 560"/>
                <a:gd name="T80" fmla="*/ 256 w 672"/>
                <a:gd name="T81" fmla="*/ 0 h 560"/>
                <a:gd name="T82" fmla="*/ 224 w 672"/>
                <a:gd name="T83" fmla="*/ 48 h 560"/>
                <a:gd name="T84" fmla="*/ 320 w 672"/>
                <a:gd name="T85" fmla="*/ 48 h 560"/>
                <a:gd name="T86" fmla="*/ 320 w 672"/>
                <a:gd name="T87" fmla="*/ 528 h 560"/>
                <a:gd name="T88" fmla="*/ 304 w 672"/>
                <a:gd name="T89" fmla="*/ 560 h 560"/>
                <a:gd name="T90" fmla="*/ 176 w 672"/>
                <a:gd name="T91" fmla="*/ 560 h 560"/>
                <a:gd name="T92" fmla="*/ 176 w 672"/>
                <a:gd name="T93" fmla="*/ 512 h 560"/>
                <a:gd name="T94" fmla="*/ 240 w 672"/>
                <a:gd name="T95" fmla="*/ 512 h 560"/>
                <a:gd name="T96" fmla="*/ 240 w 672"/>
                <a:gd name="T97" fmla="*/ 288 h 560"/>
                <a:gd name="T98" fmla="*/ 128 w 672"/>
                <a:gd name="T99" fmla="*/ 288 h 560"/>
                <a:gd name="T100" fmla="*/ 80 w 672"/>
                <a:gd name="T101" fmla="*/ 544 h 560"/>
                <a:gd name="T102" fmla="*/ 0 w 672"/>
                <a:gd name="T103" fmla="*/ 544 h 560"/>
                <a:gd name="T104" fmla="*/ 48 w 672"/>
                <a:gd name="T105" fmla="*/ 304 h 560"/>
                <a:gd name="T106" fmla="*/ 0 w 672"/>
                <a:gd name="T107" fmla="*/ 304 h 560"/>
                <a:gd name="T108" fmla="*/ 0 w 672"/>
                <a:gd name="T109" fmla="*/ 256 h 560"/>
                <a:gd name="T110" fmla="*/ 48 w 672"/>
                <a:gd name="T111" fmla="*/ 256 h 560"/>
                <a:gd name="T112" fmla="*/ 48 w 672"/>
                <a:gd name="T113" fmla="*/ 48 h 560"/>
                <a:gd name="T114" fmla="*/ 128 w 672"/>
                <a:gd name="T115" fmla="*/ 48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72" h="560">
                  <a:moveTo>
                    <a:pt x="128" y="256"/>
                  </a:moveTo>
                  <a:lnTo>
                    <a:pt x="128" y="128"/>
                  </a:lnTo>
                  <a:lnTo>
                    <a:pt x="160" y="224"/>
                  </a:lnTo>
                  <a:lnTo>
                    <a:pt x="240" y="224"/>
                  </a:lnTo>
                  <a:lnTo>
                    <a:pt x="208" y="128"/>
                  </a:lnTo>
                  <a:lnTo>
                    <a:pt x="128" y="128"/>
                  </a:lnTo>
                  <a:lnTo>
                    <a:pt x="128" y="80"/>
                  </a:lnTo>
                  <a:lnTo>
                    <a:pt x="240" y="80"/>
                  </a:lnTo>
                  <a:lnTo>
                    <a:pt x="240" y="256"/>
                  </a:lnTo>
                  <a:lnTo>
                    <a:pt x="128" y="256"/>
                  </a:lnTo>
                  <a:close/>
                  <a:moveTo>
                    <a:pt x="144" y="320"/>
                  </a:moveTo>
                  <a:lnTo>
                    <a:pt x="160" y="432"/>
                  </a:lnTo>
                  <a:lnTo>
                    <a:pt x="240" y="432"/>
                  </a:lnTo>
                  <a:lnTo>
                    <a:pt x="208" y="320"/>
                  </a:lnTo>
                  <a:lnTo>
                    <a:pt x="144" y="320"/>
                  </a:lnTo>
                  <a:close/>
                  <a:moveTo>
                    <a:pt x="448" y="48"/>
                  </a:moveTo>
                  <a:lnTo>
                    <a:pt x="416" y="0"/>
                  </a:lnTo>
                  <a:lnTo>
                    <a:pt x="512" y="0"/>
                  </a:lnTo>
                  <a:lnTo>
                    <a:pt x="544" y="48"/>
                  </a:lnTo>
                  <a:lnTo>
                    <a:pt x="672" y="48"/>
                  </a:lnTo>
                  <a:lnTo>
                    <a:pt x="672" y="96"/>
                  </a:lnTo>
                  <a:lnTo>
                    <a:pt x="336" y="96"/>
                  </a:lnTo>
                  <a:lnTo>
                    <a:pt x="336" y="48"/>
                  </a:lnTo>
                  <a:lnTo>
                    <a:pt x="448" y="48"/>
                  </a:lnTo>
                  <a:close/>
                  <a:moveTo>
                    <a:pt x="368" y="144"/>
                  </a:moveTo>
                  <a:lnTo>
                    <a:pt x="608" y="144"/>
                  </a:lnTo>
                  <a:lnTo>
                    <a:pt x="608" y="512"/>
                  </a:lnTo>
                  <a:lnTo>
                    <a:pt x="672" y="512"/>
                  </a:lnTo>
                  <a:lnTo>
                    <a:pt x="672" y="544"/>
                  </a:lnTo>
                  <a:lnTo>
                    <a:pt x="560" y="544"/>
                  </a:lnTo>
                  <a:cubicBezTo>
                    <a:pt x="544" y="544"/>
                    <a:pt x="528" y="544"/>
                    <a:pt x="528" y="512"/>
                  </a:cubicBezTo>
                  <a:lnTo>
                    <a:pt x="528" y="192"/>
                  </a:lnTo>
                  <a:lnTo>
                    <a:pt x="464" y="192"/>
                  </a:lnTo>
                  <a:lnTo>
                    <a:pt x="464" y="384"/>
                  </a:lnTo>
                  <a:cubicBezTo>
                    <a:pt x="448" y="480"/>
                    <a:pt x="400" y="528"/>
                    <a:pt x="336" y="544"/>
                  </a:cubicBezTo>
                  <a:lnTo>
                    <a:pt x="336" y="480"/>
                  </a:lnTo>
                  <a:cubicBezTo>
                    <a:pt x="352" y="464"/>
                    <a:pt x="368" y="432"/>
                    <a:pt x="368" y="400"/>
                  </a:cubicBezTo>
                  <a:lnTo>
                    <a:pt x="368" y="144"/>
                  </a:lnTo>
                  <a:close/>
                  <a:moveTo>
                    <a:pt x="128" y="48"/>
                  </a:moveTo>
                  <a:lnTo>
                    <a:pt x="160" y="0"/>
                  </a:lnTo>
                  <a:lnTo>
                    <a:pt x="256" y="0"/>
                  </a:lnTo>
                  <a:lnTo>
                    <a:pt x="224" y="48"/>
                  </a:lnTo>
                  <a:lnTo>
                    <a:pt x="320" y="48"/>
                  </a:lnTo>
                  <a:lnTo>
                    <a:pt x="320" y="528"/>
                  </a:lnTo>
                  <a:cubicBezTo>
                    <a:pt x="320" y="544"/>
                    <a:pt x="320" y="560"/>
                    <a:pt x="304" y="560"/>
                  </a:cubicBezTo>
                  <a:lnTo>
                    <a:pt x="176" y="560"/>
                  </a:lnTo>
                  <a:lnTo>
                    <a:pt x="176" y="512"/>
                  </a:lnTo>
                  <a:lnTo>
                    <a:pt x="240" y="512"/>
                  </a:lnTo>
                  <a:lnTo>
                    <a:pt x="240" y="288"/>
                  </a:lnTo>
                  <a:lnTo>
                    <a:pt x="128" y="288"/>
                  </a:lnTo>
                  <a:cubicBezTo>
                    <a:pt x="144" y="400"/>
                    <a:pt x="128" y="480"/>
                    <a:pt x="80" y="544"/>
                  </a:cubicBezTo>
                  <a:lnTo>
                    <a:pt x="0" y="544"/>
                  </a:lnTo>
                  <a:cubicBezTo>
                    <a:pt x="32" y="480"/>
                    <a:pt x="48" y="400"/>
                    <a:pt x="48" y="304"/>
                  </a:cubicBezTo>
                  <a:lnTo>
                    <a:pt x="0" y="304"/>
                  </a:lnTo>
                  <a:lnTo>
                    <a:pt x="0" y="256"/>
                  </a:lnTo>
                  <a:lnTo>
                    <a:pt x="48" y="256"/>
                  </a:lnTo>
                  <a:lnTo>
                    <a:pt x="48" y="48"/>
                  </a:lnTo>
                  <a:lnTo>
                    <a:pt x="128" y="48"/>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6" name="Freeform 10"/>
            <p:cNvSpPr>
              <a:spLocks noEditPoints="1"/>
            </p:cNvSpPr>
            <p:nvPr/>
          </p:nvSpPr>
          <p:spPr bwMode="auto">
            <a:xfrm>
              <a:off x="11220451" y="258763"/>
              <a:ext cx="508000" cy="398463"/>
            </a:xfrm>
            <a:custGeom>
              <a:avLst/>
              <a:gdLst>
                <a:gd name="T0" fmla="*/ 16 w 656"/>
                <a:gd name="T1" fmla="*/ 512 h 560"/>
                <a:gd name="T2" fmla="*/ 16 w 656"/>
                <a:gd name="T3" fmla="*/ 352 h 560"/>
                <a:gd name="T4" fmla="*/ 624 w 656"/>
                <a:gd name="T5" fmla="*/ 352 h 560"/>
                <a:gd name="T6" fmla="*/ 624 w 656"/>
                <a:gd name="T7" fmla="*/ 512 h 560"/>
                <a:gd name="T8" fmla="*/ 656 w 656"/>
                <a:gd name="T9" fmla="*/ 512 h 560"/>
                <a:gd name="T10" fmla="*/ 656 w 656"/>
                <a:gd name="T11" fmla="*/ 560 h 560"/>
                <a:gd name="T12" fmla="*/ 0 w 656"/>
                <a:gd name="T13" fmla="*/ 560 h 560"/>
                <a:gd name="T14" fmla="*/ 0 w 656"/>
                <a:gd name="T15" fmla="*/ 512 h 560"/>
                <a:gd name="T16" fmla="*/ 16 w 656"/>
                <a:gd name="T17" fmla="*/ 512 h 560"/>
                <a:gd name="T18" fmla="*/ 112 w 656"/>
                <a:gd name="T19" fmla="*/ 400 h 560"/>
                <a:gd name="T20" fmla="*/ 208 w 656"/>
                <a:gd name="T21" fmla="*/ 400 h 560"/>
                <a:gd name="T22" fmla="*/ 208 w 656"/>
                <a:gd name="T23" fmla="*/ 512 h 560"/>
                <a:gd name="T24" fmla="*/ 112 w 656"/>
                <a:gd name="T25" fmla="*/ 512 h 560"/>
                <a:gd name="T26" fmla="*/ 112 w 656"/>
                <a:gd name="T27" fmla="*/ 400 h 560"/>
                <a:gd name="T28" fmla="*/ 272 w 656"/>
                <a:gd name="T29" fmla="*/ 400 h 560"/>
                <a:gd name="T30" fmla="*/ 384 w 656"/>
                <a:gd name="T31" fmla="*/ 400 h 560"/>
                <a:gd name="T32" fmla="*/ 384 w 656"/>
                <a:gd name="T33" fmla="*/ 512 h 560"/>
                <a:gd name="T34" fmla="*/ 272 w 656"/>
                <a:gd name="T35" fmla="*/ 512 h 560"/>
                <a:gd name="T36" fmla="*/ 272 w 656"/>
                <a:gd name="T37" fmla="*/ 400 h 560"/>
                <a:gd name="T38" fmla="*/ 448 w 656"/>
                <a:gd name="T39" fmla="*/ 400 h 560"/>
                <a:gd name="T40" fmla="*/ 544 w 656"/>
                <a:gd name="T41" fmla="*/ 400 h 560"/>
                <a:gd name="T42" fmla="*/ 544 w 656"/>
                <a:gd name="T43" fmla="*/ 512 h 560"/>
                <a:gd name="T44" fmla="*/ 448 w 656"/>
                <a:gd name="T45" fmla="*/ 512 h 560"/>
                <a:gd name="T46" fmla="*/ 448 w 656"/>
                <a:gd name="T47" fmla="*/ 400 h 560"/>
                <a:gd name="T48" fmla="*/ 16 w 656"/>
                <a:gd name="T49" fmla="*/ 256 h 560"/>
                <a:gd name="T50" fmla="*/ 48 w 656"/>
                <a:gd name="T51" fmla="*/ 176 h 560"/>
                <a:gd name="T52" fmla="*/ 48 w 656"/>
                <a:gd name="T53" fmla="*/ 32 h 560"/>
                <a:gd name="T54" fmla="*/ 336 w 656"/>
                <a:gd name="T55" fmla="*/ 32 h 560"/>
                <a:gd name="T56" fmla="*/ 320 w 656"/>
                <a:gd name="T57" fmla="*/ 0 h 560"/>
                <a:gd name="T58" fmla="*/ 400 w 656"/>
                <a:gd name="T59" fmla="*/ 0 h 560"/>
                <a:gd name="T60" fmla="*/ 416 w 656"/>
                <a:gd name="T61" fmla="*/ 48 h 560"/>
                <a:gd name="T62" fmla="*/ 560 w 656"/>
                <a:gd name="T63" fmla="*/ 48 h 560"/>
                <a:gd name="T64" fmla="*/ 560 w 656"/>
                <a:gd name="T65" fmla="*/ 0 h 560"/>
                <a:gd name="T66" fmla="*/ 640 w 656"/>
                <a:gd name="T67" fmla="*/ 0 h 560"/>
                <a:gd name="T68" fmla="*/ 640 w 656"/>
                <a:gd name="T69" fmla="*/ 80 h 560"/>
                <a:gd name="T70" fmla="*/ 416 w 656"/>
                <a:gd name="T71" fmla="*/ 80 h 560"/>
                <a:gd name="T72" fmla="*/ 464 w 656"/>
                <a:gd name="T73" fmla="*/ 176 h 560"/>
                <a:gd name="T74" fmla="*/ 496 w 656"/>
                <a:gd name="T75" fmla="*/ 112 h 560"/>
                <a:gd name="T76" fmla="*/ 592 w 656"/>
                <a:gd name="T77" fmla="*/ 112 h 560"/>
                <a:gd name="T78" fmla="*/ 528 w 656"/>
                <a:gd name="T79" fmla="*/ 240 h 560"/>
                <a:gd name="T80" fmla="*/ 576 w 656"/>
                <a:gd name="T81" fmla="*/ 256 h 560"/>
                <a:gd name="T82" fmla="*/ 576 w 656"/>
                <a:gd name="T83" fmla="*/ 208 h 560"/>
                <a:gd name="T84" fmla="*/ 656 w 656"/>
                <a:gd name="T85" fmla="*/ 208 h 560"/>
                <a:gd name="T86" fmla="*/ 656 w 656"/>
                <a:gd name="T87" fmla="*/ 352 h 560"/>
                <a:gd name="T88" fmla="*/ 464 w 656"/>
                <a:gd name="T89" fmla="*/ 288 h 560"/>
                <a:gd name="T90" fmla="*/ 336 w 656"/>
                <a:gd name="T91" fmla="*/ 336 h 560"/>
                <a:gd name="T92" fmla="*/ 336 w 656"/>
                <a:gd name="T93" fmla="*/ 272 h 560"/>
                <a:gd name="T94" fmla="*/ 416 w 656"/>
                <a:gd name="T95" fmla="*/ 240 h 560"/>
                <a:gd name="T96" fmla="*/ 336 w 656"/>
                <a:gd name="T97" fmla="*/ 80 h 560"/>
                <a:gd name="T98" fmla="*/ 128 w 656"/>
                <a:gd name="T99" fmla="*/ 80 h 560"/>
                <a:gd name="T100" fmla="*/ 128 w 656"/>
                <a:gd name="T101" fmla="*/ 128 h 560"/>
                <a:gd name="T102" fmla="*/ 320 w 656"/>
                <a:gd name="T103" fmla="*/ 128 h 560"/>
                <a:gd name="T104" fmla="*/ 320 w 656"/>
                <a:gd name="T105" fmla="*/ 304 h 560"/>
                <a:gd name="T106" fmla="*/ 288 w 656"/>
                <a:gd name="T107" fmla="*/ 352 h 560"/>
                <a:gd name="T108" fmla="*/ 160 w 656"/>
                <a:gd name="T109" fmla="*/ 352 h 560"/>
                <a:gd name="T110" fmla="*/ 160 w 656"/>
                <a:gd name="T111" fmla="*/ 304 h 560"/>
                <a:gd name="T112" fmla="*/ 224 w 656"/>
                <a:gd name="T113" fmla="*/ 304 h 560"/>
                <a:gd name="T114" fmla="*/ 240 w 656"/>
                <a:gd name="T115" fmla="*/ 288 h 560"/>
                <a:gd name="T116" fmla="*/ 240 w 656"/>
                <a:gd name="T117" fmla="*/ 160 h 560"/>
                <a:gd name="T118" fmla="*/ 128 w 656"/>
                <a:gd name="T119" fmla="*/ 160 h 560"/>
                <a:gd name="T120" fmla="*/ 16 w 656"/>
                <a:gd name="T121" fmla="*/ 336 h 560"/>
                <a:gd name="T122" fmla="*/ 16 w 656"/>
                <a:gd name="T123" fmla="*/ 256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6" h="560">
                  <a:moveTo>
                    <a:pt x="16" y="512"/>
                  </a:moveTo>
                  <a:lnTo>
                    <a:pt x="16" y="352"/>
                  </a:lnTo>
                  <a:lnTo>
                    <a:pt x="624" y="352"/>
                  </a:lnTo>
                  <a:lnTo>
                    <a:pt x="624" y="512"/>
                  </a:lnTo>
                  <a:lnTo>
                    <a:pt x="656" y="512"/>
                  </a:lnTo>
                  <a:lnTo>
                    <a:pt x="656" y="560"/>
                  </a:lnTo>
                  <a:lnTo>
                    <a:pt x="0" y="560"/>
                  </a:lnTo>
                  <a:lnTo>
                    <a:pt x="0" y="512"/>
                  </a:lnTo>
                  <a:lnTo>
                    <a:pt x="16" y="512"/>
                  </a:lnTo>
                  <a:close/>
                  <a:moveTo>
                    <a:pt x="112" y="400"/>
                  </a:moveTo>
                  <a:lnTo>
                    <a:pt x="208" y="400"/>
                  </a:lnTo>
                  <a:lnTo>
                    <a:pt x="208" y="512"/>
                  </a:lnTo>
                  <a:lnTo>
                    <a:pt x="112" y="512"/>
                  </a:lnTo>
                  <a:lnTo>
                    <a:pt x="112" y="400"/>
                  </a:lnTo>
                  <a:close/>
                  <a:moveTo>
                    <a:pt x="272" y="400"/>
                  </a:moveTo>
                  <a:lnTo>
                    <a:pt x="384" y="400"/>
                  </a:lnTo>
                  <a:lnTo>
                    <a:pt x="384" y="512"/>
                  </a:lnTo>
                  <a:lnTo>
                    <a:pt x="272" y="512"/>
                  </a:lnTo>
                  <a:lnTo>
                    <a:pt x="272" y="400"/>
                  </a:lnTo>
                  <a:close/>
                  <a:moveTo>
                    <a:pt x="448" y="400"/>
                  </a:moveTo>
                  <a:lnTo>
                    <a:pt x="544" y="400"/>
                  </a:lnTo>
                  <a:lnTo>
                    <a:pt x="544" y="512"/>
                  </a:lnTo>
                  <a:lnTo>
                    <a:pt x="448" y="512"/>
                  </a:lnTo>
                  <a:lnTo>
                    <a:pt x="448" y="400"/>
                  </a:lnTo>
                  <a:close/>
                  <a:moveTo>
                    <a:pt x="16" y="256"/>
                  </a:moveTo>
                  <a:cubicBezTo>
                    <a:pt x="32" y="240"/>
                    <a:pt x="48" y="208"/>
                    <a:pt x="48" y="176"/>
                  </a:cubicBezTo>
                  <a:lnTo>
                    <a:pt x="48" y="32"/>
                  </a:lnTo>
                  <a:lnTo>
                    <a:pt x="336" y="32"/>
                  </a:lnTo>
                  <a:cubicBezTo>
                    <a:pt x="320" y="16"/>
                    <a:pt x="320" y="16"/>
                    <a:pt x="320" y="0"/>
                  </a:cubicBezTo>
                  <a:lnTo>
                    <a:pt x="400" y="0"/>
                  </a:lnTo>
                  <a:cubicBezTo>
                    <a:pt x="400" y="16"/>
                    <a:pt x="400" y="32"/>
                    <a:pt x="416" y="48"/>
                  </a:cubicBezTo>
                  <a:lnTo>
                    <a:pt x="560" y="48"/>
                  </a:lnTo>
                  <a:lnTo>
                    <a:pt x="560" y="0"/>
                  </a:lnTo>
                  <a:lnTo>
                    <a:pt x="640" y="0"/>
                  </a:lnTo>
                  <a:lnTo>
                    <a:pt x="640" y="80"/>
                  </a:lnTo>
                  <a:lnTo>
                    <a:pt x="416" y="80"/>
                  </a:lnTo>
                  <a:cubicBezTo>
                    <a:pt x="432" y="112"/>
                    <a:pt x="448" y="144"/>
                    <a:pt x="464" y="176"/>
                  </a:cubicBezTo>
                  <a:lnTo>
                    <a:pt x="496" y="112"/>
                  </a:lnTo>
                  <a:lnTo>
                    <a:pt x="592" y="112"/>
                  </a:lnTo>
                  <a:cubicBezTo>
                    <a:pt x="576" y="160"/>
                    <a:pt x="560" y="192"/>
                    <a:pt x="528" y="240"/>
                  </a:cubicBezTo>
                  <a:cubicBezTo>
                    <a:pt x="544" y="240"/>
                    <a:pt x="560" y="256"/>
                    <a:pt x="576" y="256"/>
                  </a:cubicBezTo>
                  <a:lnTo>
                    <a:pt x="576" y="208"/>
                  </a:lnTo>
                  <a:lnTo>
                    <a:pt x="656" y="208"/>
                  </a:lnTo>
                  <a:lnTo>
                    <a:pt x="656" y="352"/>
                  </a:lnTo>
                  <a:cubicBezTo>
                    <a:pt x="576" y="352"/>
                    <a:pt x="528" y="320"/>
                    <a:pt x="464" y="288"/>
                  </a:cubicBezTo>
                  <a:cubicBezTo>
                    <a:pt x="432" y="304"/>
                    <a:pt x="384" y="320"/>
                    <a:pt x="336" y="336"/>
                  </a:cubicBezTo>
                  <a:lnTo>
                    <a:pt x="336" y="272"/>
                  </a:lnTo>
                  <a:cubicBezTo>
                    <a:pt x="368" y="256"/>
                    <a:pt x="384" y="256"/>
                    <a:pt x="416" y="240"/>
                  </a:cubicBezTo>
                  <a:cubicBezTo>
                    <a:pt x="368" y="176"/>
                    <a:pt x="352" y="128"/>
                    <a:pt x="336" y="80"/>
                  </a:cubicBezTo>
                  <a:lnTo>
                    <a:pt x="128" y="80"/>
                  </a:lnTo>
                  <a:lnTo>
                    <a:pt x="128" y="128"/>
                  </a:lnTo>
                  <a:lnTo>
                    <a:pt x="320" y="128"/>
                  </a:lnTo>
                  <a:lnTo>
                    <a:pt x="320" y="304"/>
                  </a:lnTo>
                  <a:cubicBezTo>
                    <a:pt x="320" y="320"/>
                    <a:pt x="304" y="352"/>
                    <a:pt x="288" y="352"/>
                  </a:cubicBezTo>
                  <a:lnTo>
                    <a:pt x="160" y="352"/>
                  </a:lnTo>
                  <a:lnTo>
                    <a:pt x="160" y="304"/>
                  </a:lnTo>
                  <a:lnTo>
                    <a:pt x="224" y="304"/>
                  </a:lnTo>
                  <a:cubicBezTo>
                    <a:pt x="224" y="304"/>
                    <a:pt x="240" y="304"/>
                    <a:pt x="240" y="288"/>
                  </a:cubicBezTo>
                  <a:lnTo>
                    <a:pt x="240" y="160"/>
                  </a:lnTo>
                  <a:lnTo>
                    <a:pt x="128" y="160"/>
                  </a:lnTo>
                  <a:cubicBezTo>
                    <a:pt x="128" y="272"/>
                    <a:pt x="80" y="320"/>
                    <a:pt x="16" y="336"/>
                  </a:cubicBezTo>
                  <a:lnTo>
                    <a:pt x="16" y="256"/>
                  </a:lnTo>
                  <a:close/>
                </a:path>
              </a:pathLst>
            </a:custGeom>
            <a:solidFill>
              <a:schemeClr val="tx1"/>
            </a:solidFill>
            <a:ln w="0">
              <a:noFill/>
              <a:prstDash val="solid"/>
              <a:round/>
            </a:ln>
          </p:spPr>
          <p:txBody>
            <a:bodyPr vert="horz" wrap="square" lIns="91440" tIns="45720" rIns="91440" bIns="45720" numCol="1" anchor="t" anchorCtr="0" compatLnSpc="1"/>
            <a:lstStyle/>
            <a:p>
              <a:endParaRPr lang="zh-CN" altLang="en-US" sz="1100"/>
            </a:p>
          </p:txBody>
        </p:sp>
        <p:sp>
          <p:nvSpPr>
            <p:cNvPr id="37" name="文本框 36"/>
            <p:cNvSpPr txBox="1"/>
            <p:nvPr/>
          </p:nvSpPr>
          <p:spPr>
            <a:xfrm>
              <a:off x="7836774" y="706794"/>
              <a:ext cx="4044824" cy="439386"/>
            </a:xfrm>
            <a:prstGeom prst="rect">
              <a:avLst/>
            </a:prstGeom>
            <a:noFill/>
          </p:spPr>
          <p:txBody>
            <a:bodyPr wrap="square" rtlCol="0">
              <a:spAutoFit/>
            </a:bodyPr>
            <a:lstStyle/>
            <a:p>
              <a:pPr algn="just"/>
              <a:r>
                <a:rPr lang="zh-CN" altLang="en-US" sz="1100" dirty="0" smtClean="0">
                  <a:solidFill>
                    <a:schemeClr val="bg1">
                      <a:lumMod val="50000"/>
                    </a:schemeClr>
                  </a:solidFill>
                </a:rPr>
                <a:t>科   技   创   新  </a:t>
              </a:r>
              <a:r>
                <a:rPr lang="zh-CN" altLang="en-US" sz="1100" baseline="0" dirty="0" smtClean="0">
                  <a:solidFill>
                    <a:schemeClr val="bg1">
                      <a:lumMod val="50000"/>
                    </a:schemeClr>
                  </a:solidFill>
                </a:rPr>
                <a:t>    </a:t>
              </a:r>
              <a:r>
                <a:rPr lang="zh-CN" altLang="en-US" sz="1100" dirty="0" smtClean="0">
                  <a:solidFill>
                    <a:schemeClr val="bg1">
                      <a:lumMod val="50000"/>
                    </a:schemeClr>
                  </a:solidFill>
                </a:rPr>
                <a:t> 文   化   护   航</a:t>
              </a:r>
              <a:endParaRPr lang="zh-CN" altLang="en-US" sz="1100" dirty="0">
                <a:solidFill>
                  <a:schemeClr val="bg1">
                    <a:lumMod val="50000"/>
                  </a:schemeClr>
                </a:solidFill>
              </a:endParaRPr>
            </a:p>
          </p:txBody>
        </p:sp>
      </p:grpSp>
      <p:cxnSp>
        <p:nvCxnSpPr>
          <p:cNvPr id="4" name="直接连接符 3"/>
          <p:cNvCxnSpPr/>
          <p:nvPr userDrawn="1"/>
        </p:nvCxnSpPr>
        <p:spPr>
          <a:xfrm>
            <a:off x="283508" y="821094"/>
            <a:ext cx="11635256" cy="0"/>
          </a:xfrm>
          <a:prstGeom prst="line">
            <a:avLst/>
          </a:prstGeom>
          <a:ln w="28575">
            <a:solidFill>
              <a:srgbClr val="019ED9"/>
            </a:solidFill>
          </a:ln>
        </p:spPr>
        <p:style>
          <a:lnRef idx="1">
            <a:schemeClr val="accent1"/>
          </a:lnRef>
          <a:fillRef idx="0">
            <a:schemeClr val="accent1"/>
          </a:fillRef>
          <a:effectRef idx="0">
            <a:schemeClr val="accent1"/>
          </a:effectRef>
          <a:fontRef idx="minor">
            <a:schemeClr val="tx1"/>
          </a:fontRef>
        </p:style>
      </p:cxnSp>
      <p:sp>
        <p:nvSpPr>
          <p:cNvPr id="21" name="矩形 20"/>
          <p:cNvSpPr/>
          <p:nvPr userDrawn="1"/>
        </p:nvSpPr>
        <p:spPr>
          <a:xfrm>
            <a:off x="119095" y="6527402"/>
            <a:ext cx="1920719" cy="276999"/>
          </a:xfrm>
          <a:prstGeom prst="rect">
            <a:avLst/>
          </a:prstGeom>
        </p:spPr>
        <p:txBody>
          <a:bodyPr wrap="none">
            <a:spAutoFit/>
          </a:bodyPr>
          <a:lstStyle/>
          <a:p>
            <a:r>
              <a:rPr lang="de-DE" altLang="de-DE" sz="1200" dirty="0" smtClean="0">
                <a:solidFill>
                  <a:schemeClr val="tx1"/>
                </a:solidFill>
              </a:rPr>
              <a:t>Mar 2019 © HSAE Group</a:t>
            </a:r>
            <a:endParaRPr lang="de-DE" altLang="de-DE" sz="1200" dirty="0">
              <a:solidFill>
                <a:schemeClr val="tx1"/>
              </a:solidFill>
            </a:endParaRPr>
          </a:p>
        </p:txBody>
      </p:sp>
    </p:spTree>
  </p:cSld>
  <p:clrMapOvr>
    <a:overrideClrMapping bg1="lt1" tx1="dk1" bg2="lt2" tx2="dk2" accent1="accent1" accent2="accent2" accent3="accent3" accent4="accent4" accent5="accent5" accent6="accent6" hlink="hlink" folHlink="folHlink"/>
  </p:clrMapOvr>
  <p:transition spd="slow">
    <p:wipe/>
  </p:transition>
  <p:timing>
    <p:tnLst>
      <p:par>
        <p:cTn id="1" dur="indefinite" restart="never" nodeType="tmRoot"/>
      </p:par>
    </p:tnLst>
  </p:timing>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67203" y="222565"/>
            <a:ext cx="3433953" cy="384080"/>
          </a:xfrm>
          <a:prstGeom prst="rect">
            <a:avLst/>
          </a:prstGeom>
        </p:spPr>
        <p:txBody>
          <a:bodyPr anchor="ctr"/>
          <a:lstStyle>
            <a:lvl1pPr marL="0" indent="0">
              <a:buNone/>
              <a:defRPr sz="1900" b="1"/>
            </a:lvl1pPr>
          </a:lstStyle>
          <a:p>
            <a:pPr lvl="0"/>
            <a:r>
              <a:rPr lang="zh-CN" altLang="en-US" dirty="0" smtClean="0"/>
              <a:t>单击此处输入标题</a:t>
            </a:r>
          </a:p>
        </p:txBody>
      </p:sp>
      <p:sp>
        <p:nvSpPr>
          <p:cNvPr id="5" name="Parallelogram 13"/>
          <p:cNvSpPr/>
          <p:nvPr userDrawn="1"/>
        </p:nvSpPr>
        <p:spPr>
          <a:xfrm>
            <a:off x="1666" y="194559"/>
            <a:ext cx="767277" cy="389641"/>
          </a:xfrm>
          <a:custGeom>
            <a:avLst/>
            <a:gdLst>
              <a:gd name="connsiteX0" fmla="*/ 0 w 2222628"/>
              <a:gd name="connsiteY0" fmla="*/ 964353 h 964353"/>
              <a:gd name="connsiteX1" fmla="*/ 505504 w 2222628"/>
              <a:gd name="connsiteY1" fmla="*/ 0 h 964353"/>
              <a:gd name="connsiteX2" fmla="*/ 2222628 w 2222628"/>
              <a:gd name="connsiteY2" fmla="*/ 0 h 964353"/>
              <a:gd name="connsiteX3" fmla="*/ 1717124 w 2222628"/>
              <a:gd name="connsiteY3" fmla="*/ 964353 h 964353"/>
              <a:gd name="connsiteX4" fmla="*/ 0 w 2222628"/>
              <a:gd name="connsiteY4" fmla="*/ 964353 h 964353"/>
              <a:gd name="connsiteX0-1" fmla="*/ 0 w 2222628"/>
              <a:gd name="connsiteY0-2" fmla="*/ 964353 h 964353"/>
              <a:gd name="connsiteX1-3" fmla="*/ 19729 w 2222628"/>
              <a:gd name="connsiteY1-4" fmla="*/ 0 h 964353"/>
              <a:gd name="connsiteX2-5" fmla="*/ 2222628 w 2222628"/>
              <a:gd name="connsiteY2-6" fmla="*/ 0 h 964353"/>
              <a:gd name="connsiteX3-7" fmla="*/ 1717124 w 2222628"/>
              <a:gd name="connsiteY3-8" fmla="*/ 964353 h 964353"/>
              <a:gd name="connsiteX4-9" fmla="*/ 0 w 2222628"/>
              <a:gd name="connsiteY4-10" fmla="*/ 964353 h 964353"/>
              <a:gd name="connsiteX0-11" fmla="*/ 0 w 2222628"/>
              <a:gd name="connsiteY0-12" fmla="*/ 964353 h 964353"/>
              <a:gd name="connsiteX1-13" fmla="*/ 679 w 2222628"/>
              <a:gd name="connsiteY1-14" fmla="*/ 0 h 964353"/>
              <a:gd name="connsiteX2-15" fmla="*/ 2222628 w 2222628"/>
              <a:gd name="connsiteY2-16" fmla="*/ 0 h 964353"/>
              <a:gd name="connsiteX3-17" fmla="*/ 1717124 w 2222628"/>
              <a:gd name="connsiteY3-18" fmla="*/ 964353 h 964353"/>
              <a:gd name="connsiteX4-19" fmla="*/ 0 w 2222628"/>
              <a:gd name="connsiteY4-20" fmla="*/ 964353 h 9643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22628" h="964353">
                <a:moveTo>
                  <a:pt x="0" y="964353"/>
                </a:moveTo>
                <a:cubicBezTo>
                  <a:pt x="226" y="642902"/>
                  <a:pt x="453" y="321451"/>
                  <a:pt x="679" y="0"/>
                </a:cubicBezTo>
                <a:lnTo>
                  <a:pt x="2222628" y="0"/>
                </a:lnTo>
                <a:lnTo>
                  <a:pt x="1717124" y="964353"/>
                </a:lnTo>
                <a:lnTo>
                  <a:pt x="0" y="964353"/>
                </a:lnTo>
                <a:close/>
              </a:path>
            </a:pathLst>
          </a:custGeom>
          <a:solidFill>
            <a:srgbClr val="0942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05" dirty="0">
              <a:solidFill>
                <a:schemeClr val="tx1">
                  <a:lumMod val="65000"/>
                  <a:lumOff val="35000"/>
                </a:schemeClr>
              </a:solidFill>
            </a:endParaRPr>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t="1" r="31905" b="-21959"/>
          <a:stretch>
            <a:fillRect/>
          </a:stretch>
        </p:blipFill>
        <p:spPr>
          <a:xfrm>
            <a:off x="11207" y="324465"/>
            <a:ext cx="649193" cy="12982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dirty="0"/>
              <a:t>单击此处编辑母版标题样式</a:t>
            </a:r>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框 3"/>
          <p:cNvSpPr txBox="1"/>
          <p:nvPr userDrawn="1"/>
        </p:nvSpPr>
        <p:spPr>
          <a:xfrm>
            <a:off x="326613" y="6428792"/>
            <a:ext cx="388248" cy="276999"/>
          </a:xfrm>
          <a:prstGeom prst="rect">
            <a:avLst/>
          </a:prstGeom>
          <a:noFill/>
        </p:spPr>
        <p:txBody>
          <a:bodyPr wrap="none" rtlCol="0" anchor="ctr">
            <a:spAutoFit/>
          </a:bodyPr>
          <a:lstStyle/>
          <a:p>
            <a:pPr algn="ctr"/>
            <a:fld id="{7CFDA740-9342-42D1-884D-3B960B32CDD0}" type="slidenum">
              <a:rPr lang="zh-CN" altLang="en-US" sz="1200" smtClean="0">
                <a:solidFill>
                  <a:srgbClr val="5A696F"/>
                </a:solidFill>
                <a:latin typeface="微软雅黑" panose="020B0503020204020204" pitchFamily="34" charset="-122"/>
                <a:ea typeface="微软雅黑" panose="020B0503020204020204" pitchFamily="34" charset="-122"/>
              </a:rPr>
              <a:t>‹#›</a:t>
            </a:fld>
            <a:endParaRPr lang="zh-CN" altLang="en-US" sz="1200" dirty="0">
              <a:solidFill>
                <a:srgbClr val="5A696F"/>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6"/>
          <p:cNvSpPr txBox="1"/>
          <p:nvPr userDrawn="1"/>
        </p:nvSpPr>
        <p:spPr>
          <a:xfrm>
            <a:off x="326613" y="6254264"/>
            <a:ext cx="388248" cy="276999"/>
          </a:xfrm>
          <a:prstGeom prst="rect">
            <a:avLst/>
          </a:prstGeom>
          <a:noFill/>
        </p:spPr>
        <p:txBody>
          <a:bodyPr wrap="none" rtlCol="0" anchor="ctr">
            <a:spAutoFit/>
          </a:bodyPr>
          <a:lstStyle/>
          <a:p>
            <a:pPr algn="ctr"/>
            <a:fld id="{7CFDA740-9342-42D1-884D-3B960B32CDD0}" type="slidenum">
              <a:rPr lang="zh-CN" altLang="en-US" sz="1200" smtClean="0">
                <a:solidFill>
                  <a:schemeClr val="bg1"/>
                </a:solidFill>
                <a:latin typeface="微软雅黑" panose="020B0503020204020204" pitchFamily="34" charset="-122"/>
                <a:ea typeface="微软雅黑" panose="020B0503020204020204" pitchFamily="34" charset="-122"/>
              </a:rPr>
              <a:t>‹#›</a:t>
            </a:fld>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tags" Target="../tags/tag1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19.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0.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3.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4.png"/><Relationship Id="rId4"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30.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2.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3.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5.xml"/><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6.xml"/><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37.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3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39.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4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46.xml"/><Relationship Id="rId4" Type="http://schemas.openxmlformats.org/officeDocument/2006/relationships/image" Target="../media/image36.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ags" Target="../tags/tag47.xml"/><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48.xml"/><Relationship Id="rId5" Type="http://schemas.openxmlformats.org/officeDocument/2006/relationships/image" Target="../media/image39.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43.png"/><Relationship Id="rId2" Type="http://schemas.openxmlformats.org/officeDocument/2006/relationships/slideLayout" Target="../slideLayouts/slideLayout7.xml"/><Relationship Id="rId1" Type="http://schemas.openxmlformats.org/officeDocument/2006/relationships/tags" Target="../tags/tag4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ags" Target="../tags/tag5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ags" Target="../tags/tag52.xml"/><Relationship Id="rId5" Type="http://schemas.openxmlformats.org/officeDocument/2006/relationships/image" Target="../media/image51.png"/><Relationship Id="rId4" Type="http://schemas.openxmlformats.org/officeDocument/2006/relationships/image" Target="../media/image50.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53.xml"/><Relationship Id="rId5" Type="http://schemas.openxmlformats.org/officeDocument/2006/relationships/image" Target="../media/image53.png"/><Relationship Id="rId4" Type="http://schemas.openxmlformats.org/officeDocument/2006/relationships/image" Target="../media/image5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54.xml"/><Relationship Id="rId5" Type="http://schemas.openxmlformats.org/officeDocument/2006/relationships/image" Target="../media/image55.png"/><Relationship Id="rId4" Type="http://schemas.openxmlformats.org/officeDocument/2006/relationships/image" Target="../media/image5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55.xml"/><Relationship Id="rId5" Type="http://schemas.openxmlformats.org/officeDocument/2006/relationships/image" Target="../media/image57.png"/><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59.xml"/><Relationship Id="rId7"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tags" Target="../tags/tag5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5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9018872" y="5847354"/>
            <a:ext cx="1967577" cy="296271"/>
          </a:xfrm>
        </p:spPr>
        <p:txBody>
          <a:bodyPr/>
          <a:lstStyle/>
          <a:p>
            <a:pPr algn="l"/>
            <a:r>
              <a:rPr lang="en-US" altLang="zh-CN" sz="1400" dirty="0" smtClean="0">
                <a:latin typeface="Arial" panose="020B0604020202020204" pitchFamily="34" charset="0"/>
                <a:ea typeface="微软雅黑" panose="020B0503020204020204" pitchFamily="34" charset="-122"/>
                <a:sym typeface="Arial" panose="020B0604020202020204" pitchFamily="34" charset="0"/>
              </a:rPr>
              <a:t>Date:2023.07.14</a:t>
            </a: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3" name="标题 2"/>
          <p:cNvSpPr>
            <a:spLocks noGrp="1"/>
          </p:cNvSpPr>
          <p:nvPr>
            <p:ph type="ctrTitle"/>
          </p:nvPr>
        </p:nvSpPr>
        <p:spPr>
          <a:xfrm>
            <a:off x="2126212" y="2061943"/>
            <a:ext cx="9727046" cy="1266373"/>
          </a:xfrm>
        </p:spPr>
        <p:txBody>
          <a:bodyPr/>
          <a:lstStyle/>
          <a:p>
            <a:r>
              <a:rPr lang="en-US" altLang="zh-CN" sz="4800" dirty="0" smtClean="0">
                <a:latin typeface="Arial" panose="020B0604020202020204" pitchFamily="34" charset="0"/>
                <a:ea typeface="微软雅黑" panose="020B0503020204020204" pitchFamily="34" charset="-122"/>
                <a:sym typeface="Arial" panose="020B0604020202020204" pitchFamily="34" charset="0"/>
              </a:rPr>
              <a:t>Android 11 </a:t>
            </a:r>
            <a:r>
              <a:rPr lang="zh-CN" altLang="en-US" sz="4800" dirty="0" smtClean="0">
                <a:latin typeface="Arial" panose="020B0604020202020204" pitchFamily="34" charset="0"/>
                <a:ea typeface="微软雅黑" panose="020B0503020204020204" pitchFamily="34" charset="-122"/>
                <a:sym typeface="Arial" panose="020B0604020202020204" pitchFamily="34" charset="0"/>
              </a:rPr>
              <a:t>存储管理</a:t>
            </a:r>
            <a:r>
              <a:rPr lang="en-US" altLang="zh-CN" sz="4800" dirty="0" smtClean="0">
                <a:latin typeface="Arial" panose="020B0604020202020204" pitchFamily="34" charset="0"/>
                <a:ea typeface="微软雅黑" panose="020B0503020204020204" pitchFamily="34" charset="-122"/>
                <a:sym typeface="Arial" panose="020B0604020202020204" pitchFamily="34" charset="0"/>
              </a:rPr>
              <a:t/>
            </a:r>
            <a:br>
              <a:rPr lang="en-US" altLang="zh-CN" sz="4800" dirty="0" smtClean="0">
                <a:latin typeface="Arial" panose="020B0604020202020204" pitchFamily="34" charset="0"/>
                <a:ea typeface="微软雅黑" panose="020B0503020204020204" pitchFamily="34" charset="-122"/>
                <a:sym typeface="Arial" panose="020B0604020202020204" pitchFamily="34" charset="0"/>
              </a:rPr>
            </a:br>
            <a:r>
              <a:rPr lang="en-US" altLang="zh-CN" sz="4800" dirty="0" smtClean="0">
                <a:latin typeface="Arial" panose="020B0604020202020204" pitchFamily="34" charset="0"/>
                <a:ea typeface="微软雅黑" panose="020B0503020204020204" pitchFamily="34" charset="-122"/>
                <a:sym typeface="Arial" panose="020B0604020202020204" pitchFamily="34" charset="0"/>
              </a:rPr>
              <a:t/>
            </a:r>
            <a:br>
              <a:rPr lang="en-US" altLang="zh-CN" sz="4800" dirty="0" smtClean="0">
                <a:latin typeface="Arial" panose="020B0604020202020204" pitchFamily="34" charset="0"/>
                <a:ea typeface="微软雅黑" panose="020B0503020204020204" pitchFamily="34" charset="-122"/>
                <a:sym typeface="Arial" panose="020B0604020202020204" pitchFamily="34" charset="0"/>
              </a:rPr>
            </a:br>
            <a:r>
              <a:rPr lang="en-US" altLang="zh-CN" sz="2400" dirty="0" smtClean="0">
                <a:latin typeface="Arial" panose="020B0604020202020204" pitchFamily="34" charset="0"/>
                <a:ea typeface="微软雅黑" panose="020B0503020204020204" pitchFamily="34" charset="-122"/>
                <a:sym typeface="Arial" panose="020B0604020202020204" pitchFamily="34" charset="0"/>
              </a:rPr>
              <a:t>--</a:t>
            </a:r>
            <a:r>
              <a:rPr lang="zh-CN" altLang="en-US" sz="2400" dirty="0" smtClean="0">
                <a:latin typeface="Arial" panose="020B0604020202020204" pitchFamily="34" charset="0"/>
                <a:ea typeface="微软雅黑" panose="020B0503020204020204" pitchFamily="34" charset="-122"/>
                <a:sym typeface="Arial" panose="020B0604020202020204" pitchFamily="34" charset="0"/>
              </a:rPr>
              <a:t>安卓系统服务开发科</a:t>
            </a:r>
            <a:endParaRPr lang="zh-CN" altLang="en-US" sz="2400" dirty="0">
              <a:latin typeface="Arial" panose="020B0604020202020204" pitchFamily="34" charset="0"/>
              <a:ea typeface="微软雅黑" panose="020B0503020204020204" pitchFamily="34" charset="-122"/>
              <a:sym typeface="Arial" panose="020B0604020202020204" pitchFamily="34" charset="0"/>
            </a:endParaRPr>
          </a:p>
        </p:txBody>
      </p:sp>
      <p:sp>
        <p:nvSpPr>
          <p:cNvPr id="4" name="文本占位符 3"/>
          <p:cNvSpPr>
            <a:spLocks noGrp="1"/>
          </p:cNvSpPr>
          <p:nvPr>
            <p:ph type="body" sz="quarter" idx="10"/>
          </p:nvPr>
        </p:nvSpPr>
        <p:spPr>
          <a:xfrm>
            <a:off x="9018872" y="5047847"/>
            <a:ext cx="2323178" cy="327647"/>
          </a:xfrm>
        </p:spPr>
        <p:txBody>
          <a:bodyPr/>
          <a:lstStyle/>
          <a:p>
            <a:pPr algn="l"/>
            <a:r>
              <a:rPr lang="zh-CN" altLang="en-US" dirty="0" smtClean="0">
                <a:latin typeface="Arial" panose="020B0604020202020204" pitchFamily="34" charset="0"/>
                <a:ea typeface="微软雅黑" panose="020B0503020204020204" pitchFamily="34" charset="-122"/>
                <a:sym typeface="Arial" panose="020B0604020202020204" pitchFamily="34" charset="0"/>
              </a:rPr>
              <a:t>扬州研究院</a:t>
            </a: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文本占位符 3"/>
          <p:cNvSpPr txBox="1"/>
          <p:nvPr/>
        </p:nvSpPr>
        <p:spPr>
          <a:xfrm>
            <a:off x="9018872" y="5543239"/>
            <a:ext cx="1967577" cy="296271"/>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ltLang="zh-CN" sz="1400" dirty="0" smtClean="0">
                <a:latin typeface="Arial" panose="020B0604020202020204" pitchFamily="34" charset="0"/>
                <a:ea typeface="微软雅黑" panose="020B0503020204020204" pitchFamily="34" charset="-122"/>
                <a:sym typeface="Arial" panose="020B0604020202020204" pitchFamily="34" charset="0"/>
              </a:rPr>
              <a:t>Version:</a:t>
            </a: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sz="3600" b="1" dirty="0">
                <a:latin typeface="Arial" panose="020B0604020202020204" pitchFamily="34" charset="0"/>
                <a:sym typeface="Arial" panose="020B0604020202020204" pitchFamily="34" charset="0"/>
              </a:rPr>
              <a:t>目录</a:t>
            </a:r>
          </a:p>
        </p:txBody>
      </p:sp>
      <p:sp>
        <p:nvSpPr>
          <p:cNvPr id="8" name="矩形 7"/>
          <p:cNvSpPr/>
          <p:nvPr/>
        </p:nvSpPr>
        <p:spPr>
          <a:xfrm>
            <a:off x="1461135" y="1163500"/>
            <a:ext cx="3204082" cy="461665"/>
          </a:xfrm>
          <a:prstGeom prst="rect">
            <a:avLst/>
          </a:prstGeom>
        </p:spPr>
        <p:txBody>
          <a:bodyPr wrap="none">
            <a:spAutoFit/>
          </a:bodyPr>
          <a:lstStyle/>
          <a:p>
            <a:pPr marL="252730">
              <a:tabLst>
                <a:tab pos="774700" algn="l"/>
              </a:tabLst>
            </a:pPr>
            <a:r>
              <a:rPr lang="zh-CN" altLang="en-US" sz="2400" b="1" spc="-5" dirty="0"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存储目录和相关接口</a:t>
            </a:r>
          </a:p>
        </p:txBody>
      </p:sp>
      <p:sp>
        <p:nvSpPr>
          <p:cNvPr id="18" name="矩形 17"/>
          <p:cNvSpPr/>
          <p:nvPr/>
        </p:nvSpPr>
        <p:spPr>
          <a:xfrm>
            <a:off x="1461135" y="3456511"/>
            <a:ext cx="8377555" cy="460375"/>
          </a:xfrm>
          <a:prstGeom prst="rect">
            <a:avLst/>
          </a:prstGeom>
        </p:spPr>
        <p:txBody>
          <a:bodyPr wrap="square">
            <a:spAutoFit/>
          </a:bodyPr>
          <a:lstStyle/>
          <a:p>
            <a:pPr marL="252730" algn="l">
              <a:buClrTx/>
              <a:buSzTx/>
              <a:buFontTx/>
              <a:tabLst>
                <a:tab pos="774700" algn="l"/>
              </a:tabLst>
            </a:pPr>
            <a:r>
              <a:rPr lang="zh-CN" altLang="en-US" sz="2400" b="1" dirty="0" smtClean="0">
                <a:solidFill>
                  <a:srgbClr val="0070C0"/>
                </a:solidFill>
                <a:latin typeface="Arial" panose="020B0604020202020204" pitchFamily="34" charset="0"/>
                <a:ea typeface="微软雅黑" panose="020B0503020204020204" pitchFamily="34" charset="-122"/>
                <a:sym typeface="Arial" panose="020B0604020202020204" pitchFamily="34" charset="0"/>
              </a:rPr>
              <a:t>存储服务架构</a:t>
            </a:r>
          </a:p>
        </p:txBody>
      </p:sp>
      <p:sp>
        <p:nvSpPr>
          <p:cNvPr id="20" name="矩形 19"/>
          <p:cNvSpPr/>
          <p:nvPr/>
        </p:nvSpPr>
        <p:spPr>
          <a:xfrm>
            <a:off x="1461135" y="4172842"/>
            <a:ext cx="9982200" cy="460375"/>
          </a:xfrm>
          <a:prstGeom prst="rect">
            <a:avLst/>
          </a:prstGeom>
        </p:spPr>
        <p:txBody>
          <a:bodyPr wrap="square">
            <a:spAutoFit/>
          </a:bodyPr>
          <a:lstStyle/>
          <a:p>
            <a:pPr marL="252730">
              <a:tabLst>
                <a:tab pos="774700" algn="l"/>
              </a:tabLst>
            </a:pPr>
            <a:r>
              <a:rPr lang="en-US" altLang="zh-CN" sz="2400" b="1" dirty="0">
                <a:solidFill>
                  <a:srgbClr val="0070C0"/>
                </a:solidFill>
                <a:latin typeface="Arial" panose="020B0604020202020204" pitchFamily="34" charset="0"/>
                <a:ea typeface="微软雅黑" panose="020B0503020204020204" pitchFamily="34" charset="-122"/>
                <a:sym typeface="Arial" panose="020B0604020202020204" pitchFamily="34" charset="0"/>
              </a:rPr>
              <a:t>Emulated </a:t>
            </a:r>
            <a:r>
              <a:rPr lang="en-US" altLang="zh-CN" sz="2400" b="1" dirty="0" smtClean="0">
                <a:solidFill>
                  <a:srgbClr val="0070C0"/>
                </a:solidFill>
                <a:latin typeface="Arial" panose="020B0604020202020204" pitchFamily="34" charset="0"/>
                <a:ea typeface="微软雅黑" panose="020B0503020204020204" pitchFamily="34" charset="-122"/>
                <a:sym typeface="+mn-ea"/>
              </a:rPr>
              <a:t>Primary</a:t>
            </a:r>
            <a:r>
              <a:rPr lang="zh-CN" altLang="en-US" sz="2400" b="1" dirty="0" smtClean="0">
                <a:solidFill>
                  <a:srgbClr val="0070C0"/>
                </a:solidFill>
                <a:latin typeface="Arial" panose="020B0604020202020204" pitchFamily="34" charset="0"/>
                <a:ea typeface="微软雅黑" panose="020B0503020204020204" pitchFamily="34" charset="-122"/>
                <a:sym typeface="+mn-ea"/>
              </a:rPr>
              <a:t>存储</a:t>
            </a:r>
            <a:endParaRPr lang="zh-CN" altLang="en-US" sz="2400" b="1" dirty="0">
              <a:solidFill>
                <a:srgbClr val="0070C0"/>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矩形 1"/>
          <p:cNvSpPr/>
          <p:nvPr/>
        </p:nvSpPr>
        <p:spPr>
          <a:xfrm>
            <a:off x="4538641" y="2869615"/>
            <a:ext cx="7387930" cy="646331"/>
          </a:xfrm>
          <a:prstGeom prst="rect">
            <a:avLst/>
          </a:prstGeom>
        </p:spPr>
        <p:txBody>
          <a:bodyPr wrap="square">
            <a:spAutoFit/>
          </a:bodyPr>
          <a:lstStyle/>
          <a:p>
            <a:r>
              <a:rPr lang="zh-CN" altLang="en-US" sz="36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质量与验证能力</a:t>
            </a:r>
            <a:endParaRPr lang="en-US" altLang="zh-CN" sz="36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矩形 5"/>
          <p:cNvSpPr/>
          <p:nvPr>
            <p:custDataLst>
              <p:tags r:id="rId1"/>
            </p:custDataLst>
          </p:nvPr>
        </p:nvSpPr>
        <p:spPr>
          <a:xfrm>
            <a:off x="1470472" y="1910563"/>
            <a:ext cx="1668405" cy="461665"/>
          </a:xfrm>
          <a:prstGeom prst="rect">
            <a:avLst/>
          </a:prstGeom>
        </p:spPr>
        <p:txBody>
          <a:bodyPr wrap="none">
            <a:spAutoFit/>
          </a:bodyPr>
          <a:lstStyle/>
          <a:p>
            <a:pPr marL="252730">
              <a:tabLst>
                <a:tab pos="774700" algn="l"/>
              </a:tabLst>
            </a:pPr>
            <a:r>
              <a:rPr lang="zh-CN" altLang="en-US" sz="2400" b="1" spc="-5" dirty="0"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权限控制</a:t>
            </a:r>
            <a:endParaRPr lang="zh-CN" altLang="en-US" sz="2400" b="1" spc="-5" dirty="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p:txBody>
      </p:sp>
      <p:sp>
        <p:nvSpPr>
          <p:cNvPr id="10" name="矩形 9"/>
          <p:cNvSpPr/>
          <p:nvPr/>
        </p:nvSpPr>
        <p:spPr>
          <a:xfrm>
            <a:off x="1461135" y="2626573"/>
            <a:ext cx="2282676" cy="461665"/>
          </a:xfrm>
          <a:prstGeom prst="rect">
            <a:avLst/>
          </a:prstGeom>
        </p:spPr>
        <p:txBody>
          <a:bodyPr wrap="none">
            <a:spAutoFit/>
          </a:bodyPr>
          <a:lstStyle/>
          <a:p>
            <a:pPr marL="252730">
              <a:tabLst>
                <a:tab pos="774700" algn="l"/>
              </a:tabLst>
            </a:pPr>
            <a:r>
              <a:rPr lang="zh-CN" altLang="en-US" sz="2400" b="1" spc="-5" dirty="0"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存储与多用户</a:t>
            </a:r>
          </a:p>
        </p:txBody>
      </p:sp>
      <p:sp>
        <p:nvSpPr>
          <p:cNvPr id="11" name="矩形 10"/>
          <p:cNvSpPr/>
          <p:nvPr/>
        </p:nvSpPr>
        <p:spPr>
          <a:xfrm>
            <a:off x="1461135" y="4887562"/>
            <a:ext cx="9982200" cy="460375"/>
          </a:xfrm>
          <a:prstGeom prst="rect">
            <a:avLst/>
          </a:prstGeom>
        </p:spPr>
        <p:txBody>
          <a:bodyPr wrap="square">
            <a:spAutoFit/>
          </a:bodyPr>
          <a:lstStyle/>
          <a:p>
            <a:pPr marL="252730">
              <a:tabLst>
                <a:tab pos="774700" algn="l"/>
              </a:tabLst>
            </a:pPr>
            <a:r>
              <a:rPr lang="zh-CN" altLang="en-US" sz="2400" b="1" dirty="0" smtClean="0">
                <a:solidFill>
                  <a:srgbClr val="0070C0"/>
                </a:solidFill>
                <a:latin typeface="Arial" panose="020B0604020202020204" pitchFamily="34" charset="0"/>
                <a:ea typeface="微软雅黑" panose="020B0503020204020204" pitchFamily="34" charset="-122"/>
                <a:sym typeface="Arial" panose="020B0604020202020204" pitchFamily="34" charset="0"/>
              </a:rPr>
              <a:t>外置存储卡</a:t>
            </a:r>
            <a:endParaRPr lang="zh-CN" altLang="en-US" sz="2400" b="1" dirty="0">
              <a:solidFill>
                <a:srgbClr val="0070C0"/>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nvSpPr>
        <p:spPr>
          <a:xfrm>
            <a:off x="1461135" y="5547051"/>
            <a:ext cx="8377555" cy="460375"/>
          </a:xfrm>
          <a:prstGeom prst="rect">
            <a:avLst/>
          </a:prstGeom>
        </p:spPr>
        <p:txBody>
          <a:bodyPr wrap="square">
            <a:spAutoFit/>
          </a:bodyPr>
          <a:lstStyle/>
          <a:p>
            <a:pPr marL="252730" algn="l">
              <a:buClrTx/>
              <a:buSzTx/>
              <a:buFontTx/>
              <a:tabLst>
                <a:tab pos="774700" algn="l"/>
              </a:tabLst>
            </a:pPr>
            <a:r>
              <a:rPr lang="en-US" altLang="zh-CN" sz="2400" b="1" dirty="0" smtClean="0">
                <a:solidFill>
                  <a:srgbClr val="0070C0"/>
                </a:solidFill>
                <a:latin typeface="Arial" panose="020B0604020202020204" pitchFamily="34" charset="0"/>
                <a:ea typeface="微软雅黑" panose="020B0503020204020204" pitchFamily="34" charset="-122"/>
                <a:sym typeface="Arial" panose="020B0604020202020204" pitchFamily="34" charset="0"/>
              </a:rPr>
              <a:t>Fuse</a:t>
            </a:r>
            <a:r>
              <a:rPr lang="zh-CN" altLang="en-US" sz="2400" b="1" dirty="0" smtClean="0">
                <a:solidFill>
                  <a:srgbClr val="0070C0"/>
                </a:solidFill>
                <a:latin typeface="Arial" panose="020B0604020202020204" pitchFamily="34" charset="0"/>
                <a:ea typeface="微软雅黑" panose="020B0503020204020204" pitchFamily="34" charset="-122"/>
                <a:sym typeface="Arial" panose="020B0604020202020204" pitchFamily="34" charset="0"/>
              </a:rPr>
              <a:t>介绍</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485140" y="547370"/>
            <a:ext cx="3180080" cy="460375"/>
          </a:xfrm>
          <a:prstGeom prst="rect">
            <a:avLst/>
          </a:prstGeom>
          <a:noFill/>
        </p:spPr>
        <p:txBody>
          <a:bodyPr wrap="square" rtlCol="0">
            <a:spAutoFit/>
          </a:bodyPr>
          <a:lstStyle/>
          <a:p>
            <a:pPr marL="252730">
              <a:tabLst>
                <a:tab pos="774700" algn="l"/>
              </a:tabLst>
            </a:pPr>
            <a:r>
              <a:rPr lang="zh-CN" altLang="en-US" sz="2400" b="1" spc="-5" dirty="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存储目录和相关接口</a:t>
            </a: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422" y="1007745"/>
            <a:ext cx="9704173" cy="482573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8305" y="547370"/>
            <a:ext cx="3180080" cy="461665"/>
          </a:xfrm>
          <a:prstGeom prst="rect">
            <a:avLst/>
          </a:prstGeom>
          <a:noFill/>
        </p:spPr>
        <p:txBody>
          <a:bodyPr wrap="square" rtlCol="0">
            <a:spAutoFit/>
          </a:bodyPr>
          <a:lstStyle/>
          <a:p>
            <a:r>
              <a:rPr lang="zh-CN" altLang="en-US" sz="2400" b="1" dirty="0" smtClean="0"/>
              <a:t>系统目录</a:t>
            </a:r>
            <a:endParaRPr lang="zh-CN" altLang="en-US" sz="2400" b="1" dirty="0"/>
          </a:p>
        </p:txBody>
      </p:sp>
      <p:sp>
        <p:nvSpPr>
          <p:cNvPr id="13" name="文本框 12"/>
          <p:cNvSpPr txBox="1"/>
          <p:nvPr/>
        </p:nvSpPr>
        <p:spPr>
          <a:xfrm>
            <a:off x="408304" y="1282529"/>
            <a:ext cx="8348517" cy="2554545"/>
          </a:xfrm>
          <a:prstGeom prst="rect">
            <a:avLst/>
          </a:prstGeom>
          <a:noFill/>
        </p:spPr>
        <p:txBody>
          <a:bodyPr wrap="square" rtlCol="0" anchor="t">
            <a:spAutoFit/>
          </a:bodyPr>
          <a:lstStyle/>
          <a:p>
            <a:r>
              <a:rPr lang="en-US" altLang="zh-CN" sz="2000" dirty="0">
                <a:sym typeface="+mn-ea"/>
              </a:rPr>
              <a:t>//</a:t>
            </a:r>
            <a:r>
              <a:rPr lang="zh-CN" altLang="en-US" sz="2000" dirty="0">
                <a:sym typeface="+mn-ea"/>
              </a:rPr>
              <a:t>返回</a:t>
            </a:r>
            <a:r>
              <a:rPr lang="en-US" altLang="zh-CN" sz="2000" dirty="0">
                <a:sym typeface="+mn-ea"/>
              </a:rPr>
              <a:t>File</a:t>
            </a:r>
            <a:r>
              <a:rPr lang="zh-CN" altLang="en-US" sz="2000" dirty="0">
                <a:sym typeface="+mn-ea"/>
              </a:rPr>
              <a:t>对象</a:t>
            </a:r>
          </a:p>
          <a:p>
            <a:r>
              <a:rPr lang="en-US" altLang="zh-CN" sz="2000" dirty="0" err="1">
                <a:sym typeface="+mn-ea"/>
              </a:rPr>
              <a:t>Environment.getRootDirectory</a:t>
            </a:r>
            <a:r>
              <a:rPr lang="en-US" altLang="zh-CN" sz="2000" dirty="0">
                <a:sym typeface="+mn-ea"/>
              </a:rPr>
              <a:t>()//     /system</a:t>
            </a:r>
          </a:p>
          <a:p>
            <a:r>
              <a:rPr lang="en-US" altLang="zh-CN" sz="2000" dirty="0" err="1">
                <a:sym typeface="+mn-ea"/>
              </a:rPr>
              <a:t>Environment.getDataDirectory</a:t>
            </a:r>
            <a:r>
              <a:rPr lang="en-US" altLang="zh-CN" sz="2000" dirty="0">
                <a:sym typeface="+mn-ea"/>
              </a:rPr>
              <a:t>()//     /data</a:t>
            </a:r>
          </a:p>
          <a:p>
            <a:r>
              <a:rPr lang="en-US" altLang="zh-CN" sz="2000" dirty="0" err="1">
                <a:sym typeface="+mn-ea"/>
              </a:rPr>
              <a:t>Environment.getStorageDirectory</a:t>
            </a:r>
            <a:r>
              <a:rPr lang="en-US" altLang="zh-CN" sz="2000" dirty="0">
                <a:sym typeface="+mn-ea"/>
              </a:rPr>
              <a:t>()//  /storage    </a:t>
            </a:r>
          </a:p>
          <a:p>
            <a:r>
              <a:rPr lang="en-US" altLang="zh-CN" sz="2000" dirty="0" err="1">
                <a:sym typeface="+mn-ea"/>
              </a:rPr>
              <a:t>Environment.getDownloadCacheDirectory</a:t>
            </a:r>
            <a:r>
              <a:rPr lang="en-US" altLang="zh-CN" sz="2000" dirty="0">
                <a:sym typeface="+mn-ea"/>
              </a:rPr>
              <a:t>()//    /</a:t>
            </a:r>
            <a:r>
              <a:rPr lang="en-US" altLang="zh-CN" sz="2000" dirty="0" smtClean="0">
                <a:sym typeface="+mn-ea"/>
              </a:rPr>
              <a:t>data/cache</a:t>
            </a:r>
          </a:p>
          <a:p>
            <a:endParaRPr lang="en-US" altLang="zh-CN" sz="2000" dirty="0">
              <a:sym typeface="+mn-ea"/>
            </a:endParaRPr>
          </a:p>
          <a:p>
            <a:endParaRPr lang="en-US" altLang="zh-CN" sz="2000" dirty="0" smtClean="0">
              <a:sym typeface="+mn-ea"/>
            </a:endParaRPr>
          </a:p>
          <a:p>
            <a:r>
              <a:rPr lang="en-US" altLang="zh-CN" sz="2000" dirty="0" smtClean="0">
                <a:sym typeface="+mn-ea"/>
              </a:rPr>
              <a:t> </a:t>
            </a:r>
            <a:endParaRPr lang="en-US" altLang="zh-CN" sz="2000" dirty="0">
              <a:sym typeface="+mn-ea"/>
            </a:endParaRPr>
          </a:p>
        </p:txBody>
      </p:sp>
      <p:sp>
        <p:nvSpPr>
          <p:cNvPr id="17" name="文本框 16"/>
          <p:cNvSpPr txBox="1"/>
          <p:nvPr/>
        </p:nvSpPr>
        <p:spPr>
          <a:xfrm>
            <a:off x="408304" y="3837074"/>
            <a:ext cx="6557319" cy="923330"/>
          </a:xfrm>
          <a:prstGeom prst="rect">
            <a:avLst/>
          </a:prstGeom>
          <a:noFill/>
        </p:spPr>
        <p:txBody>
          <a:bodyPr wrap="square" rtlCol="0">
            <a:spAutoFit/>
          </a:bodyPr>
          <a:lstStyle/>
          <a:p>
            <a:r>
              <a:rPr lang="zh-CN" altLang="en-US" dirty="0" smtClean="0">
                <a:sym typeface="+mn-ea"/>
              </a:rPr>
              <a:t>以上是系统</a:t>
            </a:r>
            <a:r>
              <a:rPr lang="zh-CN" altLang="en-US" dirty="0">
                <a:sym typeface="+mn-ea"/>
              </a:rPr>
              <a:t>目录，普通</a:t>
            </a:r>
            <a:r>
              <a:rPr lang="en-US" altLang="zh-CN" dirty="0" smtClean="0">
                <a:sym typeface="+mn-ea"/>
              </a:rPr>
              <a:t>app</a:t>
            </a:r>
            <a:r>
              <a:rPr lang="zh-CN" altLang="en-US" dirty="0" smtClean="0">
                <a:sym typeface="+mn-ea"/>
              </a:rPr>
              <a:t>没有访问</a:t>
            </a:r>
            <a:r>
              <a:rPr lang="zh-CN" altLang="en-US" dirty="0">
                <a:sym typeface="+mn-ea"/>
              </a:rPr>
              <a:t>权限</a:t>
            </a:r>
            <a:r>
              <a:rPr lang="zh-CN" altLang="en-US" dirty="0" smtClean="0">
                <a:sym typeface="+mn-ea"/>
              </a:rPr>
              <a:t>。</a:t>
            </a:r>
            <a:endParaRPr lang="en-US" altLang="zh-CN" dirty="0">
              <a:sym typeface="+mn-ea"/>
            </a:endParaRPr>
          </a:p>
          <a:p>
            <a:r>
              <a:rPr lang="en-US" altLang="zh-CN" dirty="0">
                <a:sym typeface="+mn-ea"/>
              </a:rPr>
              <a:t> /storage</a:t>
            </a:r>
            <a:r>
              <a:rPr lang="zh-CN" altLang="en-US" dirty="0">
                <a:sym typeface="+mn-ea"/>
              </a:rPr>
              <a:t>是</a:t>
            </a:r>
            <a:r>
              <a:rPr lang="en-US" altLang="zh-CN" dirty="0" err="1">
                <a:sym typeface="+mn-ea"/>
              </a:rPr>
              <a:t>tmpfs</a:t>
            </a:r>
            <a:r>
              <a:rPr lang="zh-CN" altLang="en-US" dirty="0">
                <a:sym typeface="+mn-ea"/>
              </a:rPr>
              <a:t>，下面</a:t>
            </a:r>
            <a:r>
              <a:rPr lang="zh-CN" altLang="en-US" dirty="0" smtClean="0">
                <a:sym typeface="+mn-ea"/>
              </a:rPr>
              <a:t>挂载</a:t>
            </a:r>
            <a:r>
              <a:rPr lang="en-US" altLang="zh-CN" dirty="0" err="1" smtClean="0">
                <a:sym typeface="+mn-ea"/>
              </a:rPr>
              <a:t>sdcard</a:t>
            </a:r>
            <a:r>
              <a:rPr lang="zh-CN" altLang="en-US" dirty="0" smtClean="0">
                <a:sym typeface="+mn-ea"/>
              </a:rPr>
              <a:t>和其它存储设备</a:t>
            </a:r>
            <a:endParaRPr lang="en-US" altLang="zh-CN" dirty="0" smtClean="0">
              <a:sym typeface="+mn-ea"/>
            </a:endParaRPr>
          </a:p>
          <a:p>
            <a:r>
              <a:rPr lang="en-US" altLang="zh-CN" dirty="0" smtClean="0">
                <a:sym typeface="+mn-ea"/>
              </a:rPr>
              <a:t>/data/cache</a:t>
            </a:r>
            <a:r>
              <a:rPr lang="zh-CN" altLang="en-US" dirty="0" smtClean="0">
                <a:sym typeface="+mn-ea"/>
              </a:rPr>
              <a:t>只有</a:t>
            </a:r>
            <a:r>
              <a:rPr lang="zh-CN" altLang="en-US" dirty="0">
                <a:sym typeface="+mn-ea"/>
              </a:rPr>
              <a:t>系统级应用可以访问</a:t>
            </a:r>
            <a:endParaRPr lang="en-US" altLang="zh-CN" dirty="0">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8305" y="547370"/>
            <a:ext cx="3180080" cy="461665"/>
          </a:xfrm>
          <a:prstGeom prst="rect">
            <a:avLst/>
          </a:prstGeom>
          <a:noFill/>
        </p:spPr>
        <p:txBody>
          <a:bodyPr wrap="square" rtlCol="0">
            <a:spAutoFit/>
          </a:bodyPr>
          <a:lstStyle/>
          <a:p>
            <a:r>
              <a:rPr lang="zh-CN" altLang="en-US" sz="2400" b="1" dirty="0" smtClean="0"/>
              <a:t>私有目录</a:t>
            </a:r>
            <a:endParaRPr lang="zh-CN" altLang="en-US" sz="2400" b="1" dirty="0"/>
          </a:p>
        </p:txBody>
      </p:sp>
      <p:sp>
        <p:nvSpPr>
          <p:cNvPr id="13" name="文本框 12"/>
          <p:cNvSpPr txBox="1"/>
          <p:nvPr/>
        </p:nvSpPr>
        <p:spPr>
          <a:xfrm>
            <a:off x="408304" y="1145782"/>
            <a:ext cx="9435912" cy="4401205"/>
          </a:xfrm>
          <a:prstGeom prst="rect">
            <a:avLst/>
          </a:prstGeom>
          <a:noFill/>
        </p:spPr>
        <p:txBody>
          <a:bodyPr wrap="square" rtlCol="0" anchor="t">
            <a:spAutoFit/>
          </a:bodyPr>
          <a:lstStyle/>
          <a:p>
            <a:r>
              <a:rPr lang="zh-CN" altLang="en-US" sz="2000" dirty="0">
                <a:sym typeface="+mn-ea"/>
              </a:rPr>
              <a:t>私有目录</a:t>
            </a:r>
            <a:r>
              <a:rPr lang="zh-CN" altLang="en-US" sz="2000" dirty="0" smtClean="0">
                <a:sym typeface="+mn-ea"/>
              </a:rPr>
              <a:t>分为：内部</a:t>
            </a:r>
            <a:r>
              <a:rPr lang="zh-CN" altLang="en-US" sz="2000" dirty="0">
                <a:sym typeface="+mn-ea"/>
              </a:rPr>
              <a:t>存储私有目录和外部存储的私有目录</a:t>
            </a:r>
            <a:r>
              <a:rPr lang="zh-CN" altLang="en-US" sz="2000" dirty="0" smtClean="0">
                <a:sym typeface="+mn-ea"/>
              </a:rPr>
              <a:t>。</a:t>
            </a:r>
            <a:endParaRPr lang="zh-CN" altLang="en-US" sz="2000" dirty="0">
              <a:sym typeface="+mn-ea"/>
            </a:endParaRPr>
          </a:p>
          <a:p>
            <a:endParaRPr lang="zh-CN" altLang="en-US" sz="2000" dirty="0">
              <a:sym typeface="+mn-ea"/>
            </a:endParaRPr>
          </a:p>
          <a:p>
            <a:r>
              <a:rPr lang="zh-CN" altLang="en-US" sz="2000" dirty="0" smtClean="0">
                <a:sym typeface="+mn-ea"/>
              </a:rPr>
              <a:t>内部</a:t>
            </a:r>
            <a:r>
              <a:rPr lang="zh-CN" altLang="en-US" sz="2000" dirty="0">
                <a:sym typeface="+mn-ea"/>
              </a:rPr>
              <a:t>存储</a:t>
            </a:r>
            <a:r>
              <a:rPr lang="zh-CN" altLang="en-US" sz="2000" dirty="0" smtClean="0">
                <a:sym typeface="+mn-ea"/>
              </a:rPr>
              <a:t>：</a:t>
            </a:r>
            <a:endParaRPr lang="en-US" altLang="zh-CN" sz="2000" dirty="0" smtClean="0">
              <a:sym typeface="+mn-ea"/>
            </a:endParaRPr>
          </a:p>
          <a:p>
            <a:r>
              <a:rPr lang="en-US" altLang="zh-CN" sz="2000" dirty="0" err="1" smtClean="0">
                <a:sym typeface="+mn-ea"/>
              </a:rPr>
              <a:t>Context#getFilesDir</a:t>
            </a:r>
            <a:r>
              <a:rPr lang="zh-CN" altLang="en-US" sz="2000" dirty="0">
                <a:sym typeface="+mn-ea"/>
              </a:rPr>
              <a:t>，</a:t>
            </a:r>
            <a:r>
              <a:rPr lang="en-US" altLang="zh-CN" sz="2000" dirty="0" err="1">
                <a:sym typeface="+mn-ea"/>
              </a:rPr>
              <a:t>Context#getCacheDir</a:t>
            </a:r>
            <a:r>
              <a:rPr lang="en-US" altLang="zh-CN" sz="2000" dirty="0">
                <a:sym typeface="+mn-ea"/>
              </a:rPr>
              <a:t>   </a:t>
            </a:r>
            <a:r>
              <a:rPr lang="zh-CN" altLang="en-US" sz="2000" dirty="0">
                <a:sym typeface="+mn-ea"/>
              </a:rPr>
              <a:t>，对应目录</a:t>
            </a:r>
            <a:r>
              <a:rPr lang="en-US" altLang="zh-CN" sz="2000" dirty="0">
                <a:sym typeface="+mn-ea"/>
              </a:rPr>
              <a:t>/data/data/</a:t>
            </a:r>
            <a:r>
              <a:rPr lang="en-US" altLang="zh-CN" sz="2000" dirty="0" err="1">
                <a:sym typeface="+mn-ea"/>
              </a:rPr>
              <a:t>packageName</a:t>
            </a:r>
            <a:endParaRPr lang="en-US" altLang="zh-CN" sz="2000" dirty="0">
              <a:sym typeface="+mn-ea"/>
            </a:endParaRPr>
          </a:p>
          <a:p>
            <a:endParaRPr lang="en-US" altLang="zh-CN" sz="2000" dirty="0">
              <a:sym typeface="+mn-ea"/>
            </a:endParaRPr>
          </a:p>
          <a:p>
            <a:r>
              <a:rPr lang="zh-CN" altLang="en-US" sz="2000" dirty="0" smtClean="0">
                <a:sym typeface="+mn-ea"/>
              </a:rPr>
              <a:t>外部</a:t>
            </a:r>
            <a:r>
              <a:rPr lang="zh-CN" altLang="en-US" sz="2000" dirty="0">
                <a:sym typeface="+mn-ea"/>
              </a:rPr>
              <a:t>存储</a:t>
            </a:r>
            <a:r>
              <a:rPr lang="zh-CN" altLang="en-US" sz="2000" dirty="0" smtClean="0">
                <a:sym typeface="+mn-ea"/>
              </a:rPr>
              <a:t>：</a:t>
            </a:r>
            <a:endParaRPr lang="en-US" altLang="zh-CN" sz="2000" dirty="0" smtClean="0">
              <a:sym typeface="+mn-ea"/>
            </a:endParaRPr>
          </a:p>
          <a:p>
            <a:r>
              <a:rPr lang="en-US" altLang="zh-CN" sz="2000" dirty="0" err="1" smtClean="0">
                <a:sym typeface="+mn-ea"/>
              </a:rPr>
              <a:t>Context#getExternalFilesDir</a:t>
            </a:r>
            <a:r>
              <a:rPr lang="zh-CN" altLang="en-US" sz="2000" dirty="0">
                <a:sym typeface="+mn-ea"/>
              </a:rPr>
              <a:t>，</a:t>
            </a:r>
            <a:r>
              <a:rPr lang="en-US" altLang="zh-CN" sz="2000" dirty="0" err="1">
                <a:sym typeface="+mn-ea"/>
              </a:rPr>
              <a:t>Context#getExternalCacheDir</a:t>
            </a:r>
            <a:r>
              <a:rPr lang="en-US" altLang="zh-CN" sz="2000" dirty="0">
                <a:sym typeface="+mn-ea"/>
              </a:rPr>
              <a:t> </a:t>
            </a:r>
            <a:r>
              <a:rPr lang="zh-CN" altLang="en-US" sz="2000" dirty="0">
                <a:sym typeface="+mn-ea"/>
              </a:rPr>
              <a:t>，对应目录</a:t>
            </a:r>
            <a:r>
              <a:rPr lang="en-US" altLang="zh-CN" sz="2000" dirty="0">
                <a:sym typeface="+mn-ea"/>
              </a:rPr>
              <a:t>/</a:t>
            </a:r>
            <a:r>
              <a:rPr lang="en-US" altLang="zh-CN" sz="2000" dirty="0" err="1" smtClean="0">
                <a:sym typeface="+mn-ea"/>
              </a:rPr>
              <a:t>sdcard</a:t>
            </a:r>
            <a:r>
              <a:rPr lang="en-US" altLang="zh-CN" sz="2000" dirty="0" smtClean="0">
                <a:sym typeface="+mn-ea"/>
              </a:rPr>
              <a:t>/Android/data/</a:t>
            </a:r>
            <a:r>
              <a:rPr lang="en-US" altLang="zh-CN" sz="2000" dirty="0" err="1" smtClean="0">
                <a:sym typeface="+mn-ea"/>
              </a:rPr>
              <a:t>packageName</a:t>
            </a:r>
            <a:endParaRPr lang="en-US" altLang="zh-CN" sz="2000" dirty="0" smtClean="0">
              <a:sym typeface="+mn-ea"/>
            </a:endParaRPr>
          </a:p>
          <a:p>
            <a:endParaRPr lang="en-US" altLang="zh-CN" sz="2000" dirty="0" smtClean="0">
              <a:sym typeface="+mn-ea"/>
            </a:endParaRPr>
          </a:p>
          <a:p>
            <a:r>
              <a:rPr lang="zh-CN" altLang="en-US" sz="2000" dirty="0">
                <a:sym typeface="+mn-ea"/>
              </a:rPr>
              <a:t>外部</a:t>
            </a:r>
            <a:r>
              <a:rPr lang="zh-CN" altLang="en-US" sz="2000" dirty="0" smtClean="0">
                <a:sym typeface="+mn-ea"/>
              </a:rPr>
              <a:t>存储</a:t>
            </a:r>
            <a:r>
              <a:rPr lang="en-US" altLang="zh-CN" sz="2000" dirty="0" smtClean="0">
                <a:sym typeface="+mn-ea"/>
              </a:rPr>
              <a:t>-</a:t>
            </a:r>
            <a:r>
              <a:rPr lang="zh-CN" altLang="en-US" sz="2000" dirty="0" smtClean="0">
                <a:sym typeface="+mn-ea"/>
              </a:rPr>
              <a:t>插入外置存储卡：</a:t>
            </a:r>
            <a:endParaRPr lang="en-US" altLang="zh-CN" sz="2000" dirty="0">
              <a:sym typeface="+mn-ea"/>
            </a:endParaRPr>
          </a:p>
          <a:p>
            <a:r>
              <a:rPr lang="en-US" altLang="zh-CN" sz="2000" dirty="0" err="1">
                <a:sym typeface="+mn-ea"/>
              </a:rPr>
              <a:t>getExternalCacheDirs</a:t>
            </a:r>
            <a:r>
              <a:rPr lang="en-US" altLang="zh-CN" sz="2000" dirty="0" smtClean="0">
                <a:sym typeface="+mn-ea"/>
              </a:rPr>
              <a:t>()</a:t>
            </a:r>
            <a:r>
              <a:rPr lang="zh-CN" altLang="en-US" sz="2000" dirty="0" smtClean="0">
                <a:sym typeface="+mn-ea"/>
              </a:rPr>
              <a:t>：</a:t>
            </a:r>
            <a:r>
              <a:rPr lang="en-US" altLang="zh-CN" sz="2000" dirty="0">
                <a:sym typeface="+mn-ea"/>
              </a:rPr>
              <a:t> </a:t>
            </a:r>
            <a:endParaRPr lang="en-US" altLang="zh-CN" sz="2000" dirty="0" smtClean="0">
              <a:sym typeface="+mn-ea"/>
            </a:endParaRPr>
          </a:p>
          <a:p>
            <a:r>
              <a:rPr lang="en-US" altLang="zh-CN" sz="2000" dirty="0" smtClean="0">
                <a:sym typeface="+mn-ea"/>
              </a:rPr>
              <a:t>/storage/emulated/0/Android/data/&lt;</a:t>
            </a:r>
            <a:r>
              <a:rPr lang="en-US" altLang="zh-CN" sz="2000" dirty="0" err="1" smtClean="0">
                <a:sym typeface="+mn-ea"/>
              </a:rPr>
              <a:t>packageName</a:t>
            </a:r>
            <a:r>
              <a:rPr lang="en-US" altLang="zh-CN" sz="2000" dirty="0" smtClean="0">
                <a:sym typeface="+mn-ea"/>
              </a:rPr>
              <a:t>&gt;/cache</a:t>
            </a:r>
          </a:p>
          <a:p>
            <a:r>
              <a:rPr lang="en-US" altLang="zh-CN" sz="2000" dirty="0">
                <a:sym typeface="+mn-ea"/>
              </a:rPr>
              <a:t>/storage/11FB-2317/Android/data/</a:t>
            </a:r>
            <a:r>
              <a:rPr lang="en-US" altLang="zh-CN" sz="2000" dirty="0" err="1">
                <a:sym typeface="+mn-ea"/>
              </a:rPr>
              <a:t>com.xue.storagedemo</a:t>
            </a:r>
            <a:r>
              <a:rPr lang="en-US" altLang="zh-CN" sz="2000" dirty="0">
                <a:sym typeface="+mn-ea"/>
              </a:rPr>
              <a:t>/cache</a:t>
            </a:r>
            <a:endParaRPr lang="en-US" altLang="zh-CN" sz="2000" dirty="0" smtClean="0">
              <a:sym typeface="+mn-ea"/>
            </a:endParaRPr>
          </a:p>
          <a:p>
            <a:endParaRPr lang="en-US" altLang="zh-CN" sz="2000" dirty="0">
              <a:sym typeface="+mn-ea"/>
            </a:endParaRPr>
          </a:p>
        </p:txBody>
      </p:sp>
      <p:sp>
        <p:nvSpPr>
          <p:cNvPr id="8" name="文本框 7"/>
          <p:cNvSpPr txBox="1"/>
          <p:nvPr/>
        </p:nvSpPr>
        <p:spPr>
          <a:xfrm>
            <a:off x="408304" y="5881817"/>
            <a:ext cx="5898292" cy="369332"/>
          </a:xfrm>
          <a:prstGeom prst="rect">
            <a:avLst/>
          </a:prstGeom>
          <a:noFill/>
        </p:spPr>
        <p:txBody>
          <a:bodyPr wrap="square" rtlCol="0">
            <a:spAutoFit/>
          </a:bodyPr>
          <a:lstStyle/>
          <a:p>
            <a:r>
              <a:rPr lang="zh-CN" altLang="en-US" dirty="0" smtClean="0"/>
              <a:t>私有目录的特点是，应用卸载后数据会自动清除</a:t>
            </a:r>
            <a:endParaRPr lang="zh-CN" altLang="en-US" dirty="0"/>
          </a:p>
        </p:txBody>
      </p:sp>
    </p:spTree>
    <p:extLst>
      <p:ext uri="{BB962C8B-B14F-4D97-AF65-F5344CB8AC3E}">
        <p14:creationId xmlns:p14="http://schemas.microsoft.com/office/powerpoint/2010/main" val="16032612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83591" y="547370"/>
            <a:ext cx="3180080" cy="461665"/>
          </a:xfrm>
          <a:prstGeom prst="rect">
            <a:avLst/>
          </a:prstGeom>
          <a:noFill/>
        </p:spPr>
        <p:txBody>
          <a:bodyPr wrap="square" rtlCol="0">
            <a:spAutoFit/>
          </a:bodyPr>
          <a:lstStyle/>
          <a:p>
            <a:r>
              <a:rPr lang="zh-CN" altLang="en-US" sz="2400" b="1" dirty="0"/>
              <a:t>共享</a:t>
            </a:r>
            <a:r>
              <a:rPr lang="zh-CN" altLang="en-US" sz="2400" b="1" dirty="0" smtClean="0"/>
              <a:t>目录</a:t>
            </a:r>
            <a:endParaRPr lang="zh-CN" altLang="en-US" sz="2400" b="1" dirty="0"/>
          </a:p>
        </p:txBody>
      </p:sp>
      <p:sp>
        <p:nvSpPr>
          <p:cNvPr id="13" name="文本框 12"/>
          <p:cNvSpPr txBox="1"/>
          <p:nvPr/>
        </p:nvSpPr>
        <p:spPr>
          <a:xfrm>
            <a:off x="383590" y="1145782"/>
            <a:ext cx="9435912" cy="1015663"/>
          </a:xfrm>
          <a:prstGeom prst="rect">
            <a:avLst/>
          </a:prstGeom>
          <a:noFill/>
        </p:spPr>
        <p:txBody>
          <a:bodyPr wrap="square" rtlCol="0" anchor="t">
            <a:spAutoFit/>
          </a:bodyPr>
          <a:lstStyle/>
          <a:p>
            <a:r>
              <a:rPr lang="zh-CN" altLang="en-US" sz="2000" dirty="0" smtClean="0">
                <a:sym typeface="+mn-ea"/>
              </a:rPr>
              <a:t>以下为共享目录：</a:t>
            </a:r>
            <a:endParaRPr lang="en-US" altLang="zh-CN" sz="2000" dirty="0" smtClean="0">
              <a:sym typeface="+mn-ea"/>
            </a:endParaRPr>
          </a:p>
          <a:p>
            <a:r>
              <a:rPr lang="en-US" altLang="zh-CN" sz="2000" dirty="0" smtClean="0">
                <a:sym typeface="+mn-ea"/>
              </a:rPr>
              <a:t>DCIM</a:t>
            </a:r>
            <a:r>
              <a:rPr lang="zh-CN" altLang="en-US" sz="2000" dirty="0">
                <a:sym typeface="+mn-ea"/>
              </a:rPr>
              <a:t>、</a:t>
            </a:r>
            <a:r>
              <a:rPr lang="en-US" altLang="zh-CN" sz="2000" dirty="0">
                <a:sym typeface="+mn-ea"/>
              </a:rPr>
              <a:t>Pictures</a:t>
            </a:r>
            <a:r>
              <a:rPr lang="zh-CN" altLang="en-US" sz="2000" dirty="0">
                <a:sym typeface="+mn-ea"/>
              </a:rPr>
              <a:t>、</a:t>
            </a:r>
            <a:r>
              <a:rPr lang="en-US" altLang="zh-CN" sz="2000" dirty="0">
                <a:sym typeface="+mn-ea"/>
              </a:rPr>
              <a:t>Alarms</a:t>
            </a:r>
            <a:r>
              <a:rPr lang="zh-CN" altLang="en-US" sz="2000" dirty="0">
                <a:sym typeface="+mn-ea"/>
              </a:rPr>
              <a:t>， </a:t>
            </a:r>
            <a:r>
              <a:rPr lang="en-US" altLang="zh-CN" sz="2000" dirty="0">
                <a:sym typeface="+mn-ea"/>
              </a:rPr>
              <a:t>Music</a:t>
            </a:r>
            <a:r>
              <a:rPr lang="zh-CN" altLang="en-US" sz="2000" dirty="0">
                <a:sym typeface="+mn-ea"/>
              </a:rPr>
              <a:t>， </a:t>
            </a:r>
            <a:r>
              <a:rPr lang="en-US" altLang="zh-CN" sz="2000" dirty="0">
                <a:sym typeface="+mn-ea"/>
              </a:rPr>
              <a:t>Notifications</a:t>
            </a:r>
            <a:r>
              <a:rPr lang="zh-CN" altLang="en-US" sz="2000" dirty="0">
                <a:sym typeface="+mn-ea"/>
              </a:rPr>
              <a:t>，</a:t>
            </a:r>
            <a:r>
              <a:rPr lang="en-US" altLang="zh-CN" sz="2000" dirty="0">
                <a:sym typeface="+mn-ea"/>
              </a:rPr>
              <a:t>Podcasts</a:t>
            </a:r>
            <a:r>
              <a:rPr lang="zh-CN" altLang="en-US" sz="2000" dirty="0">
                <a:sym typeface="+mn-ea"/>
              </a:rPr>
              <a:t>， </a:t>
            </a:r>
            <a:r>
              <a:rPr lang="en-US" altLang="zh-CN" sz="2000" dirty="0">
                <a:sym typeface="+mn-ea"/>
              </a:rPr>
              <a:t>Ringtones</a:t>
            </a:r>
            <a:r>
              <a:rPr lang="zh-CN" altLang="en-US" sz="2000" dirty="0">
                <a:sym typeface="+mn-ea"/>
              </a:rPr>
              <a:t>、</a:t>
            </a:r>
            <a:r>
              <a:rPr lang="en-US" altLang="zh-CN" sz="2000" dirty="0">
                <a:sym typeface="+mn-ea"/>
              </a:rPr>
              <a:t>Movies</a:t>
            </a:r>
            <a:r>
              <a:rPr lang="zh-CN" altLang="en-US" sz="2000" dirty="0">
                <a:sym typeface="+mn-ea"/>
              </a:rPr>
              <a:t>、</a:t>
            </a:r>
            <a:r>
              <a:rPr lang="en-US" altLang="zh-CN" sz="2000" dirty="0">
                <a:sym typeface="+mn-ea"/>
              </a:rPr>
              <a:t>Download</a:t>
            </a:r>
            <a:r>
              <a:rPr lang="zh-CN" altLang="en-US" sz="2000" dirty="0">
                <a:sym typeface="+mn-ea"/>
              </a:rPr>
              <a:t>、</a:t>
            </a:r>
            <a:r>
              <a:rPr lang="en-US" altLang="zh-CN" sz="2000" dirty="0">
                <a:sym typeface="+mn-ea"/>
              </a:rPr>
              <a:t>Documents</a:t>
            </a:r>
            <a:r>
              <a:rPr lang="zh-CN" altLang="en-US" sz="2000" dirty="0">
                <a:sym typeface="+mn-ea"/>
              </a:rPr>
              <a:t>、</a:t>
            </a:r>
            <a:r>
              <a:rPr lang="en-US" altLang="zh-CN" sz="2000" dirty="0">
                <a:sym typeface="+mn-ea"/>
              </a:rPr>
              <a:t>Audiobooks</a:t>
            </a:r>
            <a:r>
              <a:rPr lang="zh-CN" altLang="en-US" sz="2000" dirty="0">
                <a:sym typeface="+mn-ea"/>
              </a:rPr>
              <a:t>、</a:t>
            </a:r>
            <a:r>
              <a:rPr lang="en-US" altLang="zh-CN" sz="2000" dirty="0">
                <a:sym typeface="+mn-ea"/>
              </a:rPr>
              <a:t>Recordings</a:t>
            </a:r>
            <a:r>
              <a:rPr lang="zh-CN" altLang="en-US" sz="2000" dirty="0" smtClean="0">
                <a:sym typeface="+mn-ea"/>
              </a:rPr>
              <a:t>等</a:t>
            </a:r>
            <a:endParaRPr lang="zh-CN" altLang="en-US" sz="2000" dirty="0">
              <a:sym typeface="+mn-ea"/>
            </a:endParaRPr>
          </a:p>
        </p:txBody>
      </p:sp>
      <p:sp>
        <p:nvSpPr>
          <p:cNvPr id="5" name="Rectangle 2"/>
          <p:cNvSpPr>
            <a:spLocks noChangeArrowheads="1"/>
          </p:cNvSpPr>
          <p:nvPr/>
        </p:nvSpPr>
        <p:spPr bwMode="auto">
          <a:xfrm flipV="1">
            <a:off x="771712" y="-898698"/>
            <a:ext cx="11329671" cy="1179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smtClean="0">
                <a:ln>
                  <a:noFill/>
                </a:ln>
                <a:solidFill>
                  <a:srgbClr val="333333"/>
                </a:solidFill>
                <a:effectLst/>
                <a:latin typeface="Arial" panose="020B0604020202020204" pitchFamily="34" charset="0"/>
                <a:ea typeface="Open Sans"/>
              </a:rPr>
              <a:t/>
            </a:r>
            <a:br>
              <a:rPr kumimoji="0" lang="zh-CN" altLang="zh-CN" sz="1200" b="0" i="0" u="none" strike="noStrike" cap="none" normalizeH="0" baseline="0" smtClean="0">
                <a:ln>
                  <a:noFill/>
                </a:ln>
                <a:solidFill>
                  <a:srgbClr val="333333"/>
                </a:solidFill>
                <a:effectLst/>
                <a:latin typeface="Arial" panose="020B0604020202020204" pitchFamily="34" charset="0"/>
                <a:ea typeface="Open Sans"/>
              </a:rPr>
            </a:br>
            <a:endParaRPr kumimoji="0" lang="zh-CN" altLang="zh-CN" sz="1200" b="0" i="0" u="none" strike="noStrike" cap="none" normalizeH="0" baseline="0" smtClean="0">
              <a:ln>
                <a:noFill/>
              </a:ln>
              <a:solidFill>
                <a:srgbClr val="333333"/>
              </a:solidFill>
              <a:effectLst/>
              <a:latin typeface="Arial" panose="020B0604020202020204" pitchFamily="34" charset="0"/>
              <a:ea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 name="文本框 7"/>
          <p:cNvSpPr txBox="1"/>
          <p:nvPr/>
        </p:nvSpPr>
        <p:spPr>
          <a:xfrm>
            <a:off x="383590" y="2888085"/>
            <a:ext cx="9435912" cy="1323439"/>
          </a:xfrm>
          <a:prstGeom prst="rect">
            <a:avLst/>
          </a:prstGeom>
          <a:noFill/>
        </p:spPr>
        <p:txBody>
          <a:bodyPr wrap="square" rtlCol="0" anchor="t">
            <a:spAutoFit/>
          </a:bodyPr>
          <a:lstStyle/>
          <a:p>
            <a:pPr marL="457200" indent="-457200">
              <a:buAutoNum type="arabicPeriod"/>
            </a:pPr>
            <a:r>
              <a:rPr lang="zh-CN" altLang="en-US" sz="2000" dirty="0" smtClean="0">
                <a:sym typeface="+mn-ea"/>
              </a:rPr>
              <a:t>通过</a:t>
            </a:r>
            <a:r>
              <a:rPr lang="en-US" altLang="zh-CN" sz="2000" dirty="0" err="1" smtClean="0">
                <a:sym typeface="+mn-ea"/>
              </a:rPr>
              <a:t>MediaStore</a:t>
            </a:r>
            <a:r>
              <a:rPr lang="zh-CN" altLang="en-US" sz="2000" dirty="0" smtClean="0">
                <a:sym typeface="+mn-ea"/>
              </a:rPr>
              <a:t>访问，不能通过</a:t>
            </a:r>
            <a:r>
              <a:rPr lang="en-US" altLang="zh-CN" sz="2000" dirty="0" smtClean="0">
                <a:sym typeface="+mn-ea"/>
              </a:rPr>
              <a:t>File</a:t>
            </a:r>
          </a:p>
          <a:p>
            <a:pPr marL="457200" indent="-457200">
              <a:buAutoNum type="arabicPeriod"/>
            </a:pPr>
            <a:r>
              <a:rPr lang="zh-CN" altLang="en-US" sz="2000" dirty="0">
                <a:sym typeface="+mn-ea"/>
              </a:rPr>
              <a:t>可以增删改查自己创建的</a:t>
            </a:r>
            <a:r>
              <a:rPr lang="zh-CN" altLang="en-US" sz="2000" dirty="0" smtClean="0">
                <a:sym typeface="+mn-ea"/>
              </a:rPr>
              <a:t>文件，不需要权限</a:t>
            </a:r>
            <a:endParaRPr lang="en-US" altLang="zh-CN" sz="2000" dirty="0" smtClean="0">
              <a:sym typeface="+mn-ea"/>
            </a:endParaRPr>
          </a:p>
          <a:p>
            <a:pPr marL="457200" indent="-457200">
              <a:buAutoNum type="arabicPeriod"/>
            </a:pPr>
            <a:r>
              <a:rPr lang="zh-CN" altLang="en-US" sz="2000" dirty="0">
                <a:sym typeface="+mn-ea"/>
              </a:rPr>
              <a:t>读取其他</a:t>
            </a:r>
            <a:r>
              <a:rPr lang="en-US" altLang="zh-CN" sz="2000" dirty="0">
                <a:sym typeface="+mn-ea"/>
              </a:rPr>
              <a:t>app</a:t>
            </a:r>
            <a:r>
              <a:rPr lang="zh-CN" altLang="en-US" sz="2000" dirty="0">
                <a:sym typeface="+mn-ea"/>
              </a:rPr>
              <a:t>创建的文件，则需要声明</a:t>
            </a:r>
            <a:r>
              <a:rPr lang="en-US" altLang="zh-CN" sz="2000" dirty="0" smtClean="0">
                <a:sym typeface="+mn-ea"/>
              </a:rPr>
              <a:t>READ_EXTERNAL_STORAGE</a:t>
            </a:r>
          </a:p>
          <a:p>
            <a:pPr marL="457200" indent="-457200">
              <a:buAutoNum type="arabicPeriod"/>
            </a:pPr>
            <a:r>
              <a:rPr lang="zh-CN" altLang="en-US" sz="2000" dirty="0" smtClean="0">
                <a:sym typeface="+mn-ea"/>
              </a:rPr>
              <a:t>分享文件给其它</a:t>
            </a:r>
            <a:r>
              <a:rPr lang="en-US" altLang="zh-CN" sz="2000" dirty="0" smtClean="0">
                <a:sym typeface="+mn-ea"/>
              </a:rPr>
              <a:t>app</a:t>
            </a:r>
            <a:r>
              <a:rPr lang="zh-CN" altLang="en-US" sz="2000" dirty="0">
                <a:sym typeface="+mn-ea"/>
              </a:rPr>
              <a:t>，可以</a:t>
            </a:r>
            <a:r>
              <a:rPr lang="zh-CN" altLang="en-US" sz="2000" dirty="0" smtClean="0">
                <a:sym typeface="+mn-ea"/>
              </a:rPr>
              <a:t>通过</a:t>
            </a:r>
            <a:r>
              <a:rPr lang="zh-CN" altLang="en-US" sz="2000" dirty="0">
                <a:sym typeface="+mn-ea"/>
              </a:rPr>
              <a:t>实现</a:t>
            </a:r>
            <a:r>
              <a:rPr lang="en-US" altLang="zh-CN" sz="2000" dirty="0" err="1" smtClean="0">
                <a:sym typeface="+mn-ea"/>
              </a:rPr>
              <a:t>FileProvider</a:t>
            </a:r>
            <a:endParaRPr lang="zh-CN" altLang="en-US" sz="2000" dirty="0">
              <a:sym typeface="+mn-ea"/>
            </a:endParaRPr>
          </a:p>
        </p:txBody>
      </p:sp>
    </p:spTree>
    <p:extLst>
      <p:ext uri="{BB962C8B-B14F-4D97-AF65-F5344CB8AC3E}">
        <p14:creationId xmlns:p14="http://schemas.microsoft.com/office/powerpoint/2010/main" val="35647440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83591" y="547370"/>
            <a:ext cx="3180080" cy="461665"/>
          </a:xfrm>
          <a:prstGeom prst="rect">
            <a:avLst/>
          </a:prstGeom>
          <a:noFill/>
        </p:spPr>
        <p:txBody>
          <a:bodyPr wrap="square" rtlCol="0">
            <a:spAutoFit/>
          </a:bodyPr>
          <a:lstStyle/>
          <a:p>
            <a:r>
              <a:rPr lang="zh-CN" altLang="en-US" sz="2400" b="1" dirty="0"/>
              <a:t>其它</a:t>
            </a:r>
            <a:r>
              <a:rPr lang="zh-CN" altLang="en-US" sz="2400" b="1" dirty="0" smtClean="0"/>
              <a:t>目录</a:t>
            </a:r>
            <a:endParaRPr lang="zh-CN" altLang="en-US" sz="2400" b="1" dirty="0"/>
          </a:p>
        </p:txBody>
      </p:sp>
      <p:sp>
        <p:nvSpPr>
          <p:cNvPr id="13" name="文本框 12"/>
          <p:cNvSpPr txBox="1"/>
          <p:nvPr/>
        </p:nvSpPr>
        <p:spPr>
          <a:xfrm>
            <a:off x="383590" y="1145782"/>
            <a:ext cx="9435912" cy="707886"/>
          </a:xfrm>
          <a:prstGeom prst="rect">
            <a:avLst/>
          </a:prstGeom>
          <a:noFill/>
        </p:spPr>
        <p:txBody>
          <a:bodyPr wrap="square" rtlCol="0" anchor="t">
            <a:spAutoFit/>
          </a:bodyPr>
          <a:lstStyle/>
          <a:p>
            <a:r>
              <a:rPr lang="en-US" altLang="zh-CN" sz="2000" dirty="0" err="1" smtClean="0">
                <a:sym typeface="+mn-ea"/>
              </a:rPr>
              <a:t>Sdcard</a:t>
            </a:r>
            <a:r>
              <a:rPr lang="zh-CN" altLang="en-US" sz="2000" dirty="0" smtClean="0">
                <a:sym typeface="+mn-ea"/>
              </a:rPr>
              <a:t>上面，除了</a:t>
            </a:r>
            <a:r>
              <a:rPr lang="en-US" altLang="zh-CN" sz="2000" dirty="0" smtClean="0">
                <a:sym typeface="+mn-ea"/>
              </a:rPr>
              <a:t>Android</a:t>
            </a:r>
            <a:r>
              <a:rPr lang="zh-CN" altLang="en-US" sz="2000" dirty="0" smtClean="0">
                <a:sym typeface="+mn-ea"/>
              </a:rPr>
              <a:t>、</a:t>
            </a:r>
            <a:r>
              <a:rPr lang="en-US" altLang="zh-CN" sz="2000" dirty="0" smtClean="0">
                <a:sym typeface="+mn-ea"/>
              </a:rPr>
              <a:t>DCIM</a:t>
            </a:r>
            <a:r>
              <a:rPr lang="zh-CN" altLang="en-US" sz="2000" dirty="0">
                <a:sym typeface="+mn-ea"/>
              </a:rPr>
              <a:t>、</a:t>
            </a:r>
            <a:r>
              <a:rPr lang="en-US" altLang="zh-CN" sz="2000" dirty="0" smtClean="0">
                <a:sym typeface="+mn-ea"/>
              </a:rPr>
              <a:t>Pictures</a:t>
            </a:r>
            <a:r>
              <a:rPr lang="zh-CN" altLang="en-US" sz="2000" dirty="0" smtClean="0">
                <a:sym typeface="+mn-ea"/>
              </a:rPr>
              <a:t>之外，剩余的目录，</a:t>
            </a:r>
            <a:r>
              <a:rPr lang="en-US" altLang="zh-CN" sz="2000" dirty="0" smtClean="0">
                <a:sym typeface="+mn-ea"/>
              </a:rPr>
              <a:t>Android 11</a:t>
            </a:r>
            <a:r>
              <a:rPr lang="zh-CN" altLang="en-US" sz="2000" dirty="0" smtClean="0">
                <a:sym typeface="+mn-ea"/>
              </a:rPr>
              <a:t>开始已经不允许访问。</a:t>
            </a:r>
            <a:endParaRPr lang="zh-CN" altLang="en-US" sz="2000" dirty="0">
              <a:sym typeface="+mn-ea"/>
            </a:endParaRPr>
          </a:p>
        </p:txBody>
      </p:sp>
      <p:sp>
        <p:nvSpPr>
          <p:cNvPr id="5" name="Rectangle 2"/>
          <p:cNvSpPr>
            <a:spLocks noChangeArrowheads="1"/>
          </p:cNvSpPr>
          <p:nvPr/>
        </p:nvSpPr>
        <p:spPr bwMode="auto">
          <a:xfrm flipV="1">
            <a:off x="771712" y="-898698"/>
            <a:ext cx="11329671" cy="1179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smtClean="0">
                <a:ln>
                  <a:noFill/>
                </a:ln>
                <a:solidFill>
                  <a:srgbClr val="333333"/>
                </a:solidFill>
                <a:effectLst/>
                <a:latin typeface="Arial" panose="020B0604020202020204" pitchFamily="34" charset="0"/>
                <a:ea typeface="Open Sans"/>
              </a:rPr>
              <a:t/>
            </a:r>
            <a:br>
              <a:rPr kumimoji="0" lang="zh-CN" altLang="zh-CN" sz="1200" b="0" i="0" u="none" strike="noStrike" cap="none" normalizeH="0" baseline="0" smtClean="0">
                <a:ln>
                  <a:noFill/>
                </a:ln>
                <a:solidFill>
                  <a:srgbClr val="333333"/>
                </a:solidFill>
                <a:effectLst/>
                <a:latin typeface="Arial" panose="020B0604020202020204" pitchFamily="34" charset="0"/>
                <a:ea typeface="Open Sans"/>
              </a:rPr>
            </a:br>
            <a:endParaRPr kumimoji="0" lang="zh-CN" altLang="zh-CN" sz="1200" b="0" i="0" u="none" strike="noStrike" cap="none" normalizeH="0" baseline="0" smtClean="0">
              <a:ln>
                <a:noFill/>
              </a:ln>
              <a:solidFill>
                <a:srgbClr val="333333"/>
              </a:solidFill>
              <a:effectLst/>
              <a:latin typeface="Arial" panose="020B0604020202020204" pitchFamily="34" charset="0"/>
              <a:ea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 name="文本框 7"/>
          <p:cNvSpPr txBox="1"/>
          <p:nvPr/>
        </p:nvSpPr>
        <p:spPr>
          <a:xfrm>
            <a:off x="383590" y="2139423"/>
            <a:ext cx="9435912" cy="1015663"/>
          </a:xfrm>
          <a:prstGeom prst="rect">
            <a:avLst/>
          </a:prstGeom>
          <a:noFill/>
        </p:spPr>
        <p:txBody>
          <a:bodyPr wrap="square" rtlCol="0" anchor="t">
            <a:spAutoFit/>
          </a:bodyPr>
          <a:lstStyle/>
          <a:p>
            <a:r>
              <a:rPr lang="zh-CN" altLang="en-US" sz="2000" dirty="0">
                <a:sym typeface="+mn-ea"/>
              </a:rPr>
              <a:t>针对文件管理器类型的</a:t>
            </a:r>
            <a:r>
              <a:rPr lang="zh-CN" altLang="en-US" sz="2000" dirty="0" smtClean="0">
                <a:sym typeface="+mn-ea"/>
              </a:rPr>
              <a:t>应用，谷歌提供权限：</a:t>
            </a:r>
            <a:endParaRPr lang="en-US" altLang="zh-CN" sz="2000" dirty="0" smtClean="0">
              <a:sym typeface="+mn-ea"/>
            </a:endParaRPr>
          </a:p>
          <a:p>
            <a:r>
              <a:rPr lang="en-US" altLang="zh-CN" sz="2000" dirty="0">
                <a:sym typeface="+mn-ea"/>
              </a:rPr>
              <a:t>&lt;uses-permission </a:t>
            </a:r>
            <a:r>
              <a:rPr lang="en-US" altLang="zh-CN" sz="2000" dirty="0" err="1">
                <a:sym typeface="+mn-ea"/>
              </a:rPr>
              <a:t>android:name</a:t>
            </a:r>
            <a:r>
              <a:rPr lang="en-US" altLang="zh-CN" sz="2000" dirty="0" smtClean="0">
                <a:sym typeface="+mn-ea"/>
              </a:rPr>
              <a:t>=“</a:t>
            </a:r>
            <a:r>
              <a:rPr lang="en-US" altLang="zh-CN" sz="2000" dirty="0" err="1" smtClean="0">
                <a:sym typeface="+mn-ea"/>
              </a:rPr>
              <a:t>android.permission.MANAGE_EXTERNAL_STORAGE</a:t>
            </a:r>
            <a:r>
              <a:rPr lang="en-US" altLang="zh-CN" sz="2000" dirty="0" smtClean="0">
                <a:sym typeface="+mn-ea"/>
              </a:rPr>
              <a:t>”/&gt;</a:t>
            </a:r>
            <a:endParaRPr lang="zh-CN" altLang="en-US" sz="2000" dirty="0">
              <a:sym typeface="+mn-ea"/>
            </a:endParaRPr>
          </a:p>
        </p:txBody>
      </p:sp>
      <p:sp>
        <p:nvSpPr>
          <p:cNvPr id="2" name="文本框 1"/>
          <p:cNvSpPr txBox="1"/>
          <p:nvPr/>
        </p:nvSpPr>
        <p:spPr>
          <a:xfrm>
            <a:off x="383590" y="3303373"/>
            <a:ext cx="10289060" cy="2308324"/>
          </a:xfrm>
          <a:prstGeom prst="rect">
            <a:avLst/>
          </a:prstGeom>
          <a:noFill/>
        </p:spPr>
        <p:txBody>
          <a:bodyPr wrap="square" rtlCol="0">
            <a:spAutoFit/>
          </a:bodyPr>
          <a:lstStyle/>
          <a:p>
            <a:r>
              <a:rPr lang="en-US" altLang="zh-CN" dirty="0"/>
              <a:t>if (</a:t>
            </a:r>
            <a:r>
              <a:rPr lang="en-US" altLang="zh-CN" dirty="0" err="1"/>
              <a:t>Build.VERSION.SDK_INT</a:t>
            </a:r>
            <a:r>
              <a:rPr lang="en-US" altLang="zh-CN" dirty="0"/>
              <a:t> &gt;= </a:t>
            </a:r>
            <a:r>
              <a:rPr lang="en-US" altLang="zh-CN" dirty="0" err="1"/>
              <a:t>Build.VERSION_CODES.R</a:t>
            </a:r>
            <a:r>
              <a:rPr lang="en-US" altLang="zh-CN" dirty="0"/>
              <a:t>) {</a:t>
            </a:r>
          </a:p>
          <a:p>
            <a:r>
              <a:rPr lang="en-US" altLang="zh-CN" dirty="0"/>
              <a:t>        // </a:t>
            </a:r>
            <a:r>
              <a:rPr lang="zh-CN" altLang="en-US" dirty="0"/>
              <a:t>先判断有没有权限</a:t>
            </a:r>
          </a:p>
          <a:p>
            <a:r>
              <a:rPr lang="zh-CN" altLang="en-US" dirty="0"/>
              <a:t>        </a:t>
            </a:r>
            <a:r>
              <a:rPr lang="en-US" altLang="zh-CN" dirty="0"/>
              <a:t>if </a:t>
            </a:r>
            <a:r>
              <a:rPr lang="en-US" altLang="zh-CN" dirty="0" smtClean="0"/>
              <a:t>(!</a:t>
            </a:r>
            <a:r>
              <a:rPr lang="en-US" altLang="zh-CN" dirty="0" err="1" smtClean="0"/>
              <a:t>Environment.isExternalStorageManager</a:t>
            </a:r>
            <a:r>
              <a:rPr lang="en-US" altLang="zh-CN" dirty="0"/>
              <a:t>()) </a:t>
            </a:r>
            <a:r>
              <a:rPr lang="en-US" altLang="zh-CN" dirty="0" smtClean="0"/>
              <a:t>{</a:t>
            </a:r>
          </a:p>
          <a:p>
            <a:r>
              <a:rPr lang="en-US" altLang="zh-CN" dirty="0" smtClean="0"/>
              <a:t>            Intent </a:t>
            </a:r>
            <a:r>
              <a:rPr lang="en-US" altLang="zh-CN" dirty="0" err="1"/>
              <a:t>intent</a:t>
            </a:r>
            <a:r>
              <a:rPr lang="en-US" altLang="zh-CN" dirty="0"/>
              <a:t> = new </a:t>
            </a:r>
            <a:r>
              <a:rPr lang="en-US" altLang="zh-CN" dirty="0" smtClean="0"/>
              <a:t>	Intent(</a:t>
            </a:r>
            <a:r>
              <a:rPr lang="en-US" altLang="zh-CN" dirty="0" err="1" smtClean="0"/>
              <a:t>Settings.ACTION_MANAGE_APP_ALL_FILES_ACCESS_PERMISSION</a:t>
            </a:r>
            <a:r>
              <a:rPr lang="en-US" altLang="zh-CN" dirty="0"/>
              <a:t>);</a:t>
            </a:r>
          </a:p>
          <a:p>
            <a:r>
              <a:rPr lang="en-US" altLang="zh-CN" dirty="0"/>
              <a:t>            </a:t>
            </a:r>
            <a:r>
              <a:rPr lang="en-US" altLang="zh-CN" dirty="0" err="1"/>
              <a:t>intent.setData</a:t>
            </a:r>
            <a:r>
              <a:rPr lang="en-US" altLang="zh-CN" dirty="0"/>
              <a:t>(</a:t>
            </a:r>
            <a:r>
              <a:rPr lang="en-US" altLang="zh-CN" dirty="0" err="1"/>
              <a:t>Uri.parse</a:t>
            </a:r>
            <a:r>
              <a:rPr lang="en-US" altLang="zh-CN" dirty="0"/>
              <a:t>("package:" + </a:t>
            </a:r>
            <a:r>
              <a:rPr lang="en-US" altLang="zh-CN" dirty="0" err="1"/>
              <a:t>this.getPackageName</a:t>
            </a:r>
            <a:r>
              <a:rPr lang="en-US" altLang="zh-CN" dirty="0"/>
              <a:t>()));</a:t>
            </a:r>
          </a:p>
          <a:p>
            <a:r>
              <a:rPr lang="en-US" altLang="zh-CN" dirty="0"/>
              <a:t>            </a:t>
            </a:r>
            <a:r>
              <a:rPr lang="en-US" altLang="zh-CN" dirty="0" err="1"/>
              <a:t>startActivityForResult</a:t>
            </a:r>
            <a:r>
              <a:rPr lang="en-US" altLang="zh-CN" dirty="0"/>
              <a:t>(intent, REQUEST_CODE);</a:t>
            </a:r>
          </a:p>
          <a:p>
            <a:r>
              <a:rPr lang="en-US" altLang="zh-CN" dirty="0" smtClean="0"/>
              <a:t>}</a:t>
            </a:r>
            <a:endParaRPr lang="zh-CN" altLang="en-US" dirty="0"/>
          </a:p>
        </p:txBody>
      </p:sp>
    </p:spTree>
    <p:extLst>
      <p:ext uri="{BB962C8B-B14F-4D97-AF65-F5344CB8AC3E}">
        <p14:creationId xmlns:p14="http://schemas.microsoft.com/office/powerpoint/2010/main" val="7414388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83591" y="547370"/>
            <a:ext cx="3180080" cy="461665"/>
          </a:xfrm>
          <a:prstGeom prst="rect">
            <a:avLst/>
          </a:prstGeom>
          <a:noFill/>
        </p:spPr>
        <p:txBody>
          <a:bodyPr wrap="square" rtlCol="0">
            <a:spAutoFit/>
          </a:bodyPr>
          <a:lstStyle/>
          <a:p>
            <a:r>
              <a:rPr lang="zh-CN" altLang="en-US" sz="2400" b="1" dirty="0" smtClean="0"/>
              <a:t>管理全部文件</a:t>
            </a:r>
            <a:endParaRPr lang="zh-CN" altLang="en-US" sz="2400" b="1" dirty="0"/>
          </a:p>
        </p:txBody>
      </p:sp>
      <p:sp>
        <p:nvSpPr>
          <p:cNvPr id="5" name="Rectangle 2"/>
          <p:cNvSpPr>
            <a:spLocks noChangeArrowheads="1"/>
          </p:cNvSpPr>
          <p:nvPr/>
        </p:nvSpPr>
        <p:spPr bwMode="auto">
          <a:xfrm flipV="1">
            <a:off x="771712" y="-898698"/>
            <a:ext cx="11329671" cy="1179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smtClean="0">
                <a:ln>
                  <a:noFill/>
                </a:ln>
                <a:solidFill>
                  <a:srgbClr val="333333"/>
                </a:solidFill>
                <a:effectLst/>
                <a:latin typeface="Arial" panose="020B0604020202020204" pitchFamily="34" charset="0"/>
                <a:ea typeface="Open Sans"/>
              </a:rPr>
              <a:t/>
            </a:r>
            <a:br>
              <a:rPr kumimoji="0" lang="zh-CN" altLang="zh-CN" sz="1200" b="0" i="0" u="none" strike="noStrike" cap="none" normalizeH="0" baseline="0" smtClean="0">
                <a:ln>
                  <a:noFill/>
                </a:ln>
                <a:solidFill>
                  <a:srgbClr val="333333"/>
                </a:solidFill>
                <a:effectLst/>
                <a:latin typeface="Arial" panose="020B0604020202020204" pitchFamily="34" charset="0"/>
                <a:ea typeface="Open Sans"/>
              </a:rPr>
            </a:br>
            <a:endParaRPr kumimoji="0" lang="zh-CN" altLang="zh-CN" sz="1200" b="0" i="0" u="none" strike="noStrike" cap="none" normalizeH="0" baseline="0" smtClean="0">
              <a:ln>
                <a:noFill/>
              </a:ln>
              <a:solidFill>
                <a:srgbClr val="333333"/>
              </a:solidFill>
              <a:effectLst/>
              <a:latin typeface="Arial" panose="020B0604020202020204" pitchFamily="34" charset="0"/>
              <a:ea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stretch>
            <a:fillRect/>
          </a:stretch>
        </p:blipFill>
        <p:spPr>
          <a:xfrm>
            <a:off x="383591" y="2473499"/>
            <a:ext cx="9095238" cy="3476190"/>
          </a:xfrm>
          <a:prstGeom prst="rect">
            <a:avLst/>
          </a:prstGeom>
        </p:spPr>
      </p:pic>
      <p:sp>
        <p:nvSpPr>
          <p:cNvPr id="7" name="文本框 6"/>
          <p:cNvSpPr txBox="1"/>
          <p:nvPr/>
        </p:nvSpPr>
        <p:spPr>
          <a:xfrm>
            <a:off x="469557" y="1169773"/>
            <a:ext cx="5840627" cy="646331"/>
          </a:xfrm>
          <a:prstGeom prst="rect">
            <a:avLst/>
          </a:prstGeom>
          <a:noFill/>
        </p:spPr>
        <p:txBody>
          <a:bodyPr wrap="square" rtlCol="0">
            <a:spAutoFit/>
          </a:bodyPr>
          <a:lstStyle/>
          <a:p>
            <a:r>
              <a:rPr lang="zh-CN" altLang="en-US" dirty="0" smtClean="0"/>
              <a:t>这个权限</a:t>
            </a:r>
            <a:r>
              <a:rPr lang="zh-CN" altLang="en-US" dirty="0">
                <a:sym typeface="+mn-ea"/>
              </a:rPr>
              <a:t>以</a:t>
            </a:r>
            <a:r>
              <a:rPr lang="en-US" altLang="zh-CN" dirty="0" err="1">
                <a:sym typeface="+mn-ea"/>
              </a:rPr>
              <a:t>appops</a:t>
            </a:r>
            <a:r>
              <a:rPr lang="zh-CN" altLang="en-US" dirty="0">
                <a:sym typeface="+mn-ea"/>
              </a:rPr>
              <a:t>的方式进行</a:t>
            </a:r>
            <a:r>
              <a:rPr lang="zh-CN" altLang="en-US" dirty="0" smtClean="0">
                <a:sym typeface="+mn-ea"/>
              </a:rPr>
              <a:t>授权（类似浮窗权限），</a:t>
            </a:r>
            <a:r>
              <a:rPr lang="zh-CN" altLang="en-US" dirty="0">
                <a:sym typeface="+mn-ea"/>
              </a:rPr>
              <a:t>跳</a:t>
            </a:r>
            <a:r>
              <a:rPr lang="zh-CN" altLang="en-US" dirty="0" smtClean="0">
                <a:sym typeface="+mn-ea"/>
              </a:rPr>
              <a:t>转到设置里，由用户同意。</a:t>
            </a:r>
            <a:endParaRPr lang="zh-CN" altLang="en-US" dirty="0"/>
          </a:p>
        </p:txBody>
      </p:sp>
    </p:spTree>
    <p:extLst>
      <p:ext uri="{BB962C8B-B14F-4D97-AF65-F5344CB8AC3E}">
        <p14:creationId xmlns:p14="http://schemas.microsoft.com/office/powerpoint/2010/main" val="3531688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StorageManager</a:t>
            </a:r>
            <a:r>
              <a:rPr lang="zh-CN" altLang="en-US" dirty="0"/>
              <a:t>的接口</a:t>
            </a:r>
          </a:p>
        </p:txBody>
      </p:sp>
      <p:sp>
        <p:nvSpPr>
          <p:cNvPr id="3" name="文本框 2"/>
          <p:cNvSpPr txBox="1"/>
          <p:nvPr/>
        </p:nvSpPr>
        <p:spPr>
          <a:xfrm>
            <a:off x="790832" y="1268627"/>
            <a:ext cx="9168714" cy="2308324"/>
          </a:xfrm>
          <a:prstGeom prst="rect">
            <a:avLst/>
          </a:prstGeom>
          <a:noFill/>
        </p:spPr>
        <p:txBody>
          <a:bodyPr wrap="square" rtlCol="0">
            <a:spAutoFit/>
          </a:bodyPr>
          <a:lstStyle/>
          <a:p>
            <a:r>
              <a:rPr lang="en-US" altLang="zh-CN" dirty="0"/>
              <a:t>//</a:t>
            </a:r>
            <a:r>
              <a:rPr lang="zh-CN" altLang="en-US" dirty="0"/>
              <a:t>许多方法都是</a:t>
            </a:r>
            <a:r>
              <a:rPr lang="en-US" altLang="zh-CN" dirty="0"/>
              <a:t>hide</a:t>
            </a:r>
            <a:r>
              <a:rPr lang="zh-CN" altLang="en-US" dirty="0"/>
              <a:t>的。对用户开放的，大多数</a:t>
            </a:r>
            <a:r>
              <a:rPr lang="zh-CN" altLang="en-US" dirty="0" smtClean="0"/>
              <a:t>是一些</a:t>
            </a:r>
            <a:r>
              <a:rPr lang="en-US" altLang="zh-CN" dirty="0" smtClean="0"/>
              <a:t>get</a:t>
            </a:r>
            <a:r>
              <a:rPr lang="zh-CN" altLang="en-US" dirty="0"/>
              <a:t>方法，用处也不大</a:t>
            </a:r>
          </a:p>
          <a:p>
            <a:r>
              <a:rPr lang="en-US" altLang="zh-CN" dirty="0" err="1"/>
              <a:t>getUuidForPath</a:t>
            </a:r>
            <a:r>
              <a:rPr lang="en-US" altLang="zh-CN" dirty="0"/>
              <a:t>(new File("/</a:t>
            </a:r>
            <a:r>
              <a:rPr lang="en-US" altLang="zh-CN" dirty="0" err="1"/>
              <a:t>sdcard</a:t>
            </a:r>
            <a:r>
              <a:rPr lang="en-US" altLang="zh-CN" dirty="0"/>
              <a:t>"))//</a:t>
            </a:r>
            <a:r>
              <a:rPr lang="zh-CN" altLang="en-US" dirty="0"/>
              <a:t>根据</a:t>
            </a:r>
            <a:r>
              <a:rPr lang="en-US" altLang="zh-CN" dirty="0"/>
              <a:t>path</a:t>
            </a:r>
            <a:r>
              <a:rPr lang="zh-CN" altLang="en-US" dirty="0"/>
              <a:t>，获取对应存储卷的</a:t>
            </a:r>
            <a:r>
              <a:rPr lang="en-US" altLang="zh-CN" dirty="0" err="1"/>
              <a:t>uuid</a:t>
            </a:r>
            <a:endParaRPr lang="en-US" altLang="zh-CN" dirty="0"/>
          </a:p>
          <a:p>
            <a:r>
              <a:rPr lang="en-US" altLang="zh-CN" dirty="0" err="1"/>
              <a:t>getAllocatableBytes</a:t>
            </a:r>
            <a:r>
              <a:rPr lang="en-US" altLang="zh-CN" dirty="0"/>
              <a:t>(</a:t>
            </a:r>
            <a:r>
              <a:rPr lang="en-US" altLang="zh-CN" dirty="0" err="1"/>
              <a:t>uuidForPath</a:t>
            </a:r>
            <a:r>
              <a:rPr lang="en-US" altLang="zh-CN" dirty="0"/>
              <a:t>)//</a:t>
            </a:r>
            <a:r>
              <a:rPr lang="zh-CN" altLang="en-US" dirty="0"/>
              <a:t>根据</a:t>
            </a:r>
            <a:r>
              <a:rPr lang="en-US" altLang="zh-CN" dirty="0" err="1"/>
              <a:t>uuid</a:t>
            </a:r>
            <a:r>
              <a:rPr lang="zh-CN" altLang="en-US" dirty="0"/>
              <a:t>，获取对应卷的可分配空间大小</a:t>
            </a:r>
          </a:p>
          <a:p>
            <a:r>
              <a:rPr lang="en-US" altLang="zh-CN" dirty="0" err="1"/>
              <a:t>getStorageVolumes</a:t>
            </a:r>
            <a:r>
              <a:rPr lang="en-US" altLang="zh-CN" dirty="0"/>
              <a:t>();//</a:t>
            </a:r>
            <a:r>
              <a:rPr lang="zh-CN" altLang="en-US" dirty="0"/>
              <a:t>返回</a:t>
            </a:r>
            <a:r>
              <a:rPr lang="en-US" altLang="zh-CN" dirty="0"/>
              <a:t>volume</a:t>
            </a:r>
            <a:r>
              <a:rPr lang="zh-CN" altLang="en-US" dirty="0"/>
              <a:t>的</a:t>
            </a:r>
            <a:r>
              <a:rPr lang="en-US" altLang="zh-CN" dirty="0"/>
              <a:t>list</a:t>
            </a:r>
            <a:r>
              <a:rPr lang="zh-CN" altLang="en-US" dirty="0"/>
              <a:t>，包含内置虚拟存储卡和外置存储卡</a:t>
            </a:r>
          </a:p>
          <a:p>
            <a:endParaRPr lang="zh-CN" altLang="en-US" dirty="0"/>
          </a:p>
          <a:p>
            <a:r>
              <a:rPr lang="en-US" altLang="zh-CN" dirty="0"/>
              <a:t>//</a:t>
            </a:r>
            <a:r>
              <a:rPr lang="zh-CN" altLang="en-US" dirty="0"/>
              <a:t>判断是否加密</a:t>
            </a:r>
          </a:p>
          <a:p>
            <a:r>
              <a:rPr lang="en-US" altLang="zh-CN" dirty="0" err="1"/>
              <a:t>isEncrypted</a:t>
            </a:r>
            <a:r>
              <a:rPr lang="en-US" altLang="zh-CN" dirty="0"/>
              <a:t>(new File("/</a:t>
            </a:r>
            <a:r>
              <a:rPr lang="en-US" altLang="zh-CN" dirty="0" err="1"/>
              <a:t>sdcard</a:t>
            </a:r>
            <a:r>
              <a:rPr lang="en-US" altLang="zh-CN" dirty="0"/>
              <a:t>"))//false</a:t>
            </a:r>
          </a:p>
          <a:p>
            <a:r>
              <a:rPr lang="en-US" altLang="zh-CN" dirty="0" err="1"/>
              <a:t>isEncrypted</a:t>
            </a:r>
            <a:r>
              <a:rPr lang="en-US" altLang="zh-CN" dirty="0"/>
              <a:t>(new File("/data"))//true</a:t>
            </a:r>
            <a:endParaRPr lang="zh-CN" altLang="en-US" dirty="0"/>
          </a:p>
        </p:txBody>
      </p:sp>
    </p:spTree>
    <p:extLst>
      <p:ext uri="{BB962C8B-B14F-4D97-AF65-F5344CB8AC3E}">
        <p14:creationId xmlns:p14="http://schemas.microsoft.com/office/powerpoint/2010/main" val="2206518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485140" y="547370"/>
            <a:ext cx="3180080" cy="460375"/>
          </a:xfrm>
          <a:prstGeom prst="rect">
            <a:avLst/>
          </a:prstGeom>
          <a:noFill/>
        </p:spPr>
        <p:txBody>
          <a:bodyPr wrap="square" rtlCol="0">
            <a:spAutoFit/>
          </a:bodyPr>
          <a:lstStyle/>
          <a:p>
            <a:pPr marL="252730">
              <a:tabLst>
                <a:tab pos="774700" algn="l"/>
              </a:tabLst>
            </a:pPr>
            <a:r>
              <a:rPr lang="zh-CN" altLang="en-US" sz="2400" b="1" spc="-5" dirty="0" smtClean="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rPr>
              <a:t>权限控制</a:t>
            </a:r>
            <a:endParaRPr lang="zh-CN" altLang="en-US" sz="2400" b="1" spc="-5" dirty="0">
              <a:solidFill>
                <a:srgbClr val="0070C0"/>
              </a:solidFill>
              <a:latin typeface="Arial" panose="020B0604020202020204" pitchFamily="34" charset="0"/>
              <a:ea typeface="微软雅黑" panose="020B0503020204020204" pitchFamily="34" charset="-122"/>
              <a:cs typeface="Arial" panose="020B0604020202020204"/>
              <a:sym typeface="Arial" panose="020B0604020202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789689355"/>
              </p:ext>
            </p:extLst>
          </p:nvPr>
        </p:nvGraphicFramePr>
        <p:xfrm>
          <a:off x="630725" y="1341456"/>
          <a:ext cx="10083120" cy="2817367"/>
        </p:xfrm>
        <a:graphic>
          <a:graphicData uri="http://schemas.openxmlformats.org/drawingml/2006/table">
            <a:tbl>
              <a:tblPr/>
              <a:tblGrid>
                <a:gridCol w="1680520"/>
                <a:gridCol w="1680520"/>
                <a:gridCol w="1680520"/>
                <a:gridCol w="1680520"/>
                <a:gridCol w="1680520"/>
                <a:gridCol w="1680520"/>
              </a:tblGrid>
              <a:tr h="484313">
                <a:tc>
                  <a:txBody>
                    <a:bodyPr/>
                    <a:lstStyle/>
                    <a:p>
                      <a:r>
                        <a:rPr lang="zh-CN" altLang="en-US" sz="1400" b="1" dirty="0">
                          <a:effectLst/>
                        </a:rPr>
                        <a:t>类型</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b="1" dirty="0">
                          <a:effectLst/>
                        </a:rPr>
                        <a:t>位置</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b="1" dirty="0">
                          <a:effectLst/>
                        </a:rPr>
                        <a:t>访问应用自己生成的文件</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b="1">
                          <a:effectLst/>
                        </a:rPr>
                        <a:t>访问其他应用生成的的文件</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b="1">
                          <a:effectLst/>
                        </a:rPr>
                        <a:t>访问方法</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b="1">
                          <a:effectLst/>
                        </a:rPr>
                        <a:t>卸载应用是否删除文件</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r>
              <a:tr h="626076">
                <a:tc>
                  <a:txBody>
                    <a:bodyPr/>
                    <a:lstStyle/>
                    <a:p>
                      <a:r>
                        <a:rPr lang="zh-CN" altLang="en-US" sz="1400">
                          <a:effectLst/>
                        </a:rPr>
                        <a:t>外部存储</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sz="1400">
                          <a:effectLst/>
                        </a:rPr>
                        <a:t>Photo/ Video/ Audio/</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a:effectLst/>
                        </a:rPr>
                        <a:t>无需权限</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a:effectLst/>
                        </a:rPr>
                        <a:t>需要权限</a:t>
                      </a:r>
                      <a:r>
                        <a:rPr lang="en-US" sz="1400" dirty="0">
                          <a:effectLst/>
                        </a:rPr>
                        <a:t>READ_EXTERNAL_STORAGE</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sz="1400" dirty="0" err="1">
                          <a:effectLst/>
                        </a:rPr>
                        <a:t>MediaStore</a:t>
                      </a:r>
                      <a:r>
                        <a:rPr lang="en-US" sz="1400" dirty="0">
                          <a:effectLst/>
                        </a:rPr>
                        <a:t> </a:t>
                      </a:r>
                      <a:r>
                        <a:rPr lang="en-US" sz="1400" dirty="0" err="1">
                          <a:effectLst/>
                        </a:rPr>
                        <a:t>Ap</a:t>
                      </a:r>
                      <a:endParaRPr lang="en-US" sz="1400" dirty="0">
                        <a:effectLst/>
                      </a:endParaRP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a:effectLst/>
                        </a:rPr>
                        <a:t>否</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r>
              <a:tr h="626076">
                <a:tc>
                  <a:txBody>
                    <a:bodyPr/>
                    <a:lstStyle/>
                    <a:p>
                      <a:r>
                        <a:rPr lang="zh-CN" altLang="en-US" sz="1400">
                          <a:effectLst/>
                        </a:rPr>
                        <a:t>外部存储</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sz="1400">
                          <a:effectLst/>
                        </a:rPr>
                        <a:t>Downloads</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400">
                          <a:effectLst/>
                        </a:rPr>
                        <a:t>无需权限</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400">
                          <a:effectLst/>
                        </a:rPr>
                        <a:t>无需权限</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400">
                          <a:effectLst/>
                        </a:rPr>
                        <a:t>通过存储访问框架</a:t>
                      </a:r>
                      <a:r>
                        <a:rPr lang="en-US" altLang="zh-CN" sz="1400">
                          <a:effectLst/>
                        </a:rPr>
                        <a:t>SAF</a:t>
                      </a:r>
                      <a:r>
                        <a:rPr lang="zh-CN" altLang="en-US" sz="1400">
                          <a:effectLst/>
                        </a:rPr>
                        <a:t>，加载系统文件选择器</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zh-CN" altLang="en-US" sz="1400">
                          <a:effectLst/>
                        </a:rPr>
                        <a:t>否</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r>
              <a:tr h="767839">
                <a:tc>
                  <a:txBody>
                    <a:bodyPr/>
                    <a:lstStyle/>
                    <a:p>
                      <a:r>
                        <a:rPr lang="zh-CN" altLang="en-US" sz="1400" dirty="0">
                          <a:effectLst/>
                        </a:rPr>
                        <a:t>外部存储</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a:effectLst/>
                        </a:rPr>
                        <a:t>应用特定的目录</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a:effectLst/>
                        </a:rPr>
                        <a:t>无需权限</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a:effectLst/>
                        </a:rPr>
                        <a:t>无法直接访问</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sz="1400">
                          <a:effectLst/>
                        </a:rPr>
                        <a:t>getExternalFilesDir()</a:t>
                      </a:r>
                      <a:r>
                        <a:rPr lang="zh-CN" altLang="en-US" sz="1400">
                          <a:effectLst/>
                        </a:rPr>
                        <a:t>获取到属于应用自己的文件路径</a:t>
                      </a: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zh-CN" altLang="en-US" sz="1400" dirty="0" smtClean="0">
                          <a:effectLst/>
                        </a:rPr>
                        <a:t>是</a:t>
                      </a:r>
                      <a:endParaRPr lang="zh-CN" altLang="en-US" sz="1400" dirty="0">
                        <a:effectLst/>
                      </a:endParaRPr>
                    </a:p>
                  </a:txBody>
                  <a:tcPr marL="123734" marR="123734" marT="57108" marB="57108"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r>
            </a:tbl>
          </a:graphicData>
        </a:graphic>
      </p:graphicFrame>
      <p:sp>
        <p:nvSpPr>
          <p:cNvPr id="2" name="文本框 1"/>
          <p:cNvSpPr txBox="1"/>
          <p:nvPr/>
        </p:nvSpPr>
        <p:spPr>
          <a:xfrm>
            <a:off x="897924" y="4613189"/>
            <a:ext cx="5626444"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smtClean="0"/>
              <a:t>仅适用于普通</a:t>
            </a:r>
            <a:r>
              <a:rPr lang="en-US" altLang="zh-CN" dirty="0" smtClean="0"/>
              <a:t>APP</a:t>
            </a:r>
          </a:p>
          <a:p>
            <a:pPr marL="285750" indent="-285750">
              <a:buFont typeface="Arial" panose="020B0604020202020204" pitchFamily="34" charset="0"/>
              <a:buChar char="•"/>
            </a:pPr>
            <a:r>
              <a:rPr lang="zh-CN" altLang="en-US" dirty="0" smtClean="0"/>
              <a:t>系统级别的应用不受管控</a:t>
            </a:r>
            <a:endParaRPr lang="zh-CN" altLang="en-US" dirty="0"/>
          </a:p>
        </p:txBody>
      </p:sp>
    </p:spTree>
    <p:extLst>
      <p:ext uri="{BB962C8B-B14F-4D97-AF65-F5344CB8AC3E}">
        <p14:creationId xmlns:p14="http://schemas.microsoft.com/office/powerpoint/2010/main" val="11004843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52730">
              <a:tabLst>
                <a:tab pos="774700" algn="l"/>
              </a:tabLst>
            </a:pPr>
            <a:r>
              <a:rPr lang="zh-CN" altLang="en-US" spc="-5" dirty="0">
                <a:latin typeface="Arial" panose="020B0604020202020204" pitchFamily="34" charset="0"/>
                <a:cs typeface="Arial" panose="020B0604020202020204"/>
                <a:sym typeface="Arial" panose="020B0604020202020204" pitchFamily="34" charset="0"/>
              </a:rPr>
              <a:t>存储与多用户</a:t>
            </a:r>
          </a:p>
        </p:txBody>
      </p:sp>
      <p:pic>
        <p:nvPicPr>
          <p:cNvPr id="3" name="图片 2"/>
          <p:cNvPicPr>
            <a:picLocks noChangeAspect="1"/>
          </p:cNvPicPr>
          <p:nvPr/>
        </p:nvPicPr>
        <p:blipFill>
          <a:blip r:embed="rId2"/>
          <a:stretch>
            <a:fillRect/>
          </a:stretch>
        </p:blipFill>
        <p:spPr>
          <a:xfrm>
            <a:off x="1359371" y="930876"/>
            <a:ext cx="6886575" cy="5428735"/>
          </a:xfrm>
          <a:prstGeom prst="rect">
            <a:avLst/>
          </a:prstGeom>
        </p:spPr>
      </p:pic>
    </p:spTree>
    <p:extLst>
      <p:ext uri="{BB962C8B-B14F-4D97-AF65-F5344CB8AC3E}">
        <p14:creationId xmlns:p14="http://schemas.microsoft.com/office/powerpoint/2010/main" val="3748694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52730">
              <a:tabLst>
                <a:tab pos="774700" algn="l"/>
              </a:tabLst>
            </a:pPr>
            <a:r>
              <a:rPr lang="zh-CN" altLang="en-US" spc="-5" dirty="0">
                <a:latin typeface="Arial" panose="020B0604020202020204" pitchFamily="34" charset="0"/>
                <a:cs typeface="Arial" panose="020B0604020202020204"/>
                <a:sym typeface="Arial" panose="020B0604020202020204" pitchFamily="34" charset="0"/>
              </a:rPr>
              <a:t>存储与多用户</a:t>
            </a:r>
          </a:p>
        </p:txBody>
      </p:sp>
      <p:pic>
        <p:nvPicPr>
          <p:cNvPr id="5" name="图片 4"/>
          <p:cNvPicPr>
            <a:picLocks noChangeAspect="1"/>
          </p:cNvPicPr>
          <p:nvPr/>
        </p:nvPicPr>
        <p:blipFill>
          <a:blip r:embed="rId2"/>
          <a:stretch>
            <a:fillRect/>
          </a:stretch>
        </p:blipFill>
        <p:spPr>
          <a:xfrm>
            <a:off x="823912" y="838510"/>
            <a:ext cx="6886575" cy="5724525"/>
          </a:xfrm>
          <a:prstGeom prst="rect">
            <a:avLst/>
          </a:prstGeom>
        </p:spPr>
      </p:pic>
    </p:spTree>
    <p:extLst>
      <p:ext uri="{BB962C8B-B14F-4D97-AF65-F5344CB8AC3E}">
        <p14:creationId xmlns:p14="http://schemas.microsoft.com/office/powerpoint/2010/main" val="225108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多用户存储</a:t>
            </a:r>
            <a:r>
              <a:rPr lang="zh-CN" altLang="en-US" dirty="0" smtClean="0"/>
              <a:t>隔离的原理</a:t>
            </a:r>
            <a:endParaRPr lang="zh-CN" altLang="en-US" dirty="0"/>
          </a:p>
        </p:txBody>
      </p:sp>
      <p:sp>
        <p:nvSpPr>
          <p:cNvPr id="4" name="文本框 3"/>
          <p:cNvSpPr txBox="1"/>
          <p:nvPr/>
        </p:nvSpPr>
        <p:spPr>
          <a:xfrm>
            <a:off x="790832" y="988541"/>
            <a:ext cx="10008973" cy="4401205"/>
          </a:xfrm>
          <a:prstGeom prst="rect">
            <a:avLst/>
          </a:prstGeom>
          <a:noFill/>
        </p:spPr>
        <p:txBody>
          <a:bodyPr wrap="square" rtlCol="0">
            <a:spAutoFit/>
          </a:bodyPr>
          <a:lstStyle/>
          <a:p>
            <a:r>
              <a:rPr lang="zh-CN" altLang="en-US" sz="1400" dirty="0" smtClean="0"/>
              <a:t>挂载</a:t>
            </a:r>
            <a:r>
              <a:rPr lang="zh-CN" altLang="en-US" sz="1400" dirty="0"/>
              <a:t>命名空间</a:t>
            </a:r>
          </a:p>
          <a:p>
            <a:endParaRPr lang="zh-CN" altLang="en-US" sz="1400" dirty="0"/>
          </a:p>
          <a:p>
            <a:r>
              <a:rPr lang="en-US" altLang="zh-CN" sz="1400" dirty="0"/>
              <a:t>Mount namespaces provide isolation of the list of mount points seen by the processes in each namespace instance. Thus, the processes in each of the mount namespace instances will see distinct single-directory hierarchies. —— </a:t>
            </a:r>
            <a:r>
              <a:rPr lang="en-US" altLang="zh-CN" sz="1400" dirty="0" err="1"/>
              <a:t>mount_namespaces</a:t>
            </a:r>
            <a:r>
              <a:rPr lang="en-US" altLang="zh-CN" sz="1400" dirty="0"/>
              <a:t>(7) - Linux manual page - man7.org(http://man7.org/linux/man-pages/man7/mount_namespaces.7.html)</a:t>
            </a:r>
          </a:p>
          <a:p>
            <a:endParaRPr lang="en-US" altLang="zh-CN" sz="1400" dirty="0"/>
          </a:p>
          <a:p>
            <a:r>
              <a:rPr lang="zh-CN" altLang="en-US" sz="1400" dirty="0"/>
              <a:t>通俗的讲，挂载命名空间实现了挂载点的隔离，在不同挂载命名空间的进程，看到的目录层次不同。</a:t>
            </a:r>
          </a:p>
          <a:p>
            <a:endParaRPr lang="zh-CN" altLang="en-US" sz="1400" dirty="0"/>
          </a:p>
          <a:p>
            <a:endParaRPr lang="en-US" altLang="zh-CN" sz="1400" dirty="0" smtClean="0"/>
          </a:p>
          <a:p>
            <a:r>
              <a:rPr lang="en-US" altLang="zh-CN" sz="1400" dirty="0" smtClean="0"/>
              <a:t>- </a:t>
            </a:r>
            <a:r>
              <a:rPr lang="zh-CN" altLang="en-US" sz="1400" dirty="0"/>
              <a:t>挂载传播类型：</a:t>
            </a:r>
            <a:r>
              <a:rPr lang="en-US" altLang="zh-CN" sz="1400" dirty="0"/>
              <a:t>shared</a:t>
            </a:r>
            <a:r>
              <a:rPr lang="zh-CN" altLang="en-US" sz="1400" dirty="0"/>
              <a:t>、</a:t>
            </a:r>
            <a:r>
              <a:rPr lang="en-US" altLang="zh-CN" sz="1400" dirty="0"/>
              <a:t>private</a:t>
            </a:r>
            <a:r>
              <a:rPr lang="zh-CN" altLang="en-US" sz="1400" dirty="0"/>
              <a:t>、</a:t>
            </a:r>
            <a:r>
              <a:rPr lang="en-US" altLang="zh-CN" sz="1400" dirty="0"/>
              <a:t>slave</a:t>
            </a:r>
            <a:r>
              <a:rPr lang="zh-CN" altLang="en-US" sz="1400" dirty="0"/>
              <a:t>、</a:t>
            </a:r>
            <a:r>
              <a:rPr lang="en-US" altLang="zh-CN" sz="1400" dirty="0" err="1"/>
              <a:t>unbindable</a:t>
            </a:r>
            <a:endParaRPr lang="en-US" altLang="zh-CN" sz="1400" dirty="0"/>
          </a:p>
          <a:p>
            <a:endParaRPr lang="en-US" altLang="zh-CN" sz="1400" dirty="0"/>
          </a:p>
          <a:p>
            <a:r>
              <a:rPr lang="en-US" altLang="zh-CN" sz="1400" dirty="0"/>
              <a:t>  peer group </a:t>
            </a:r>
            <a:r>
              <a:rPr lang="zh-CN" altLang="en-US" sz="1400" dirty="0"/>
              <a:t>是一个或多个挂载点的集合，他们之间可以共享挂载信息。</a:t>
            </a:r>
          </a:p>
          <a:p>
            <a:endParaRPr lang="zh-CN" altLang="en-US" sz="1400" dirty="0"/>
          </a:p>
          <a:p>
            <a:r>
              <a:rPr lang="zh-CN" altLang="en-US" sz="1400" dirty="0"/>
              <a:t>  </a:t>
            </a:r>
            <a:r>
              <a:rPr lang="en-US" altLang="zh-CN" sz="1400" dirty="0" smtClean="0"/>
              <a:t>1</a:t>
            </a:r>
            <a:r>
              <a:rPr lang="en-US" altLang="zh-CN" sz="1400" dirty="0"/>
              <a:t>.</a:t>
            </a:r>
            <a:r>
              <a:rPr lang="zh-CN" altLang="en-US" sz="1400" dirty="0"/>
              <a:t>共享挂载（</a:t>
            </a:r>
            <a:r>
              <a:rPr lang="en-US" altLang="zh-CN" sz="1400" dirty="0"/>
              <a:t>shared</a:t>
            </a:r>
            <a:r>
              <a:rPr lang="zh-CN" altLang="en-US" sz="1400" dirty="0"/>
              <a:t>）</a:t>
            </a:r>
            <a:r>
              <a:rPr lang="en-US" altLang="zh-CN" sz="1400" dirty="0" smtClean="0"/>
              <a:t>:</a:t>
            </a:r>
            <a:r>
              <a:rPr lang="zh-CN" altLang="en-US" sz="1400" dirty="0" smtClean="0"/>
              <a:t>此</a:t>
            </a:r>
            <a:r>
              <a:rPr lang="zh-CN" altLang="en-US" sz="1400" dirty="0"/>
              <a:t>类型的挂载点会加入一个</a:t>
            </a:r>
            <a:r>
              <a:rPr lang="en-US" altLang="zh-CN" sz="1400" dirty="0"/>
              <a:t>peer group</a:t>
            </a:r>
            <a:r>
              <a:rPr lang="zh-CN" altLang="en-US" sz="1400" dirty="0"/>
              <a:t>，并会在</a:t>
            </a:r>
            <a:r>
              <a:rPr lang="en-US" altLang="zh-CN" sz="1400" dirty="0"/>
              <a:t>group</a:t>
            </a:r>
            <a:r>
              <a:rPr lang="zh-CN" altLang="en-US" sz="1400" dirty="0"/>
              <a:t>内传播和接收挂载事件；</a:t>
            </a:r>
          </a:p>
          <a:p>
            <a:endParaRPr lang="zh-CN" altLang="en-US" sz="1400" dirty="0"/>
          </a:p>
          <a:p>
            <a:r>
              <a:rPr lang="zh-CN" altLang="en-US" sz="1400" dirty="0"/>
              <a:t>  </a:t>
            </a:r>
            <a:r>
              <a:rPr lang="en-US" altLang="zh-CN" sz="1400" dirty="0" smtClean="0"/>
              <a:t>2</a:t>
            </a:r>
            <a:r>
              <a:rPr lang="en-US" altLang="zh-CN" sz="1400" dirty="0"/>
              <a:t>.</a:t>
            </a:r>
            <a:r>
              <a:rPr lang="zh-CN" altLang="en-US" sz="1400" dirty="0"/>
              <a:t>从属挂载（</a:t>
            </a:r>
            <a:r>
              <a:rPr lang="en-US" altLang="zh-CN" sz="1400" dirty="0"/>
              <a:t>slave</a:t>
            </a:r>
            <a:r>
              <a:rPr lang="zh-CN" altLang="en-US" sz="1400" dirty="0"/>
              <a:t>）</a:t>
            </a:r>
            <a:r>
              <a:rPr lang="en-US" altLang="zh-CN" sz="1400" dirty="0" smtClean="0"/>
              <a:t>:</a:t>
            </a:r>
            <a:r>
              <a:rPr lang="zh-CN" altLang="en-US" sz="1400" dirty="0" smtClean="0"/>
              <a:t>此</a:t>
            </a:r>
            <a:r>
              <a:rPr lang="zh-CN" altLang="en-US" sz="1400" dirty="0"/>
              <a:t>类型的挂载点会加入一个</a:t>
            </a:r>
            <a:r>
              <a:rPr lang="en-US" altLang="zh-CN" sz="1400" dirty="0"/>
              <a:t>peer group</a:t>
            </a:r>
            <a:r>
              <a:rPr lang="zh-CN" altLang="en-US" sz="1400" dirty="0"/>
              <a:t>，并会接收</a:t>
            </a:r>
            <a:r>
              <a:rPr lang="en-US" altLang="zh-CN" sz="1400" dirty="0"/>
              <a:t>group</a:t>
            </a:r>
            <a:r>
              <a:rPr lang="zh-CN" altLang="en-US" sz="1400" dirty="0"/>
              <a:t>内的挂载事件，但不传播；</a:t>
            </a:r>
          </a:p>
          <a:p>
            <a:endParaRPr lang="zh-CN" altLang="en-US" sz="1400" dirty="0"/>
          </a:p>
          <a:p>
            <a:r>
              <a:rPr lang="zh-CN" altLang="en-US" sz="1400" dirty="0"/>
              <a:t>  </a:t>
            </a:r>
            <a:r>
              <a:rPr lang="en-US" altLang="zh-CN" sz="1400" dirty="0" smtClean="0"/>
              <a:t>3.</a:t>
            </a:r>
            <a:r>
              <a:rPr lang="zh-CN" altLang="en-US" sz="1400" dirty="0"/>
              <a:t>私有挂载（</a:t>
            </a:r>
            <a:r>
              <a:rPr lang="en-US" altLang="zh-CN" sz="1400" dirty="0"/>
              <a:t>private</a:t>
            </a:r>
            <a:r>
              <a:rPr lang="zh-CN" altLang="en-US" sz="1400" dirty="0"/>
              <a:t>）</a:t>
            </a:r>
            <a:r>
              <a:rPr lang="en-US" altLang="zh-CN" sz="1400" dirty="0" smtClean="0"/>
              <a:t>:</a:t>
            </a:r>
            <a:r>
              <a:rPr lang="zh-CN" altLang="en-US" sz="1400" dirty="0" smtClean="0"/>
              <a:t>此</a:t>
            </a:r>
            <a:r>
              <a:rPr lang="zh-CN" altLang="en-US" sz="1400" dirty="0"/>
              <a:t>类型的挂载点没有</a:t>
            </a:r>
            <a:r>
              <a:rPr lang="en-US" altLang="zh-CN" sz="1400" dirty="0"/>
              <a:t>peer group</a:t>
            </a:r>
            <a:r>
              <a:rPr lang="zh-CN" altLang="en-US" sz="1400" dirty="0"/>
              <a:t>，既不传播也不接收挂载事件；</a:t>
            </a:r>
          </a:p>
          <a:p>
            <a:endParaRPr lang="zh-CN" altLang="en-US" sz="1400" dirty="0"/>
          </a:p>
          <a:p>
            <a:r>
              <a:rPr lang="zh-CN" altLang="en-US" sz="1400" dirty="0"/>
              <a:t>  </a:t>
            </a:r>
            <a:r>
              <a:rPr lang="en-US" altLang="zh-CN" sz="1400" dirty="0" smtClean="0"/>
              <a:t>4.</a:t>
            </a:r>
            <a:r>
              <a:rPr lang="zh-CN" altLang="en-US" sz="1400" dirty="0"/>
              <a:t>不可绑定挂载（</a:t>
            </a:r>
            <a:r>
              <a:rPr lang="en-US" altLang="zh-CN" sz="1400" dirty="0" err="1"/>
              <a:t>unbindable</a:t>
            </a:r>
            <a:r>
              <a:rPr lang="zh-CN" altLang="en-US" sz="1400" dirty="0"/>
              <a:t>）</a:t>
            </a:r>
            <a:r>
              <a:rPr lang="en-US" altLang="zh-CN" sz="1400" dirty="0"/>
              <a:t>:**</a:t>
            </a:r>
            <a:r>
              <a:rPr lang="zh-CN" altLang="en-US" sz="1400" dirty="0"/>
              <a:t>不可以</a:t>
            </a:r>
            <a:r>
              <a:rPr lang="en-US" altLang="zh-CN" sz="1400" dirty="0"/>
              <a:t>mount</a:t>
            </a:r>
            <a:endParaRPr lang="zh-CN" altLang="en-US" sz="1400" dirty="0"/>
          </a:p>
        </p:txBody>
      </p:sp>
    </p:spTree>
    <p:extLst>
      <p:ext uri="{BB962C8B-B14F-4D97-AF65-F5344CB8AC3E}">
        <p14:creationId xmlns:p14="http://schemas.microsoft.com/office/powerpoint/2010/main" val="126099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9924" y="1532238"/>
            <a:ext cx="7411395" cy="923330"/>
          </a:xfrm>
          <a:prstGeom prst="rect">
            <a:avLst/>
          </a:prstGeom>
          <a:noFill/>
        </p:spPr>
        <p:txBody>
          <a:bodyPr wrap="square" rtlCol="0">
            <a:spAutoFit/>
          </a:bodyPr>
          <a:lstStyle/>
          <a:p>
            <a:r>
              <a:rPr lang="en-US" altLang="zh-CN" dirty="0"/>
              <a:t>mount --make-private --bind dir1 dir2</a:t>
            </a:r>
          </a:p>
          <a:p>
            <a:r>
              <a:rPr lang="en-US" altLang="zh-CN" dirty="0"/>
              <a:t>mount --make-shared --bind dir1 dir2</a:t>
            </a:r>
          </a:p>
          <a:p>
            <a:r>
              <a:rPr lang="en-US" altLang="zh-CN" dirty="0"/>
              <a:t>mount --make-slave --bind dir1 dir2</a:t>
            </a:r>
            <a:endParaRPr lang="zh-CN" altLang="en-US" dirty="0"/>
          </a:p>
        </p:txBody>
      </p:sp>
      <p:sp>
        <p:nvSpPr>
          <p:cNvPr id="4" name="Rectangle 1"/>
          <p:cNvSpPr>
            <a:spLocks noGrp="1" noChangeArrowheads="1"/>
          </p:cNvSpPr>
          <p:nvPr>
            <p:ph type="title"/>
          </p:nvPr>
        </p:nvSpPr>
        <p:spPr bwMode="auto">
          <a:xfrm>
            <a:off x="669924" y="606777"/>
            <a:ext cx="24027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smtClean="0">
                <a:ln>
                  <a:noFill/>
                </a:ln>
                <a:solidFill>
                  <a:srgbClr val="333333"/>
                </a:solidFill>
                <a:effectLst/>
                <a:latin typeface="Arial" panose="020B0604020202020204" pitchFamily="34" charset="0"/>
                <a:ea typeface="Open Sans"/>
              </a:rPr>
              <a:t>命令</a:t>
            </a:r>
            <a:r>
              <a:rPr kumimoji="0" lang="zh-CN" altLang="en-US" sz="1800" b="0" i="0" u="none" strike="noStrike" cap="none" normalizeH="0" baseline="0" dirty="0" smtClean="0">
                <a:ln>
                  <a:noFill/>
                </a:ln>
                <a:solidFill>
                  <a:srgbClr val="333333"/>
                </a:solidFill>
                <a:effectLst/>
                <a:latin typeface="Arial" panose="020B0604020202020204" pitchFamily="34" charset="0"/>
                <a:ea typeface="Open Sans"/>
              </a:rPr>
              <a:t>行</a:t>
            </a:r>
            <a:r>
              <a:rPr kumimoji="0" lang="zh-CN" altLang="zh-CN" sz="1800" b="0" i="0" u="none" strike="noStrike" cap="none" normalizeH="0" baseline="0" dirty="0" smtClean="0">
                <a:ln>
                  <a:noFill/>
                </a:ln>
                <a:solidFill>
                  <a:srgbClr val="333333"/>
                </a:solidFill>
                <a:effectLst/>
                <a:latin typeface="Arial" panose="020B0604020202020204" pitchFamily="34" charset="0"/>
                <a:ea typeface="Open Sans"/>
              </a:rPr>
              <a:t>示例</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884781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9924" y="1276865"/>
            <a:ext cx="7411395" cy="1477328"/>
          </a:xfrm>
          <a:prstGeom prst="rect">
            <a:avLst/>
          </a:prstGeom>
          <a:noFill/>
        </p:spPr>
        <p:txBody>
          <a:bodyPr wrap="square" rtlCol="0">
            <a:spAutoFit/>
          </a:bodyPr>
          <a:lstStyle/>
          <a:p>
            <a:r>
              <a:rPr lang="zh-CN" altLang="en-US" dirty="0"/>
              <a:t>在</a:t>
            </a:r>
            <a:r>
              <a:rPr lang="en-US" altLang="zh-CN" dirty="0"/>
              <a:t>test</a:t>
            </a:r>
            <a:r>
              <a:rPr lang="zh-CN" altLang="en-US" dirty="0"/>
              <a:t>目录下建立</a:t>
            </a:r>
            <a:r>
              <a:rPr lang="en-US" altLang="zh-CN" dirty="0"/>
              <a:t>3</a:t>
            </a:r>
            <a:r>
              <a:rPr lang="zh-CN" altLang="en-US" dirty="0"/>
              <a:t>个目录： </a:t>
            </a:r>
            <a:r>
              <a:rPr lang="en-US" altLang="zh-CN" dirty="0"/>
              <a:t>dir1, dir2, my</a:t>
            </a:r>
            <a:r>
              <a:rPr lang="zh-CN" altLang="en-US" dirty="0" smtClean="0"/>
              <a:t>。</a:t>
            </a:r>
            <a:endParaRPr lang="en-US" altLang="zh-CN" dirty="0" smtClean="0"/>
          </a:p>
          <a:p>
            <a:endParaRPr lang="en-US" altLang="zh-CN" dirty="0"/>
          </a:p>
          <a:p>
            <a:r>
              <a:rPr lang="zh-CN" altLang="en-US" dirty="0" smtClean="0"/>
              <a:t>最终的目标是：</a:t>
            </a:r>
            <a:endParaRPr lang="en-US" altLang="zh-CN" dirty="0" smtClean="0"/>
          </a:p>
          <a:p>
            <a:r>
              <a:rPr lang="zh-CN" altLang="en-US" dirty="0" smtClean="0"/>
              <a:t>打开</a:t>
            </a:r>
            <a:r>
              <a:rPr lang="zh-CN" altLang="en-US" dirty="0"/>
              <a:t>两个</a:t>
            </a:r>
            <a:r>
              <a:rPr lang="en-US" altLang="zh-CN" dirty="0"/>
              <a:t>shell</a:t>
            </a:r>
            <a:r>
              <a:rPr lang="zh-CN" altLang="en-US" dirty="0"/>
              <a:t>，进入</a:t>
            </a:r>
            <a:r>
              <a:rPr lang="en-US" altLang="zh-CN" dirty="0"/>
              <a:t>`my`</a:t>
            </a:r>
            <a:r>
              <a:rPr lang="zh-CN" altLang="en-US" dirty="0"/>
              <a:t>目录，其中一个</a:t>
            </a:r>
            <a:r>
              <a:rPr lang="en-US" altLang="zh-CN" dirty="0"/>
              <a:t>shell</a:t>
            </a:r>
            <a:r>
              <a:rPr lang="zh-CN" altLang="en-US" dirty="0" smtClean="0"/>
              <a:t>，看到的是</a:t>
            </a:r>
            <a:r>
              <a:rPr lang="en-US" altLang="zh-CN" dirty="0" smtClean="0"/>
              <a:t>dir1</a:t>
            </a:r>
            <a:r>
              <a:rPr lang="zh-CN" altLang="en-US" dirty="0" smtClean="0"/>
              <a:t>；</a:t>
            </a:r>
            <a:endParaRPr lang="en-US" altLang="zh-CN" dirty="0" smtClean="0"/>
          </a:p>
          <a:p>
            <a:r>
              <a:rPr lang="zh-CN" altLang="en-US" dirty="0" smtClean="0"/>
              <a:t>第二</a:t>
            </a:r>
            <a:r>
              <a:rPr lang="zh-CN" altLang="en-US" dirty="0"/>
              <a:t>个</a:t>
            </a:r>
            <a:r>
              <a:rPr lang="en-US" altLang="zh-CN" dirty="0"/>
              <a:t>shell, </a:t>
            </a:r>
            <a:r>
              <a:rPr lang="en-US" altLang="zh-CN" dirty="0" smtClean="0"/>
              <a:t>my</a:t>
            </a:r>
            <a:r>
              <a:rPr lang="zh-CN" altLang="en-US" dirty="0"/>
              <a:t>绑定到</a:t>
            </a:r>
            <a:r>
              <a:rPr lang="en-US" altLang="zh-CN" dirty="0"/>
              <a:t>dir2</a:t>
            </a:r>
            <a:r>
              <a:rPr lang="zh-CN" altLang="en-US" dirty="0"/>
              <a:t>。</a:t>
            </a:r>
          </a:p>
        </p:txBody>
      </p:sp>
      <p:sp>
        <p:nvSpPr>
          <p:cNvPr id="4" name="Rectangle 1"/>
          <p:cNvSpPr>
            <a:spLocks noGrp="1" noChangeArrowheads="1"/>
          </p:cNvSpPr>
          <p:nvPr>
            <p:ph type="title"/>
          </p:nvPr>
        </p:nvSpPr>
        <p:spPr bwMode="auto">
          <a:xfrm>
            <a:off x="669924" y="560611"/>
            <a:ext cx="2402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333333"/>
                </a:solidFill>
                <a:effectLst/>
                <a:latin typeface="Arial" panose="020B0604020202020204" pitchFamily="34" charset="0"/>
                <a:ea typeface="Open Sans"/>
              </a:rPr>
              <a:t>演示</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
        <p:nvSpPr>
          <p:cNvPr id="2" name="文本框 1"/>
          <p:cNvSpPr txBox="1"/>
          <p:nvPr/>
        </p:nvSpPr>
        <p:spPr>
          <a:xfrm>
            <a:off x="733168" y="3229232"/>
            <a:ext cx="9382897" cy="1477328"/>
          </a:xfrm>
          <a:prstGeom prst="rect">
            <a:avLst/>
          </a:prstGeom>
          <a:noFill/>
        </p:spPr>
        <p:txBody>
          <a:bodyPr wrap="square" rtlCol="0">
            <a:spAutoFit/>
          </a:bodyPr>
          <a:lstStyle/>
          <a:p>
            <a:r>
              <a:rPr lang="en-US" altLang="zh-CN" dirty="0" smtClean="0"/>
              <a:t># </a:t>
            </a:r>
            <a:r>
              <a:rPr lang="zh-CN" altLang="en-US" dirty="0" smtClean="0"/>
              <a:t>创建目录</a:t>
            </a:r>
            <a:endParaRPr lang="es-ES" altLang="zh-CN" dirty="0" smtClean="0"/>
          </a:p>
          <a:p>
            <a:r>
              <a:rPr lang="es-ES" altLang="zh-CN" dirty="0" smtClean="0"/>
              <a:t>xue@xue-ubuntu22</a:t>
            </a:r>
            <a:r>
              <a:rPr lang="es-ES" altLang="zh-CN" dirty="0"/>
              <a:t>:/home/xue/test$ mkdir dir1</a:t>
            </a:r>
          </a:p>
          <a:p>
            <a:r>
              <a:rPr lang="es-ES" altLang="zh-CN" dirty="0"/>
              <a:t>xue@xue-ubuntu22:/home/xue/test$ echo 111 &gt; dir1/f1</a:t>
            </a:r>
          </a:p>
          <a:p>
            <a:r>
              <a:rPr lang="es-ES" altLang="zh-CN" dirty="0"/>
              <a:t>xue@xue-ubuntu22:/home/xue/test$ mkdir dir2</a:t>
            </a:r>
          </a:p>
          <a:p>
            <a:r>
              <a:rPr lang="es-ES" altLang="zh-CN" dirty="0"/>
              <a:t>xue@xue-ubuntu22:/home/xue/test$ echo ddd &gt; dir1/f2</a:t>
            </a:r>
            <a:endParaRPr lang="zh-CN" altLang="en-US" dirty="0"/>
          </a:p>
        </p:txBody>
      </p:sp>
    </p:spTree>
    <p:extLst>
      <p:ext uri="{BB962C8B-B14F-4D97-AF65-F5344CB8AC3E}">
        <p14:creationId xmlns:p14="http://schemas.microsoft.com/office/powerpoint/2010/main" val="1274928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9924" y="1276865"/>
            <a:ext cx="7411395" cy="4247317"/>
          </a:xfrm>
          <a:prstGeom prst="rect">
            <a:avLst/>
          </a:prstGeom>
          <a:noFill/>
        </p:spPr>
        <p:txBody>
          <a:bodyPr wrap="square" rtlCol="0">
            <a:spAutoFit/>
          </a:bodyPr>
          <a:lstStyle/>
          <a:p>
            <a:r>
              <a:rPr lang="en-US" altLang="zh-CN" dirty="0"/>
              <a:t>#</a:t>
            </a:r>
            <a:r>
              <a:rPr lang="zh-CN" altLang="en-US" dirty="0"/>
              <a:t>创建一个新的命名空间</a:t>
            </a:r>
          </a:p>
          <a:p>
            <a:r>
              <a:rPr lang="en-US" altLang="zh-CN" dirty="0"/>
              <a:t>xue@xue-ubuntu22:~/test$ </a:t>
            </a:r>
            <a:r>
              <a:rPr lang="en-US" altLang="zh-CN" dirty="0" err="1"/>
              <a:t>sudo</a:t>
            </a:r>
            <a:r>
              <a:rPr lang="en-US" altLang="zh-CN" dirty="0"/>
              <a:t> </a:t>
            </a:r>
            <a:r>
              <a:rPr lang="en-US" altLang="zh-CN" dirty="0" err="1"/>
              <a:t>unshare</a:t>
            </a:r>
            <a:r>
              <a:rPr lang="en-US" altLang="zh-CN" dirty="0"/>
              <a:t> --mount --</a:t>
            </a:r>
            <a:r>
              <a:rPr lang="en-US" altLang="zh-CN" dirty="0" err="1"/>
              <a:t>uts</a:t>
            </a:r>
            <a:r>
              <a:rPr lang="en-US" altLang="zh-CN" dirty="0"/>
              <a:t> /bin/bash</a:t>
            </a:r>
          </a:p>
          <a:p>
            <a:r>
              <a:rPr lang="en-US" altLang="zh-CN" dirty="0"/>
              <a:t>root@xue-ubuntu22:/home/</a:t>
            </a:r>
            <a:r>
              <a:rPr lang="en-US" altLang="zh-CN" dirty="0" err="1"/>
              <a:t>xue</a:t>
            </a:r>
            <a:r>
              <a:rPr lang="en-US" altLang="zh-CN" dirty="0"/>
              <a:t>/test# </a:t>
            </a:r>
            <a:r>
              <a:rPr lang="en-US" altLang="zh-CN" dirty="0" err="1"/>
              <a:t>readlink</a:t>
            </a:r>
            <a:r>
              <a:rPr lang="en-US" altLang="zh-CN" dirty="0"/>
              <a:t> /</a:t>
            </a:r>
            <a:r>
              <a:rPr lang="en-US" altLang="zh-CN" dirty="0" err="1"/>
              <a:t>proc</a:t>
            </a:r>
            <a:r>
              <a:rPr lang="en-US" altLang="zh-CN" dirty="0"/>
              <a:t>/$$/ns/</a:t>
            </a:r>
            <a:r>
              <a:rPr lang="en-US" altLang="zh-CN" dirty="0" err="1"/>
              <a:t>mnt</a:t>
            </a:r>
            <a:endParaRPr lang="en-US" altLang="zh-CN" dirty="0"/>
          </a:p>
          <a:p>
            <a:r>
              <a:rPr lang="en-US" altLang="zh-CN" dirty="0" err="1"/>
              <a:t>mnt</a:t>
            </a:r>
            <a:r>
              <a:rPr lang="en-US" altLang="zh-CN" dirty="0"/>
              <a:t>:[4026533068]</a:t>
            </a:r>
          </a:p>
          <a:p>
            <a:r>
              <a:rPr lang="en-US" altLang="zh-CN" dirty="0"/>
              <a:t>root@xue-ubuntu22:/home/</a:t>
            </a:r>
            <a:r>
              <a:rPr lang="en-US" altLang="zh-CN" dirty="0" err="1"/>
              <a:t>xue</a:t>
            </a:r>
            <a:r>
              <a:rPr lang="en-US" altLang="zh-CN" dirty="0"/>
              <a:t>/test# mount --bind dir1 my</a:t>
            </a:r>
          </a:p>
          <a:p>
            <a:r>
              <a:rPr lang="en-US" altLang="zh-CN" dirty="0"/>
              <a:t>root@xue-ubuntu22:/home/</a:t>
            </a:r>
            <a:r>
              <a:rPr lang="en-US" altLang="zh-CN" dirty="0" err="1"/>
              <a:t>xue</a:t>
            </a:r>
            <a:r>
              <a:rPr lang="en-US" altLang="zh-CN" dirty="0"/>
              <a:t>/test# tree</a:t>
            </a:r>
          </a:p>
          <a:p>
            <a:r>
              <a:rPr lang="en-US" altLang="zh-CN" dirty="0"/>
              <a:t>.</a:t>
            </a:r>
          </a:p>
          <a:p>
            <a:r>
              <a:rPr lang="en-US" altLang="zh-CN" dirty="0"/>
              <a:t>├── dir1</a:t>
            </a:r>
          </a:p>
          <a:p>
            <a:r>
              <a:rPr lang="en-US" altLang="zh-CN" dirty="0"/>
              <a:t>│   └── f1</a:t>
            </a:r>
          </a:p>
          <a:p>
            <a:r>
              <a:rPr lang="en-US" altLang="zh-CN" dirty="0"/>
              <a:t>├── dir2</a:t>
            </a:r>
          </a:p>
          <a:p>
            <a:r>
              <a:rPr lang="en-US" altLang="zh-CN" dirty="0"/>
              <a:t>│   └── f2</a:t>
            </a:r>
          </a:p>
          <a:p>
            <a:r>
              <a:rPr lang="en-US" altLang="zh-CN" dirty="0"/>
              <a:t>└── my</a:t>
            </a:r>
          </a:p>
          <a:p>
            <a:r>
              <a:rPr lang="en-US" altLang="zh-CN" dirty="0"/>
              <a:t>    └── f1</a:t>
            </a:r>
          </a:p>
          <a:p>
            <a:endParaRPr lang="en-US" altLang="zh-CN" dirty="0"/>
          </a:p>
          <a:p>
            <a:r>
              <a:rPr lang="en-US" altLang="zh-CN" dirty="0"/>
              <a:t>3 directories, 3 files</a:t>
            </a:r>
            <a:endParaRPr lang="zh-CN" altLang="en-US" dirty="0"/>
          </a:p>
        </p:txBody>
      </p:sp>
      <p:sp>
        <p:nvSpPr>
          <p:cNvPr id="4" name="Rectangle 1"/>
          <p:cNvSpPr>
            <a:spLocks noGrp="1" noChangeArrowheads="1"/>
          </p:cNvSpPr>
          <p:nvPr>
            <p:ph type="title"/>
          </p:nvPr>
        </p:nvSpPr>
        <p:spPr bwMode="auto">
          <a:xfrm>
            <a:off x="669924" y="560611"/>
            <a:ext cx="2402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333333"/>
                </a:solidFill>
                <a:effectLst/>
                <a:latin typeface="Arial" panose="020B0604020202020204" pitchFamily="34" charset="0"/>
                <a:ea typeface="Open Sans"/>
              </a:rPr>
              <a:t>演示</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069330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9922" y="1894703"/>
            <a:ext cx="7411395" cy="2585323"/>
          </a:xfrm>
          <a:prstGeom prst="rect">
            <a:avLst/>
          </a:prstGeom>
          <a:noFill/>
        </p:spPr>
        <p:txBody>
          <a:bodyPr wrap="square" rtlCol="0">
            <a:spAutoFit/>
          </a:bodyPr>
          <a:lstStyle/>
          <a:p>
            <a:r>
              <a:rPr lang="en-US" altLang="zh-CN" dirty="0"/>
              <a:t>xue@xue-ubuntu22:~/test$ tree</a:t>
            </a:r>
          </a:p>
          <a:p>
            <a:r>
              <a:rPr lang="en-US" altLang="zh-CN" dirty="0"/>
              <a:t>.</a:t>
            </a:r>
          </a:p>
          <a:p>
            <a:r>
              <a:rPr lang="en-US" altLang="zh-CN" dirty="0"/>
              <a:t>├── dir1</a:t>
            </a:r>
          </a:p>
          <a:p>
            <a:r>
              <a:rPr lang="en-US" altLang="zh-CN" dirty="0"/>
              <a:t>│   └── f1</a:t>
            </a:r>
          </a:p>
          <a:p>
            <a:r>
              <a:rPr lang="en-US" altLang="zh-CN" dirty="0"/>
              <a:t>├── dir2</a:t>
            </a:r>
          </a:p>
          <a:p>
            <a:r>
              <a:rPr lang="en-US" altLang="zh-CN" dirty="0"/>
              <a:t>│   └── f2</a:t>
            </a:r>
          </a:p>
          <a:p>
            <a:r>
              <a:rPr lang="en-US" altLang="zh-CN" dirty="0"/>
              <a:t>└── my</a:t>
            </a:r>
          </a:p>
          <a:p>
            <a:endParaRPr lang="en-US" altLang="zh-CN" dirty="0"/>
          </a:p>
          <a:p>
            <a:r>
              <a:rPr lang="en-US" altLang="zh-CN" dirty="0"/>
              <a:t>3 directories, 2 files</a:t>
            </a:r>
            <a:endParaRPr lang="zh-CN" altLang="en-US" dirty="0"/>
          </a:p>
        </p:txBody>
      </p:sp>
      <p:sp>
        <p:nvSpPr>
          <p:cNvPr id="4" name="Rectangle 1"/>
          <p:cNvSpPr>
            <a:spLocks noGrp="1" noChangeArrowheads="1"/>
          </p:cNvSpPr>
          <p:nvPr>
            <p:ph type="title"/>
          </p:nvPr>
        </p:nvSpPr>
        <p:spPr bwMode="auto">
          <a:xfrm>
            <a:off x="669924" y="412330"/>
            <a:ext cx="2402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smtClean="0">
                <a:ln>
                  <a:noFill/>
                </a:ln>
                <a:solidFill>
                  <a:srgbClr val="333333"/>
                </a:solidFill>
                <a:effectLst/>
                <a:latin typeface="Arial" panose="020B0604020202020204" pitchFamily="34" charset="0"/>
                <a:ea typeface="Open Sans"/>
              </a:rPr>
              <a:t>演示</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
        <p:nvSpPr>
          <p:cNvPr id="5" name="文本框 4"/>
          <p:cNvSpPr txBox="1"/>
          <p:nvPr/>
        </p:nvSpPr>
        <p:spPr>
          <a:xfrm>
            <a:off x="669921" y="1525371"/>
            <a:ext cx="7411395" cy="369332"/>
          </a:xfrm>
          <a:prstGeom prst="rect">
            <a:avLst/>
          </a:prstGeom>
          <a:noFill/>
        </p:spPr>
        <p:txBody>
          <a:bodyPr wrap="square" rtlCol="0">
            <a:spAutoFit/>
          </a:bodyPr>
          <a:lstStyle/>
          <a:p>
            <a:r>
              <a:rPr lang="zh-CN" altLang="en-US" dirty="0" smtClean="0"/>
              <a:t>第二个</a:t>
            </a:r>
            <a:r>
              <a:rPr lang="en-US" altLang="zh-CN" dirty="0" smtClean="0"/>
              <a:t>shell</a:t>
            </a:r>
            <a:endParaRPr lang="zh-CN" altLang="en-US" dirty="0"/>
          </a:p>
        </p:txBody>
      </p:sp>
    </p:spTree>
    <p:extLst>
      <p:ext uri="{BB962C8B-B14F-4D97-AF65-F5344CB8AC3E}">
        <p14:creationId xmlns:p14="http://schemas.microsoft.com/office/powerpoint/2010/main" val="384402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4590" y="3797644"/>
            <a:ext cx="7411395" cy="2585323"/>
          </a:xfrm>
          <a:prstGeom prst="rect">
            <a:avLst/>
          </a:prstGeom>
          <a:noFill/>
        </p:spPr>
        <p:txBody>
          <a:bodyPr wrap="square" rtlCol="0">
            <a:spAutoFit/>
          </a:bodyPr>
          <a:lstStyle/>
          <a:p>
            <a:r>
              <a:rPr lang="zh-CN" altLang="en-US" dirty="0" smtClean="0"/>
              <a:t>第二个</a:t>
            </a:r>
            <a:r>
              <a:rPr lang="en-US" altLang="zh-CN" dirty="0" smtClean="0"/>
              <a:t>shell</a:t>
            </a:r>
          </a:p>
          <a:p>
            <a:r>
              <a:rPr lang="en-US" altLang="zh-CN" dirty="0"/>
              <a:t>root@xue-ubuntu22:/home/</a:t>
            </a:r>
            <a:r>
              <a:rPr lang="en-US" altLang="zh-CN" dirty="0" err="1"/>
              <a:t>xue</a:t>
            </a:r>
            <a:r>
              <a:rPr lang="en-US" altLang="zh-CN" dirty="0"/>
              <a:t>/test# tree</a:t>
            </a:r>
          </a:p>
          <a:p>
            <a:r>
              <a:rPr lang="en-US" altLang="zh-CN" dirty="0"/>
              <a:t>.</a:t>
            </a:r>
          </a:p>
          <a:p>
            <a:r>
              <a:rPr lang="en-US" altLang="zh-CN" dirty="0"/>
              <a:t>├── dir1</a:t>
            </a:r>
          </a:p>
          <a:p>
            <a:r>
              <a:rPr lang="en-US" altLang="zh-CN" dirty="0"/>
              <a:t>│   └── f1</a:t>
            </a:r>
          </a:p>
          <a:p>
            <a:r>
              <a:rPr lang="en-US" altLang="zh-CN" dirty="0"/>
              <a:t>├── dir2</a:t>
            </a:r>
          </a:p>
          <a:p>
            <a:r>
              <a:rPr lang="en-US" altLang="zh-CN" dirty="0"/>
              <a:t>│   └── f2</a:t>
            </a:r>
          </a:p>
          <a:p>
            <a:r>
              <a:rPr lang="en-US" altLang="zh-CN" dirty="0"/>
              <a:t>└── my</a:t>
            </a:r>
          </a:p>
          <a:p>
            <a:r>
              <a:rPr lang="en-US" altLang="zh-CN" dirty="0"/>
              <a:t>    └── f1</a:t>
            </a:r>
            <a:endParaRPr lang="zh-CN" altLang="en-US" dirty="0"/>
          </a:p>
        </p:txBody>
      </p:sp>
      <p:sp>
        <p:nvSpPr>
          <p:cNvPr id="4" name="Rectangle 1"/>
          <p:cNvSpPr>
            <a:spLocks noGrp="1" noChangeArrowheads="1"/>
          </p:cNvSpPr>
          <p:nvPr>
            <p:ph type="title"/>
          </p:nvPr>
        </p:nvSpPr>
        <p:spPr bwMode="auto">
          <a:xfrm>
            <a:off x="669924" y="412330"/>
            <a:ext cx="2402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dirty="0" smtClean="0">
                <a:solidFill>
                  <a:srgbClr val="333333"/>
                </a:solidFill>
                <a:latin typeface="Arial" panose="020B0604020202020204" pitchFamily="34" charset="0"/>
              </a:rPr>
              <a:t>检查</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
        <p:nvSpPr>
          <p:cNvPr id="5" name="文本框 4"/>
          <p:cNvSpPr txBox="1"/>
          <p:nvPr/>
        </p:nvSpPr>
        <p:spPr>
          <a:xfrm>
            <a:off x="669919" y="973436"/>
            <a:ext cx="7411395" cy="2585323"/>
          </a:xfrm>
          <a:prstGeom prst="rect">
            <a:avLst/>
          </a:prstGeom>
          <a:noFill/>
        </p:spPr>
        <p:txBody>
          <a:bodyPr wrap="square" rtlCol="0">
            <a:spAutoFit/>
          </a:bodyPr>
          <a:lstStyle/>
          <a:p>
            <a:r>
              <a:rPr lang="zh-CN" altLang="en-US" dirty="0" smtClean="0"/>
              <a:t>第一个</a:t>
            </a:r>
            <a:r>
              <a:rPr lang="en-US" altLang="zh-CN" dirty="0" smtClean="0"/>
              <a:t>shell</a:t>
            </a:r>
          </a:p>
          <a:p>
            <a:r>
              <a:rPr lang="en-US" altLang="zh-CN" dirty="0"/>
              <a:t>xue@xue-ubuntu22:~/test$ tree</a:t>
            </a:r>
          </a:p>
          <a:p>
            <a:r>
              <a:rPr lang="en-US" altLang="zh-CN" dirty="0"/>
              <a:t>.</a:t>
            </a:r>
          </a:p>
          <a:p>
            <a:r>
              <a:rPr lang="en-US" altLang="zh-CN" dirty="0"/>
              <a:t>├── dir1</a:t>
            </a:r>
          </a:p>
          <a:p>
            <a:r>
              <a:rPr lang="en-US" altLang="zh-CN" dirty="0"/>
              <a:t>│   └── f1</a:t>
            </a:r>
          </a:p>
          <a:p>
            <a:r>
              <a:rPr lang="en-US" altLang="zh-CN" dirty="0"/>
              <a:t>├── dir2</a:t>
            </a:r>
          </a:p>
          <a:p>
            <a:r>
              <a:rPr lang="en-US" altLang="zh-CN" dirty="0"/>
              <a:t>│   └── f2</a:t>
            </a:r>
          </a:p>
          <a:p>
            <a:r>
              <a:rPr lang="en-US" altLang="zh-CN" dirty="0"/>
              <a:t>└── my</a:t>
            </a:r>
          </a:p>
          <a:p>
            <a:r>
              <a:rPr lang="en-US" altLang="zh-CN" dirty="0"/>
              <a:t>    └── </a:t>
            </a:r>
            <a:r>
              <a:rPr lang="en-US" altLang="zh-CN" dirty="0" smtClean="0"/>
              <a:t>f2</a:t>
            </a:r>
            <a:endParaRPr lang="en-US" altLang="zh-CN" dirty="0"/>
          </a:p>
        </p:txBody>
      </p:sp>
    </p:spTree>
    <p:extLst>
      <p:ext uri="{BB962C8B-B14F-4D97-AF65-F5344CB8AC3E}">
        <p14:creationId xmlns:p14="http://schemas.microsoft.com/office/powerpoint/2010/main" val="2353835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9924" y="1202725"/>
            <a:ext cx="7411395" cy="4755148"/>
          </a:xfrm>
          <a:prstGeom prst="rect">
            <a:avLst/>
          </a:prstGeom>
          <a:noFill/>
        </p:spPr>
        <p:txBody>
          <a:bodyPr wrap="square" rtlCol="0">
            <a:spAutoFit/>
          </a:bodyPr>
          <a:lstStyle/>
          <a:p>
            <a:r>
              <a:rPr lang="en-US" altLang="zh-CN" sz="1400" dirty="0"/>
              <a:t>//</a:t>
            </a:r>
            <a:r>
              <a:rPr lang="en-US" altLang="zh-CN" sz="1400" dirty="0" err="1"/>
              <a:t>Zygote.childMain</a:t>
            </a:r>
            <a:r>
              <a:rPr lang="en-US" altLang="zh-CN" sz="1400" dirty="0"/>
              <a:t> -&gt; </a:t>
            </a:r>
            <a:r>
              <a:rPr lang="en-US" altLang="zh-CN" sz="1400" dirty="0" err="1"/>
              <a:t>Zygote.specializeAppProcess</a:t>
            </a:r>
            <a:r>
              <a:rPr lang="en-US" altLang="zh-CN" sz="1400" dirty="0"/>
              <a:t> -&gt; </a:t>
            </a:r>
            <a:r>
              <a:rPr lang="en-US" altLang="zh-CN" sz="1400" dirty="0" err="1"/>
              <a:t>com_android_internal_os_Zygote_nativeSpecializeAppProcess</a:t>
            </a:r>
            <a:r>
              <a:rPr lang="en-US" altLang="zh-CN" sz="1400" dirty="0"/>
              <a:t> -&gt; </a:t>
            </a:r>
            <a:r>
              <a:rPr lang="en-US" altLang="zh-CN" sz="1400" dirty="0" err="1"/>
              <a:t>SpecializeCommon</a:t>
            </a:r>
            <a:endParaRPr lang="en-US" altLang="zh-CN" sz="1400" dirty="0"/>
          </a:p>
          <a:p>
            <a:r>
              <a:rPr lang="en-US" altLang="zh-CN" sz="1400" dirty="0"/>
              <a:t>//</a:t>
            </a:r>
            <a:r>
              <a:rPr lang="en-US" altLang="zh-CN" sz="1400" dirty="0" smtClean="0"/>
              <a:t>frameworks/base/core/</a:t>
            </a:r>
            <a:r>
              <a:rPr lang="en-US" altLang="zh-CN" sz="1400" dirty="0" err="1" smtClean="0"/>
              <a:t>jni</a:t>
            </a:r>
            <a:r>
              <a:rPr lang="en-US" altLang="zh-CN" sz="1400" dirty="0" smtClean="0"/>
              <a:t>/com_android_internal_os_Zygote.cpp</a:t>
            </a:r>
          </a:p>
          <a:p>
            <a:endParaRPr lang="en-US" altLang="zh-CN" sz="1400" dirty="0"/>
          </a:p>
          <a:p>
            <a:r>
              <a:rPr lang="en-US" altLang="zh-CN" sz="1400" dirty="0"/>
              <a:t>static void </a:t>
            </a:r>
            <a:r>
              <a:rPr lang="en-US" altLang="zh-CN" sz="1400" dirty="0" err="1"/>
              <a:t>MountEmulatedStorage</a:t>
            </a:r>
            <a:r>
              <a:rPr lang="en-US" altLang="zh-CN" sz="1400" dirty="0"/>
              <a:t>(</a:t>
            </a:r>
            <a:r>
              <a:rPr lang="en-US" altLang="zh-CN" sz="1400" dirty="0" err="1"/>
              <a:t>uid_t</a:t>
            </a:r>
            <a:r>
              <a:rPr lang="en-US" altLang="zh-CN" sz="1400" dirty="0"/>
              <a:t> </a:t>
            </a:r>
            <a:r>
              <a:rPr lang="en-US" altLang="zh-CN" sz="1400" dirty="0" err="1"/>
              <a:t>uid</a:t>
            </a:r>
            <a:r>
              <a:rPr lang="en-US" altLang="zh-CN" sz="1400" dirty="0"/>
              <a:t>, </a:t>
            </a:r>
            <a:r>
              <a:rPr lang="en-US" altLang="zh-CN" sz="1400" dirty="0" err="1"/>
              <a:t>jint</a:t>
            </a:r>
            <a:r>
              <a:rPr lang="en-US" altLang="zh-CN" sz="1400" dirty="0"/>
              <a:t> </a:t>
            </a:r>
            <a:r>
              <a:rPr lang="en-US" altLang="zh-CN" sz="1400" dirty="0" err="1"/>
              <a:t>mount_mode</a:t>
            </a:r>
            <a:r>
              <a:rPr lang="en-US" altLang="zh-CN" sz="1400" dirty="0"/>
              <a:t>, </a:t>
            </a:r>
            <a:r>
              <a:rPr lang="en-US" altLang="zh-CN" sz="1400" dirty="0" err="1"/>
              <a:t>bool</a:t>
            </a:r>
            <a:r>
              <a:rPr lang="en-US" altLang="zh-CN" sz="1400" dirty="0"/>
              <a:t> </a:t>
            </a:r>
            <a:r>
              <a:rPr lang="en-US" altLang="zh-CN" sz="1400" dirty="0" err="1"/>
              <a:t>force_mount_namespace</a:t>
            </a:r>
            <a:r>
              <a:rPr lang="en-US" altLang="zh-CN" sz="1400" dirty="0"/>
              <a:t>, </a:t>
            </a:r>
            <a:r>
              <a:rPr lang="en-US" altLang="zh-CN" sz="1400" dirty="0" err="1"/>
              <a:t>fail_fn_t</a:t>
            </a:r>
            <a:r>
              <a:rPr lang="en-US" altLang="zh-CN" sz="1400" dirty="0"/>
              <a:t> </a:t>
            </a:r>
            <a:r>
              <a:rPr lang="en-US" altLang="zh-CN" sz="1400" dirty="0" err="1"/>
              <a:t>fail_fn</a:t>
            </a:r>
            <a:r>
              <a:rPr lang="en-US" altLang="zh-CN" sz="1400" dirty="0"/>
              <a:t>) {</a:t>
            </a:r>
          </a:p>
          <a:p>
            <a:r>
              <a:rPr lang="en-US" altLang="zh-CN" sz="1400" dirty="0"/>
              <a:t>  </a:t>
            </a:r>
            <a:r>
              <a:rPr lang="en-US" altLang="zh-CN" sz="1400" dirty="0" smtClean="0"/>
              <a:t>   // </a:t>
            </a:r>
            <a:r>
              <a:rPr lang="zh-CN" altLang="en-US" sz="1400" dirty="0"/>
              <a:t>这里面会调用</a:t>
            </a:r>
            <a:r>
              <a:rPr lang="en-US" altLang="zh-CN" sz="1400" dirty="0" err="1"/>
              <a:t>unshare</a:t>
            </a:r>
            <a:r>
              <a:rPr lang="zh-CN" altLang="en-US" sz="1400" dirty="0"/>
              <a:t>函数，创建私有的挂载命名空间</a:t>
            </a:r>
          </a:p>
          <a:p>
            <a:r>
              <a:rPr lang="zh-CN" altLang="en-US" sz="1400" dirty="0"/>
              <a:t>  </a:t>
            </a:r>
            <a:r>
              <a:rPr lang="zh-CN" altLang="en-US" sz="1400" dirty="0" smtClean="0"/>
              <a:t>   </a:t>
            </a:r>
            <a:r>
              <a:rPr lang="en-US" altLang="zh-CN" sz="1400" dirty="0" err="1" smtClean="0"/>
              <a:t>ensureInAppMountNamespace</a:t>
            </a:r>
            <a:r>
              <a:rPr lang="en-US" altLang="zh-CN" sz="1400" dirty="0" smtClean="0"/>
              <a:t>(</a:t>
            </a:r>
            <a:r>
              <a:rPr lang="en-US" altLang="zh-CN" sz="1400" dirty="0" err="1" smtClean="0"/>
              <a:t>fail_fn</a:t>
            </a:r>
            <a:r>
              <a:rPr lang="en-US" altLang="zh-CN" sz="1400" dirty="0"/>
              <a:t>);</a:t>
            </a:r>
          </a:p>
          <a:p>
            <a:endParaRPr lang="en-US" altLang="zh-CN" sz="1400" dirty="0"/>
          </a:p>
          <a:p>
            <a:r>
              <a:rPr lang="en-US" altLang="zh-CN" sz="1400" dirty="0"/>
              <a:t>  </a:t>
            </a:r>
            <a:r>
              <a:rPr lang="en-US" altLang="zh-CN" sz="1400" dirty="0" smtClean="0"/>
              <a:t>   //</a:t>
            </a:r>
            <a:r>
              <a:rPr lang="zh-CN" altLang="en-US" sz="1400" dirty="0"/>
              <a:t>根据</a:t>
            </a:r>
            <a:r>
              <a:rPr lang="en-US" altLang="zh-CN" sz="1400" dirty="0" err="1"/>
              <a:t>uid</a:t>
            </a:r>
            <a:r>
              <a:rPr lang="zh-CN" altLang="en-US" sz="1400" dirty="0"/>
              <a:t>计算</a:t>
            </a:r>
            <a:r>
              <a:rPr lang="en-US" altLang="zh-CN" sz="1400" dirty="0" err="1"/>
              <a:t>user_id</a:t>
            </a:r>
            <a:r>
              <a:rPr lang="zh-CN" altLang="en-US" sz="1400" dirty="0"/>
              <a:t>。如果没有多用户，</a:t>
            </a:r>
            <a:r>
              <a:rPr lang="en-US" altLang="zh-CN" sz="1400" dirty="0" err="1"/>
              <a:t>user_id</a:t>
            </a:r>
            <a:r>
              <a:rPr lang="zh-CN" altLang="en-US" sz="1400" dirty="0"/>
              <a:t>就是</a:t>
            </a:r>
            <a:r>
              <a:rPr lang="en-US" altLang="zh-CN" sz="1400" dirty="0"/>
              <a:t>0</a:t>
            </a:r>
            <a:r>
              <a:rPr lang="zh-CN" altLang="en-US" sz="1400" dirty="0"/>
              <a:t>；如果是多用户</a:t>
            </a:r>
            <a:r>
              <a:rPr lang="zh-CN" altLang="en-US" sz="1400" dirty="0" smtClean="0"/>
              <a:t>，</a:t>
            </a:r>
            <a:r>
              <a:rPr lang="en-US" altLang="zh-CN" sz="1400" dirty="0" err="1" smtClean="0"/>
              <a:t>userid</a:t>
            </a:r>
            <a:r>
              <a:rPr lang="en-US" altLang="zh-CN" sz="1400" dirty="0" smtClean="0"/>
              <a:t>=</a:t>
            </a:r>
            <a:r>
              <a:rPr lang="en-US" altLang="zh-CN" sz="1400" dirty="0" err="1" smtClean="0"/>
              <a:t>uid</a:t>
            </a:r>
            <a:r>
              <a:rPr lang="en-US" altLang="zh-CN" sz="1400" dirty="0" smtClean="0"/>
              <a:t>/100000</a:t>
            </a:r>
            <a:endParaRPr lang="en-US" altLang="zh-CN" sz="1400" dirty="0"/>
          </a:p>
          <a:p>
            <a:r>
              <a:rPr lang="en-US" altLang="zh-CN" sz="1400" dirty="0"/>
              <a:t>  </a:t>
            </a:r>
            <a:r>
              <a:rPr lang="en-US" altLang="zh-CN" sz="1400" dirty="0" smtClean="0"/>
              <a:t>  //</a:t>
            </a:r>
            <a:r>
              <a:rPr lang="en-US" altLang="zh-CN" sz="1400" dirty="0" err="1"/>
              <a:t>uid</a:t>
            </a:r>
            <a:r>
              <a:rPr lang="zh-CN" altLang="en-US" sz="1400" dirty="0"/>
              <a:t>对应</a:t>
            </a:r>
            <a:r>
              <a:rPr lang="en-US" altLang="zh-CN" sz="1400" dirty="0" err="1"/>
              <a:t>linux</a:t>
            </a:r>
            <a:r>
              <a:rPr lang="zh-CN" altLang="en-US" sz="1400" dirty="0"/>
              <a:t>里的</a:t>
            </a:r>
            <a:r>
              <a:rPr lang="zh-CN" altLang="en-US" sz="1400" dirty="0" smtClean="0"/>
              <a:t>用户</a:t>
            </a:r>
            <a:r>
              <a:rPr lang="zh-CN" altLang="en-US" sz="1400" dirty="0"/>
              <a:t>概念</a:t>
            </a:r>
            <a:r>
              <a:rPr lang="zh-CN" altLang="en-US" sz="1400" dirty="0" smtClean="0"/>
              <a:t>；</a:t>
            </a:r>
            <a:r>
              <a:rPr lang="en-US" altLang="zh-CN" sz="1400" dirty="0" err="1"/>
              <a:t>user_id</a:t>
            </a:r>
            <a:r>
              <a:rPr lang="zh-CN" altLang="en-US" sz="1400" dirty="0"/>
              <a:t>是安卓多用户的用户</a:t>
            </a:r>
            <a:r>
              <a:rPr lang="en-US" altLang="zh-CN" sz="1400" dirty="0"/>
              <a:t>id</a:t>
            </a:r>
            <a:r>
              <a:rPr lang="zh-CN" altLang="en-US" sz="1400" dirty="0"/>
              <a:t>。</a:t>
            </a:r>
          </a:p>
          <a:p>
            <a:r>
              <a:rPr lang="zh-CN" altLang="en-US" sz="1400" dirty="0"/>
              <a:t>  </a:t>
            </a:r>
            <a:r>
              <a:rPr lang="zh-CN" altLang="en-US" sz="1400" dirty="0" smtClean="0"/>
              <a:t>  </a:t>
            </a:r>
            <a:r>
              <a:rPr lang="en-US" altLang="zh-CN" sz="1400" dirty="0" err="1" smtClean="0"/>
              <a:t>const</a:t>
            </a:r>
            <a:r>
              <a:rPr lang="en-US" altLang="zh-CN" sz="1400" dirty="0" smtClean="0"/>
              <a:t> </a:t>
            </a:r>
            <a:r>
              <a:rPr lang="en-US" altLang="zh-CN" sz="1400" dirty="0" err="1"/>
              <a:t>userid_t</a:t>
            </a:r>
            <a:r>
              <a:rPr lang="en-US" altLang="zh-CN" sz="1400" dirty="0"/>
              <a:t> </a:t>
            </a:r>
            <a:r>
              <a:rPr lang="en-US" altLang="zh-CN" sz="1400" dirty="0" err="1"/>
              <a:t>user_id</a:t>
            </a:r>
            <a:r>
              <a:rPr lang="en-US" altLang="zh-CN" sz="1400" dirty="0"/>
              <a:t> = </a:t>
            </a:r>
            <a:r>
              <a:rPr lang="en-US" altLang="zh-CN" sz="1400" dirty="0" err="1"/>
              <a:t>multiuser_get_user_id</a:t>
            </a:r>
            <a:r>
              <a:rPr lang="en-US" altLang="zh-CN" sz="1400" dirty="0"/>
              <a:t>(</a:t>
            </a:r>
            <a:r>
              <a:rPr lang="en-US" altLang="zh-CN" sz="1400" dirty="0" err="1"/>
              <a:t>uid</a:t>
            </a:r>
            <a:r>
              <a:rPr lang="en-US" altLang="zh-CN" sz="1400" dirty="0"/>
              <a:t>);</a:t>
            </a:r>
          </a:p>
          <a:p>
            <a:r>
              <a:rPr lang="en-US" altLang="zh-CN" sz="1400" dirty="0"/>
              <a:t>  </a:t>
            </a:r>
            <a:r>
              <a:rPr lang="en-US" altLang="zh-CN" sz="1400" dirty="0" smtClean="0"/>
              <a:t>  </a:t>
            </a:r>
            <a:r>
              <a:rPr lang="en-US" altLang="zh-CN" sz="1400" dirty="0" err="1" smtClean="0"/>
              <a:t>const</a:t>
            </a:r>
            <a:r>
              <a:rPr lang="en-US" altLang="zh-CN" sz="1400" dirty="0" smtClean="0"/>
              <a:t> </a:t>
            </a:r>
            <a:r>
              <a:rPr lang="en-US" altLang="zh-CN" sz="1400" dirty="0" err="1"/>
              <a:t>std</a:t>
            </a:r>
            <a:r>
              <a:rPr lang="en-US" altLang="zh-CN" sz="1400" dirty="0"/>
              <a:t>::string </a:t>
            </a:r>
            <a:r>
              <a:rPr lang="en-US" altLang="zh-CN" sz="1400" dirty="0" err="1"/>
              <a:t>user_source</a:t>
            </a:r>
            <a:r>
              <a:rPr lang="en-US" altLang="zh-CN" sz="1400" dirty="0"/>
              <a:t> = </a:t>
            </a:r>
            <a:r>
              <a:rPr lang="en-US" altLang="zh-CN" sz="1400" dirty="0" err="1"/>
              <a:t>StringPrintf</a:t>
            </a:r>
            <a:r>
              <a:rPr lang="en-US" altLang="zh-CN" sz="1400" dirty="0"/>
              <a:t>("/</a:t>
            </a:r>
            <a:r>
              <a:rPr lang="en-US" altLang="zh-CN" sz="1400" dirty="0" err="1"/>
              <a:t>mnt</a:t>
            </a:r>
            <a:r>
              <a:rPr lang="en-US" altLang="zh-CN" sz="1400" dirty="0"/>
              <a:t>/user/%d", </a:t>
            </a:r>
            <a:r>
              <a:rPr lang="en-US" altLang="zh-CN" sz="1400" dirty="0" err="1"/>
              <a:t>user_id</a:t>
            </a:r>
            <a:r>
              <a:rPr lang="en-US" altLang="zh-CN" sz="1400" dirty="0"/>
              <a:t>);</a:t>
            </a:r>
          </a:p>
          <a:p>
            <a:r>
              <a:rPr lang="en-US" altLang="zh-CN" sz="1400" dirty="0" smtClean="0"/>
              <a:t>  </a:t>
            </a:r>
            <a:endParaRPr lang="en-US" altLang="zh-CN" sz="1400" dirty="0"/>
          </a:p>
          <a:p>
            <a:r>
              <a:rPr lang="en-US" altLang="zh-CN" sz="1400" dirty="0" smtClean="0"/>
              <a:t>  </a:t>
            </a:r>
            <a:r>
              <a:rPr lang="en-US" altLang="zh-CN" sz="1400" dirty="0"/>
              <a:t> </a:t>
            </a:r>
            <a:r>
              <a:rPr lang="en-US" altLang="zh-CN" sz="1400" dirty="0" smtClean="0"/>
              <a:t> </a:t>
            </a:r>
            <a:r>
              <a:rPr lang="en-US" altLang="zh-CN" sz="1400" dirty="0" err="1" smtClean="0"/>
              <a:t>BindMount</a:t>
            </a:r>
            <a:r>
              <a:rPr lang="en-US" altLang="zh-CN" sz="1400" dirty="0" smtClean="0"/>
              <a:t>(</a:t>
            </a:r>
            <a:r>
              <a:rPr lang="en-US" altLang="zh-CN" sz="1400" dirty="0" err="1" smtClean="0"/>
              <a:t>user_source</a:t>
            </a:r>
            <a:r>
              <a:rPr lang="en-US" altLang="zh-CN" sz="1400" dirty="0"/>
              <a:t>, "/storage", </a:t>
            </a:r>
            <a:r>
              <a:rPr lang="en-US" altLang="zh-CN" sz="1400" dirty="0" err="1"/>
              <a:t>fail_fn</a:t>
            </a:r>
            <a:r>
              <a:rPr lang="en-US" altLang="zh-CN" sz="1400" dirty="0"/>
              <a:t>);</a:t>
            </a:r>
          </a:p>
          <a:p>
            <a:r>
              <a:rPr lang="en-US" altLang="zh-CN" sz="1400" dirty="0" smtClean="0"/>
              <a:t>}</a:t>
            </a:r>
            <a:endParaRPr lang="en-US" altLang="zh-CN" sz="1400" dirty="0"/>
          </a:p>
          <a:p>
            <a:endParaRPr lang="en-US" altLang="zh-CN" sz="900" dirty="0"/>
          </a:p>
          <a:p>
            <a:r>
              <a:rPr lang="en-US" altLang="zh-CN" sz="1400" dirty="0"/>
              <a:t>//</a:t>
            </a:r>
            <a:r>
              <a:rPr lang="en-US" altLang="zh-CN" sz="1400" dirty="0" err="1"/>
              <a:t>BindMount</a:t>
            </a:r>
            <a:r>
              <a:rPr lang="zh-CN" altLang="en-US" sz="1400" dirty="0"/>
              <a:t>函数：</a:t>
            </a:r>
          </a:p>
          <a:p>
            <a:r>
              <a:rPr lang="en-US" altLang="zh-CN" sz="1400" dirty="0"/>
              <a:t>//flag: MS_BIND | MS_REC, MS_BIND</a:t>
            </a:r>
            <a:r>
              <a:rPr lang="zh-CN" altLang="en-US" sz="1400" dirty="0"/>
              <a:t>用来建立绑定挂载。</a:t>
            </a:r>
            <a:r>
              <a:rPr lang="en-US" altLang="zh-CN" sz="1400" dirty="0"/>
              <a:t>MS_REC</a:t>
            </a:r>
            <a:r>
              <a:rPr lang="zh-CN" altLang="en-US" sz="1400" dirty="0"/>
              <a:t>与</a:t>
            </a:r>
            <a:r>
              <a:rPr lang="en-US" altLang="zh-CN" sz="1400" dirty="0"/>
              <a:t>MS_BIND</a:t>
            </a:r>
            <a:r>
              <a:rPr lang="zh-CN" altLang="en-US" sz="1400" dirty="0"/>
              <a:t>结合使用，表示以递归方式将挂载动作施之于子树下的所有挂载</a:t>
            </a:r>
          </a:p>
          <a:p>
            <a:r>
              <a:rPr lang="en-US" altLang="zh-CN" sz="1400" dirty="0"/>
              <a:t>mount(</a:t>
            </a:r>
            <a:r>
              <a:rPr lang="en-US" altLang="zh-CN" sz="1400" dirty="0" err="1"/>
              <a:t>source_dir.c_str</a:t>
            </a:r>
            <a:r>
              <a:rPr lang="en-US" altLang="zh-CN" sz="1400" dirty="0"/>
              <a:t>(), </a:t>
            </a:r>
            <a:r>
              <a:rPr lang="en-US" altLang="zh-CN" sz="1400" dirty="0" err="1"/>
              <a:t>target_dir.c_str</a:t>
            </a:r>
            <a:r>
              <a:rPr lang="en-US" altLang="zh-CN" sz="1400" dirty="0"/>
              <a:t>(), </a:t>
            </a:r>
            <a:r>
              <a:rPr lang="en-US" altLang="zh-CN" sz="1400" dirty="0" err="1"/>
              <a:t>nullptr</a:t>
            </a:r>
            <a:r>
              <a:rPr lang="en-US" altLang="zh-CN" sz="1400" dirty="0"/>
              <a:t>, MS_BIND | MS_REC, </a:t>
            </a:r>
            <a:r>
              <a:rPr lang="en-US" altLang="zh-CN" sz="1400" dirty="0" err="1"/>
              <a:t>nullptr</a:t>
            </a:r>
            <a:r>
              <a:rPr lang="en-US" altLang="zh-CN" sz="1400" dirty="0"/>
              <a:t>)</a:t>
            </a:r>
            <a:endParaRPr lang="zh-CN" altLang="en-US" sz="1400" dirty="0"/>
          </a:p>
        </p:txBody>
      </p:sp>
      <p:sp>
        <p:nvSpPr>
          <p:cNvPr id="4" name="Rectangle 1"/>
          <p:cNvSpPr>
            <a:spLocks noGrp="1" noChangeArrowheads="1"/>
          </p:cNvSpPr>
          <p:nvPr>
            <p:ph type="title"/>
          </p:nvPr>
        </p:nvSpPr>
        <p:spPr bwMode="auto">
          <a:xfrm>
            <a:off x="669924" y="412330"/>
            <a:ext cx="24027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smtClean="0">
                <a:solidFill>
                  <a:srgbClr val="333333"/>
                </a:solidFill>
                <a:latin typeface="Arial" panose="020B0604020202020204" pitchFamily="34" charset="0"/>
              </a:rPr>
              <a:t>android</a:t>
            </a:r>
            <a:r>
              <a:rPr kumimoji="0" lang="zh-CN" altLang="zh-CN"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74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3442970"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存储架构</a:t>
            </a:r>
            <a:endParaRPr lang="zh-CN" altLang="en-US" dirty="0"/>
          </a:p>
        </p:txBody>
      </p:sp>
      <p:pic>
        <p:nvPicPr>
          <p:cNvPr id="2" name="图片 1"/>
          <p:cNvPicPr>
            <a:picLocks noChangeAspect="1"/>
          </p:cNvPicPr>
          <p:nvPr/>
        </p:nvPicPr>
        <p:blipFill>
          <a:blip r:embed="rId4"/>
          <a:stretch>
            <a:fillRect/>
          </a:stretch>
        </p:blipFill>
        <p:spPr>
          <a:xfrm>
            <a:off x="1350233" y="1634052"/>
            <a:ext cx="5010150" cy="370522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StorageManagerService</a:t>
            </a:r>
            <a:endParaRPr lang="zh-CN" altLang="en-US" dirty="0"/>
          </a:p>
        </p:txBody>
      </p:sp>
      <p:sp>
        <p:nvSpPr>
          <p:cNvPr id="5" name="文本框 4"/>
          <p:cNvSpPr txBox="1"/>
          <p:nvPr/>
        </p:nvSpPr>
        <p:spPr>
          <a:xfrm>
            <a:off x="659027" y="1268627"/>
            <a:ext cx="9638270" cy="2308324"/>
          </a:xfrm>
          <a:prstGeom prst="rect">
            <a:avLst/>
          </a:prstGeom>
          <a:noFill/>
        </p:spPr>
        <p:txBody>
          <a:bodyPr wrap="square" rtlCol="0">
            <a:spAutoFit/>
          </a:bodyPr>
          <a:lstStyle/>
          <a:p>
            <a:r>
              <a:rPr lang="en-US" altLang="zh-CN" dirty="0" smtClean="0"/>
              <a:t>Android </a:t>
            </a:r>
            <a:r>
              <a:rPr lang="en-US" altLang="zh-CN" dirty="0"/>
              <a:t>8.0 </a:t>
            </a:r>
            <a:r>
              <a:rPr lang="zh-CN" altLang="en-US" dirty="0"/>
              <a:t>之前，</a:t>
            </a:r>
            <a:r>
              <a:rPr lang="en-US" altLang="zh-CN" dirty="0" err="1"/>
              <a:t>StorageManagerService</a:t>
            </a:r>
            <a:r>
              <a:rPr lang="zh-CN" altLang="en-US" dirty="0"/>
              <a:t>的名字叫</a:t>
            </a:r>
            <a:r>
              <a:rPr lang="en-US" altLang="zh-CN" dirty="0" err="1"/>
              <a:t>MountService</a:t>
            </a:r>
            <a:r>
              <a:rPr lang="zh-CN" altLang="en-US" dirty="0"/>
              <a:t>。</a:t>
            </a:r>
            <a:r>
              <a:rPr lang="en-US" altLang="zh-CN" dirty="0"/>
              <a:t>8.0</a:t>
            </a:r>
            <a:r>
              <a:rPr lang="zh-CN" altLang="en-US" dirty="0"/>
              <a:t>开始改名为</a:t>
            </a:r>
            <a:r>
              <a:rPr lang="en-US" altLang="zh-CN" dirty="0" err="1"/>
              <a:t>StorageManagerService</a:t>
            </a:r>
            <a:r>
              <a:rPr lang="zh-CN" altLang="en-US" dirty="0"/>
              <a:t>。但是在</a:t>
            </a:r>
            <a:r>
              <a:rPr lang="en-US" altLang="zh-CN" dirty="0"/>
              <a:t>binder</a:t>
            </a:r>
            <a:r>
              <a:rPr lang="zh-CN" altLang="en-US" dirty="0"/>
              <a:t>里面注册仍然用的是</a:t>
            </a:r>
            <a:r>
              <a:rPr lang="en-US" altLang="zh-CN" dirty="0"/>
              <a:t>"mount"</a:t>
            </a:r>
            <a:r>
              <a:rPr lang="zh-CN" altLang="en-US" dirty="0"/>
              <a:t>这个名字。</a:t>
            </a:r>
          </a:p>
          <a:p>
            <a:endParaRPr lang="zh-CN" altLang="en-US" dirty="0"/>
          </a:p>
          <a:p>
            <a:r>
              <a:rPr lang="zh-CN" altLang="en-US" dirty="0" smtClean="0"/>
              <a:t>启动部分涉及代码</a:t>
            </a:r>
            <a:r>
              <a:rPr lang="zh-CN" altLang="en-US" dirty="0"/>
              <a:t>路径（基于</a:t>
            </a:r>
            <a:r>
              <a:rPr lang="en-US" altLang="zh-CN" dirty="0"/>
              <a:t>android11</a:t>
            </a:r>
            <a:r>
              <a:rPr lang="zh-CN" altLang="en-US" dirty="0" smtClean="0"/>
              <a:t>）：</a:t>
            </a:r>
            <a:endParaRPr lang="zh-CN" altLang="en-US" dirty="0"/>
          </a:p>
          <a:p>
            <a:endParaRPr lang="zh-CN" altLang="en-US" dirty="0"/>
          </a:p>
          <a:p>
            <a:r>
              <a:rPr lang="en-US" altLang="zh-CN" dirty="0"/>
              <a:t>frameworks/base/services/core/java/com/android/server/StorageManagerService.java </a:t>
            </a:r>
            <a:r>
              <a:rPr lang="en-US" altLang="zh-CN" dirty="0" smtClean="0"/>
              <a:t>frameworks/base/services/java/com/android/server/SystemServer.java</a:t>
            </a:r>
          </a:p>
          <a:p>
            <a:r>
              <a:rPr lang="en-US" altLang="zh-CN" dirty="0"/>
              <a:t>frameworks\base\services\core\java\com\android\server\SystemService.java</a:t>
            </a:r>
            <a:endParaRPr lang="zh-CN" altLang="en-US" dirty="0"/>
          </a:p>
        </p:txBody>
      </p:sp>
      <p:sp>
        <p:nvSpPr>
          <p:cNvPr id="8" name="文本框 7"/>
          <p:cNvSpPr txBox="1"/>
          <p:nvPr/>
        </p:nvSpPr>
        <p:spPr>
          <a:xfrm>
            <a:off x="757880" y="3885458"/>
            <a:ext cx="4983892" cy="1200329"/>
          </a:xfrm>
          <a:prstGeom prst="rect">
            <a:avLst/>
          </a:prstGeom>
          <a:noFill/>
        </p:spPr>
        <p:txBody>
          <a:bodyPr wrap="square" rtlCol="0">
            <a:spAutoFit/>
          </a:bodyPr>
          <a:lstStyle/>
          <a:p>
            <a:r>
              <a:rPr lang="en-US" altLang="zh-CN" dirty="0" err="1" smtClean="0"/>
              <a:t>SystemServer</a:t>
            </a:r>
            <a:r>
              <a:rPr lang="en-US" altLang="zh-CN" dirty="0" err="1"/>
              <a:t>.</a:t>
            </a:r>
            <a:r>
              <a:rPr lang="en-US" altLang="zh-CN" dirty="0" err="1" smtClean="0"/>
              <a:t>startOtherServices</a:t>
            </a:r>
            <a:endParaRPr lang="en-US" altLang="zh-CN" dirty="0" smtClean="0"/>
          </a:p>
          <a:p>
            <a:r>
              <a:rPr lang="en-US" altLang="zh-CN" dirty="0" err="1" smtClean="0"/>
              <a:t>SystemServiceManager</a:t>
            </a:r>
            <a:r>
              <a:rPr lang="en-US" altLang="zh-CN" dirty="0"/>
              <a:t>. </a:t>
            </a:r>
            <a:r>
              <a:rPr lang="en-US" altLang="zh-CN" dirty="0" err="1" smtClean="0"/>
              <a:t>startService</a:t>
            </a:r>
            <a:endParaRPr lang="en-US" altLang="zh-CN" dirty="0"/>
          </a:p>
          <a:p>
            <a:r>
              <a:rPr lang="en-US" altLang="zh-CN" dirty="0" err="1" smtClean="0"/>
              <a:t>StorageManagerService</a:t>
            </a:r>
            <a:r>
              <a:rPr lang="en-US" altLang="zh-CN" dirty="0"/>
              <a:t>. </a:t>
            </a:r>
            <a:r>
              <a:rPr lang="en-US" altLang="zh-CN" dirty="0" err="1" smtClean="0"/>
              <a:t>Lifecycle.onStart</a:t>
            </a:r>
            <a:endParaRPr lang="en-US" altLang="zh-CN" dirty="0"/>
          </a:p>
          <a:p>
            <a:endParaRPr lang="zh-CN" altLang="en-US" dirty="0"/>
          </a:p>
        </p:txBody>
      </p:sp>
    </p:spTree>
    <p:extLst>
      <p:ext uri="{BB962C8B-B14F-4D97-AF65-F5344CB8AC3E}">
        <p14:creationId xmlns:p14="http://schemas.microsoft.com/office/powerpoint/2010/main" val="37901329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StorageManagerService</a:t>
            </a:r>
            <a:endParaRPr lang="zh-CN" altLang="en-US" dirty="0"/>
          </a:p>
        </p:txBody>
      </p:sp>
      <p:sp>
        <p:nvSpPr>
          <p:cNvPr id="5" name="文本框 4"/>
          <p:cNvSpPr txBox="1"/>
          <p:nvPr/>
        </p:nvSpPr>
        <p:spPr>
          <a:xfrm>
            <a:off x="659027" y="1268627"/>
            <a:ext cx="9638270" cy="4524315"/>
          </a:xfrm>
          <a:prstGeom prst="rect">
            <a:avLst/>
          </a:prstGeom>
          <a:noFill/>
        </p:spPr>
        <p:txBody>
          <a:bodyPr wrap="square" rtlCol="0">
            <a:spAutoFit/>
          </a:bodyPr>
          <a:lstStyle/>
          <a:p>
            <a:r>
              <a:rPr lang="en-US" altLang="zh-CN" dirty="0"/>
              <a:t>private void </a:t>
            </a:r>
            <a:r>
              <a:rPr lang="en-US" altLang="zh-CN" dirty="0" err="1"/>
              <a:t>connectVold</a:t>
            </a:r>
            <a:r>
              <a:rPr lang="en-US" altLang="zh-CN" dirty="0"/>
              <a:t>() {</a:t>
            </a:r>
          </a:p>
          <a:p>
            <a:r>
              <a:rPr lang="en-US" altLang="zh-CN" dirty="0"/>
              <a:t>    </a:t>
            </a:r>
            <a:r>
              <a:rPr lang="en-US" altLang="zh-CN" dirty="0" err="1"/>
              <a:t>IBinder</a:t>
            </a:r>
            <a:r>
              <a:rPr lang="en-US" altLang="zh-CN" dirty="0"/>
              <a:t> binder = </a:t>
            </a:r>
            <a:r>
              <a:rPr lang="en-US" altLang="zh-CN" dirty="0" err="1"/>
              <a:t>ServiceManager.getService</a:t>
            </a:r>
            <a:r>
              <a:rPr lang="en-US" altLang="zh-CN" dirty="0"/>
              <a:t>("</a:t>
            </a:r>
            <a:r>
              <a:rPr lang="en-US" altLang="zh-CN" dirty="0" err="1"/>
              <a:t>vold</a:t>
            </a:r>
            <a:r>
              <a:rPr lang="en-US" altLang="zh-CN" dirty="0"/>
              <a:t>");</a:t>
            </a:r>
          </a:p>
          <a:p>
            <a:r>
              <a:rPr lang="en-US" altLang="zh-CN" dirty="0"/>
              <a:t>    ...</a:t>
            </a:r>
            <a:r>
              <a:rPr lang="zh-CN" altLang="en-US" dirty="0"/>
              <a:t>死亡代理。。。省略</a:t>
            </a:r>
          </a:p>
          <a:p>
            <a:endParaRPr lang="zh-CN" altLang="en-US" dirty="0"/>
          </a:p>
          <a:p>
            <a:r>
              <a:rPr lang="zh-CN" altLang="en-US" dirty="0"/>
              <a:t>    </a:t>
            </a:r>
            <a:r>
              <a:rPr lang="en-US" altLang="zh-CN" dirty="0"/>
              <a:t>if (binder != null) {</a:t>
            </a:r>
          </a:p>
          <a:p>
            <a:r>
              <a:rPr lang="en-US" altLang="zh-CN" dirty="0"/>
              <a:t>        </a:t>
            </a:r>
            <a:r>
              <a:rPr lang="en-US" altLang="zh-CN" dirty="0" err="1"/>
              <a:t>mVold</a:t>
            </a:r>
            <a:r>
              <a:rPr lang="en-US" altLang="zh-CN" dirty="0"/>
              <a:t> = </a:t>
            </a:r>
            <a:r>
              <a:rPr lang="en-US" altLang="zh-CN" dirty="0" err="1"/>
              <a:t>IVold.Stub.asInterface</a:t>
            </a:r>
            <a:r>
              <a:rPr lang="en-US" altLang="zh-CN" dirty="0"/>
              <a:t>(binder);</a:t>
            </a:r>
          </a:p>
          <a:p>
            <a:r>
              <a:rPr lang="en-US" altLang="zh-CN" dirty="0"/>
              <a:t>        try {</a:t>
            </a:r>
          </a:p>
          <a:p>
            <a:r>
              <a:rPr lang="en-US" altLang="zh-CN" dirty="0"/>
              <a:t>            </a:t>
            </a:r>
            <a:r>
              <a:rPr lang="en-US" altLang="zh-CN" dirty="0" err="1"/>
              <a:t>mVold.setListener</a:t>
            </a:r>
            <a:r>
              <a:rPr lang="en-US" altLang="zh-CN" dirty="0"/>
              <a:t>(</a:t>
            </a:r>
            <a:r>
              <a:rPr lang="en-US" altLang="zh-CN" dirty="0" err="1"/>
              <a:t>mListener</a:t>
            </a:r>
            <a:r>
              <a:rPr lang="en-US" altLang="zh-CN" dirty="0"/>
              <a:t>);</a:t>
            </a:r>
          </a:p>
          <a:p>
            <a:r>
              <a:rPr lang="en-US" altLang="zh-CN" dirty="0"/>
              <a:t>        } catch (</a:t>
            </a:r>
            <a:r>
              <a:rPr lang="en-US" altLang="zh-CN" dirty="0" err="1"/>
              <a:t>RemoteException</a:t>
            </a:r>
            <a:r>
              <a:rPr lang="en-US" altLang="zh-CN" dirty="0"/>
              <a:t> e) {</a:t>
            </a:r>
          </a:p>
          <a:p>
            <a:r>
              <a:rPr lang="en-US" altLang="zh-CN" dirty="0"/>
              <a:t>            </a:t>
            </a:r>
            <a:r>
              <a:rPr lang="en-US" altLang="zh-CN" dirty="0" err="1"/>
              <a:t>mVold</a:t>
            </a:r>
            <a:r>
              <a:rPr lang="en-US" altLang="zh-CN" dirty="0"/>
              <a:t> = null;</a:t>
            </a:r>
          </a:p>
          <a:p>
            <a:r>
              <a:rPr lang="en-US" altLang="zh-CN" dirty="0"/>
              <a:t>            </a:t>
            </a:r>
            <a:r>
              <a:rPr lang="en-US" altLang="zh-CN" dirty="0" err="1"/>
              <a:t>Slog.w</a:t>
            </a:r>
            <a:r>
              <a:rPr lang="en-US" altLang="zh-CN" dirty="0"/>
              <a:t>(TAG, "</a:t>
            </a:r>
            <a:r>
              <a:rPr lang="en-US" altLang="zh-CN" dirty="0" err="1"/>
              <a:t>vold</a:t>
            </a:r>
            <a:r>
              <a:rPr lang="en-US" altLang="zh-CN" dirty="0"/>
              <a:t> listener rejected; trying again", e);</a:t>
            </a:r>
          </a:p>
          <a:p>
            <a:r>
              <a:rPr lang="en-US" altLang="zh-CN" dirty="0"/>
              <a:t>        }</a:t>
            </a:r>
          </a:p>
          <a:p>
            <a:r>
              <a:rPr lang="en-US" altLang="zh-CN" dirty="0"/>
              <a:t>    } else {</a:t>
            </a:r>
          </a:p>
          <a:p>
            <a:r>
              <a:rPr lang="en-US" altLang="zh-CN" dirty="0"/>
              <a:t>        </a:t>
            </a:r>
            <a:r>
              <a:rPr lang="en-US" altLang="zh-CN" dirty="0" err="1"/>
              <a:t>Slog.w</a:t>
            </a:r>
            <a:r>
              <a:rPr lang="en-US" altLang="zh-CN" dirty="0"/>
              <a:t>(TAG, "</a:t>
            </a:r>
            <a:r>
              <a:rPr lang="en-US" altLang="zh-CN" dirty="0" err="1"/>
              <a:t>vold</a:t>
            </a:r>
            <a:r>
              <a:rPr lang="en-US" altLang="zh-CN" dirty="0"/>
              <a:t> not found; trying again");</a:t>
            </a:r>
          </a:p>
          <a:p>
            <a:r>
              <a:rPr lang="en-US" altLang="zh-CN" dirty="0"/>
              <a:t>    }</a:t>
            </a:r>
          </a:p>
          <a:p>
            <a:r>
              <a:rPr lang="en-US" altLang="zh-CN" dirty="0"/>
              <a:t>}</a:t>
            </a:r>
            <a:endParaRPr lang="zh-CN" altLang="en-US" dirty="0"/>
          </a:p>
        </p:txBody>
      </p:sp>
      <p:sp>
        <p:nvSpPr>
          <p:cNvPr id="2" name="文本框 1"/>
          <p:cNvSpPr txBox="1"/>
          <p:nvPr/>
        </p:nvSpPr>
        <p:spPr>
          <a:xfrm>
            <a:off x="659027" y="876720"/>
            <a:ext cx="3113903"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smtClean="0"/>
              <a:t>和</a:t>
            </a:r>
            <a:r>
              <a:rPr lang="en-US" altLang="zh-CN" dirty="0" err="1" smtClean="0"/>
              <a:t>vold</a:t>
            </a:r>
            <a:r>
              <a:rPr lang="zh-CN" altLang="en-US" dirty="0" smtClean="0"/>
              <a:t>建立通信的部分</a:t>
            </a:r>
            <a:endParaRPr lang="zh-CN" altLang="en-US" dirty="0"/>
          </a:p>
        </p:txBody>
      </p:sp>
    </p:spTree>
    <p:extLst>
      <p:ext uri="{BB962C8B-B14F-4D97-AF65-F5344CB8AC3E}">
        <p14:creationId xmlns:p14="http://schemas.microsoft.com/office/powerpoint/2010/main" val="16299033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Vold</a:t>
            </a:r>
            <a:r>
              <a:rPr lang="en-US" altLang="zh-CN" dirty="0" smtClean="0"/>
              <a:t> (</a:t>
            </a:r>
            <a:r>
              <a:rPr lang="en-US" altLang="zh-CN" dirty="0"/>
              <a:t>volume daemon)</a:t>
            </a:r>
            <a:endParaRPr lang="zh-CN" altLang="en-US" dirty="0"/>
          </a:p>
        </p:txBody>
      </p:sp>
      <p:sp>
        <p:nvSpPr>
          <p:cNvPr id="5" name="文本框 4"/>
          <p:cNvSpPr txBox="1"/>
          <p:nvPr/>
        </p:nvSpPr>
        <p:spPr>
          <a:xfrm>
            <a:off x="659027" y="1260389"/>
            <a:ext cx="9638270" cy="2585323"/>
          </a:xfrm>
          <a:prstGeom prst="rect">
            <a:avLst/>
          </a:prstGeom>
          <a:noFill/>
        </p:spPr>
        <p:txBody>
          <a:bodyPr wrap="square" rtlCol="0">
            <a:spAutoFit/>
          </a:bodyPr>
          <a:lstStyle/>
          <a:p>
            <a:r>
              <a:rPr lang="en-US" altLang="zh-CN" dirty="0"/>
              <a:t>//system/</a:t>
            </a:r>
            <a:r>
              <a:rPr lang="en-US" altLang="zh-CN" dirty="0" err="1"/>
              <a:t>etc</a:t>
            </a:r>
            <a:r>
              <a:rPr lang="en-US" altLang="zh-CN" dirty="0"/>
              <a:t>/</a:t>
            </a:r>
            <a:r>
              <a:rPr lang="en-US" altLang="zh-CN" dirty="0" err="1"/>
              <a:t>init</a:t>
            </a:r>
            <a:r>
              <a:rPr lang="en-US" altLang="zh-CN" dirty="0"/>
              <a:t>/</a:t>
            </a:r>
            <a:r>
              <a:rPr lang="en-US" altLang="zh-CN" dirty="0" err="1"/>
              <a:t>vold.rc</a:t>
            </a:r>
            <a:endParaRPr lang="en-US" altLang="zh-CN" dirty="0"/>
          </a:p>
          <a:p>
            <a:r>
              <a:rPr lang="en-US" altLang="zh-CN" dirty="0"/>
              <a:t>service </a:t>
            </a:r>
            <a:r>
              <a:rPr lang="en-US" altLang="zh-CN" dirty="0" err="1"/>
              <a:t>vold</a:t>
            </a:r>
            <a:r>
              <a:rPr lang="en-US" altLang="zh-CN" dirty="0"/>
              <a:t> /system/bin/</a:t>
            </a:r>
            <a:r>
              <a:rPr lang="en-US" altLang="zh-CN" dirty="0" err="1"/>
              <a:t>vold</a:t>
            </a:r>
            <a:r>
              <a:rPr lang="en-US" altLang="zh-CN" dirty="0"/>
              <a:t> \</a:t>
            </a:r>
          </a:p>
          <a:p>
            <a:r>
              <a:rPr lang="en-US" altLang="zh-CN" dirty="0"/>
              <a:t>        --</a:t>
            </a:r>
            <a:r>
              <a:rPr lang="en-US" altLang="zh-CN" dirty="0" err="1"/>
              <a:t>blkid_context</a:t>
            </a:r>
            <a:r>
              <a:rPr lang="en-US" altLang="zh-CN" dirty="0"/>
              <a:t>=u:r:blkid:s0 --</a:t>
            </a:r>
            <a:r>
              <a:rPr lang="en-US" altLang="zh-CN" dirty="0" err="1"/>
              <a:t>blkid_untrusted_context</a:t>
            </a:r>
            <a:r>
              <a:rPr lang="en-US" altLang="zh-CN" dirty="0"/>
              <a:t>=u:r:blkid_untrusted:s0 \</a:t>
            </a:r>
          </a:p>
          <a:p>
            <a:r>
              <a:rPr lang="en-US" altLang="zh-CN" dirty="0"/>
              <a:t>        --</a:t>
            </a:r>
            <a:r>
              <a:rPr lang="en-US" altLang="zh-CN" dirty="0" err="1"/>
              <a:t>fsck_context</a:t>
            </a:r>
            <a:r>
              <a:rPr lang="en-US" altLang="zh-CN" dirty="0"/>
              <a:t>=u:r:fsck:s0 --</a:t>
            </a:r>
            <a:r>
              <a:rPr lang="en-US" altLang="zh-CN" dirty="0" err="1"/>
              <a:t>fsck_untrusted_context</a:t>
            </a:r>
            <a:r>
              <a:rPr lang="en-US" altLang="zh-CN" dirty="0"/>
              <a:t>=u:r:fsck_untrusted:s0</a:t>
            </a:r>
          </a:p>
          <a:p>
            <a:r>
              <a:rPr lang="en-US" altLang="zh-CN" dirty="0"/>
              <a:t>    class core</a:t>
            </a:r>
          </a:p>
          <a:p>
            <a:r>
              <a:rPr lang="en-US" altLang="zh-CN" dirty="0"/>
              <a:t>    </a:t>
            </a:r>
            <a:r>
              <a:rPr lang="en-US" altLang="zh-CN" dirty="0" err="1"/>
              <a:t>ioprio</a:t>
            </a:r>
            <a:r>
              <a:rPr lang="en-US" altLang="zh-CN" dirty="0"/>
              <a:t> be 2</a:t>
            </a:r>
          </a:p>
          <a:p>
            <a:r>
              <a:rPr lang="en-US" altLang="zh-CN" dirty="0"/>
              <a:t>    </a:t>
            </a:r>
            <a:r>
              <a:rPr lang="en-US" altLang="zh-CN" dirty="0" err="1"/>
              <a:t>writepid</a:t>
            </a:r>
            <a:r>
              <a:rPr lang="en-US" altLang="zh-CN" dirty="0"/>
              <a:t> /</a:t>
            </a:r>
            <a:r>
              <a:rPr lang="en-US" altLang="zh-CN" dirty="0" err="1"/>
              <a:t>dev</a:t>
            </a:r>
            <a:r>
              <a:rPr lang="en-US" altLang="zh-CN" dirty="0"/>
              <a:t>/</a:t>
            </a:r>
            <a:r>
              <a:rPr lang="en-US" altLang="zh-CN" dirty="0" err="1"/>
              <a:t>cpuset</a:t>
            </a:r>
            <a:r>
              <a:rPr lang="en-US" altLang="zh-CN" dirty="0"/>
              <a:t>/foreground/tasks</a:t>
            </a:r>
          </a:p>
          <a:p>
            <a:r>
              <a:rPr lang="en-US" altLang="zh-CN" dirty="0"/>
              <a:t>    shutdown critical</a:t>
            </a:r>
          </a:p>
          <a:p>
            <a:r>
              <a:rPr lang="en-US" altLang="zh-CN" dirty="0"/>
              <a:t>    group root </a:t>
            </a:r>
            <a:r>
              <a:rPr lang="en-US" altLang="zh-CN" dirty="0" err="1"/>
              <a:t>reserved_disk</a:t>
            </a:r>
            <a:endParaRPr lang="zh-CN" altLang="en-US" dirty="0"/>
          </a:p>
        </p:txBody>
      </p:sp>
    </p:spTree>
    <p:extLst>
      <p:ext uri="{BB962C8B-B14F-4D97-AF65-F5344CB8AC3E}">
        <p14:creationId xmlns:p14="http://schemas.microsoft.com/office/powerpoint/2010/main" val="31282383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storaged</a:t>
            </a:r>
            <a:r>
              <a:rPr lang="en-US" altLang="zh-CN" dirty="0" smtClean="0"/>
              <a:t>(storage daemon</a:t>
            </a:r>
            <a:r>
              <a:rPr lang="en-US" altLang="zh-CN" dirty="0"/>
              <a:t>)</a:t>
            </a:r>
            <a:endParaRPr lang="zh-CN" altLang="en-US" dirty="0"/>
          </a:p>
        </p:txBody>
      </p:sp>
      <p:sp>
        <p:nvSpPr>
          <p:cNvPr id="5" name="文本框 4"/>
          <p:cNvSpPr txBox="1"/>
          <p:nvPr/>
        </p:nvSpPr>
        <p:spPr>
          <a:xfrm>
            <a:off x="659027" y="1260389"/>
            <a:ext cx="9638270" cy="2585323"/>
          </a:xfrm>
          <a:prstGeom prst="rect">
            <a:avLst/>
          </a:prstGeom>
          <a:noFill/>
        </p:spPr>
        <p:txBody>
          <a:bodyPr wrap="square" rtlCol="0">
            <a:spAutoFit/>
          </a:bodyPr>
          <a:lstStyle/>
          <a:p>
            <a:r>
              <a:rPr lang="en-US" altLang="zh-CN" dirty="0"/>
              <a:t> //system/</a:t>
            </a:r>
            <a:r>
              <a:rPr lang="en-US" altLang="zh-CN" dirty="0" err="1"/>
              <a:t>etc</a:t>
            </a:r>
            <a:r>
              <a:rPr lang="en-US" altLang="zh-CN" dirty="0"/>
              <a:t>/</a:t>
            </a:r>
            <a:r>
              <a:rPr lang="en-US" altLang="zh-CN" dirty="0" err="1"/>
              <a:t>init</a:t>
            </a:r>
            <a:r>
              <a:rPr lang="en-US" altLang="zh-CN" dirty="0"/>
              <a:t>/</a:t>
            </a:r>
            <a:r>
              <a:rPr lang="en-US" altLang="zh-CN" dirty="0" err="1"/>
              <a:t>storaged.rc</a:t>
            </a:r>
            <a:endParaRPr lang="en-US" altLang="zh-CN" dirty="0"/>
          </a:p>
          <a:p>
            <a:r>
              <a:rPr lang="en-US" altLang="zh-CN" dirty="0"/>
              <a:t> service </a:t>
            </a:r>
            <a:r>
              <a:rPr lang="en-US" altLang="zh-CN" dirty="0" err="1"/>
              <a:t>storaged</a:t>
            </a:r>
            <a:r>
              <a:rPr lang="en-US" altLang="zh-CN" dirty="0"/>
              <a:t> /system/bin/</a:t>
            </a:r>
            <a:r>
              <a:rPr lang="en-US" altLang="zh-CN" dirty="0" err="1"/>
              <a:t>storaged</a:t>
            </a:r>
            <a:endParaRPr lang="en-US" altLang="zh-CN" dirty="0"/>
          </a:p>
          <a:p>
            <a:r>
              <a:rPr lang="en-US" altLang="zh-CN" dirty="0"/>
              <a:t>    class main</a:t>
            </a:r>
          </a:p>
          <a:p>
            <a:r>
              <a:rPr lang="en-US" altLang="zh-CN" dirty="0"/>
              <a:t>    capabilities DAC_READ_SEARCH</a:t>
            </a:r>
          </a:p>
          <a:p>
            <a:r>
              <a:rPr lang="en-US" altLang="zh-CN" dirty="0"/>
              <a:t>    priority 10</a:t>
            </a:r>
          </a:p>
          <a:p>
            <a:r>
              <a:rPr lang="en-US" altLang="zh-CN" dirty="0"/>
              <a:t>    file /d/mmc0/mmc0:0001/</a:t>
            </a:r>
            <a:r>
              <a:rPr lang="en-US" altLang="zh-CN" dirty="0" err="1"/>
              <a:t>ext_csd</a:t>
            </a:r>
            <a:r>
              <a:rPr lang="en-US" altLang="zh-CN" dirty="0"/>
              <a:t> r</a:t>
            </a:r>
          </a:p>
          <a:p>
            <a:r>
              <a:rPr lang="en-US" altLang="zh-CN" dirty="0"/>
              <a:t>    </a:t>
            </a:r>
            <a:r>
              <a:rPr lang="en-US" altLang="zh-CN" dirty="0" err="1"/>
              <a:t>writepid</a:t>
            </a:r>
            <a:r>
              <a:rPr lang="en-US" altLang="zh-CN" dirty="0"/>
              <a:t> /</a:t>
            </a:r>
            <a:r>
              <a:rPr lang="en-US" altLang="zh-CN" dirty="0" err="1"/>
              <a:t>dev</a:t>
            </a:r>
            <a:r>
              <a:rPr lang="en-US" altLang="zh-CN" dirty="0"/>
              <a:t>/</a:t>
            </a:r>
            <a:r>
              <a:rPr lang="en-US" altLang="zh-CN" dirty="0" err="1"/>
              <a:t>cpuset</a:t>
            </a:r>
            <a:r>
              <a:rPr lang="en-US" altLang="zh-CN" dirty="0"/>
              <a:t>/system-background/tasks</a:t>
            </a:r>
          </a:p>
          <a:p>
            <a:r>
              <a:rPr lang="en-US" altLang="zh-CN" dirty="0"/>
              <a:t>    user root</a:t>
            </a:r>
          </a:p>
          <a:p>
            <a:r>
              <a:rPr lang="en-US" altLang="zh-CN" dirty="0"/>
              <a:t>    group </a:t>
            </a:r>
            <a:r>
              <a:rPr lang="en-US" altLang="zh-CN" dirty="0" err="1"/>
              <a:t>package_info</a:t>
            </a:r>
            <a:endParaRPr lang="zh-CN" altLang="en-US" dirty="0"/>
          </a:p>
        </p:txBody>
      </p:sp>
    </p:spTree>
    <p:extLst>
      <p:ext uri="{BB962C8B-B14F-4D97-AF65-F5344CB8AC3E}">
        <p14:creationId xmlns:p14="http://schemas.microsoft.com/office/powerpoint/2010/main" val="27665424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 </a:t>
            </a:r>
            <a:r>
              <a:rPr lang="en-US" altLang="zh-CN" dirty="0" err="1" smtClean="0"/>
              <a:t>StorageStatsService</a:t>
            </a:r>
            <a:endParaRPr lang="zh-CN" altLang="en-US" dirty="0"/>
          </a:p>
        </p:txBody>
      </p:sp>
      <p:sp>
        <p:nvSpPr>
          <p:cNvPr id="5" name="文本框 4"/>
          <p:cNvSpPr txBox="1"/>
          <p:nvPr/>
        </p:nvSpPr>
        <p:spPr>
          <a:xfrm>
            <a:off x="659027" y="1260389"/>
            <a:ext cx="9638270" cy="1477328"/>
          </a:xfrm>
          <a:prstGeom prst="rect">
            <a:avLst/>
          </a:prstGeom>
          <a:noFill/>
        </p:spPr>
        <p:txBody>
          <a:bodyPr wrap="square" rtlCol="0">
            <a:spAutoFit/>
          </a:bodyPr>
          <a:lstStyle/>
          <a:p>
            <a:pPr marL="285750" indent="-285750">
              <a:buFont typeface="Arial" panose="020B0604020202020204" pitchFamily="34" charset="0"/>
              <a:buChar char="•"/>
            </a:pPr>
            <a:r>
              <a:rPr lang="zh-CN" altLang="en-US" dirty="0" smtClean="0"/>
              <a:t>获取</a:t>
            </a:r>
            <a:r>
              <a:rPr lang="zh-CN" altLang="en-US" dirty="0"/>
              <a:t>目标卷的可用空间和总</a:t>
            </a:r>
            <a:r>
              <a:rPr lang="zh-CN" altLang="en-US" dirty="0" smtClean="0"/>
              <a:t>空间</a:t>
            </a:r>
            <a:endParaRPr lang="en-US" altLang="zh-CN" dirty="0" smtClean="0"/>
          </a:p>
          <a:p>
            <a:pPr marL="285750" indent="-285750">
              <a:buFont typeface="Arial" panose="020B0604020202020204" pitchFamily="34" charset="0"/>
              <a:buChar char="•"/>
            </a:pPr>
            <a:r>
              <a:rPr lang="zh-CN" altLang="en-US" dirty="0" smtClean="0"/>
              <a:t>返回</a:t>
            </a:r>
            <a:r>
              <a:rPr lang="zh-CN" altLang="en-US" dirty="0"/>
              <a:t>请求的存储卷上特定</a:t>
            </a:r>
            <a:r>
              <a:rPr lang="en-US" altLang="zh-CN" dirty="0" err="1"/>
              <a:t>UserHandle</a:t>
            </a:r>
            <a:r>
              <a:rPr lang="zh-CN" altLang="en-US" dirty="0"/>
              <a:t>的共享</a:t>
            </a:r>
            <a:r>
              <a:rPr lang="en-US" altLang="zh-CN" dirty="0"/>
              <a:t>/</a:t>
            </a:r>
            <a:r>
              <a:rPr lang="zh-CN" altLang="en-US" dirty="0"/>
              <a:t>外部存储统计</a:t>
            </a:r>
            <a:r>
              <a:rPr lang="zh-CN" altLang="en-US" dirty="0" smtClean="0"/>
              <a:t>信息</a:t>
            </a:r>
            <a:endParaRPr lang="en-US" altLang="zh-CN" dirty="0"/>
          </a:p>
          <a:p>
            <a:pPr marL="285750" indent="-285750">
              <a:buFont typeface="Arial" panose="020B0604020202020204" pitchFamily="34" charset="0"/>
              <a:buChar char="•"/>
            </a:pPr>
            <a:r>
              <a:rPr lang="zh-CN" altLang="en-US" dirty="0" smtClean="0"/>
              <a:t>返回</a:t>
            </a:r>
            <a:r>
              <a:rPr lang="zh-CN" altLang="en-US" dirty="0"/>
              <a:t>请求存储卷上特定软件包的存储统计</a:t>
            </a:r>
            <a:r>
              <a:rPr lang="zh-CN" altLang="en-US" dirty="0" smtClean="0"/>
              <a:t>信息</a:t>
            </a:r>
            <a:endParaRPr lang="en-US" altLang="zh-CN" dirty="0" smtClean="0"/>
          </a:p>
          <a:p>
            <a:pPr marL="285750" indent="-285750">
              <a:buFont typeface="Arial" panose="020B0604020202020204" pitchFamily="34" charset="0"/>
              <a:buChar char="•"/>
            </a:pPr>
            <a:r>
              <a:rPr lang="zh-CN" altLang="en-US" dirty="0" smtClean="0"/>
              <a:t>返回</a:t>
            </a:r>
            <a:r>
              <a:rPr lang="zh-CN" altLang="en-US" dirty="0"/>
              <a:t>请求的存储卷上特定</a:t>
            </a:r>
            <a:r>
              <a:rPr lang="en-US" altLang="zh-CN" dirty="0"/>
              <a:t>UID</a:t>
            </a:r>
            <a:r>
              <a:rPr lang="zh-CN" altLang="en-US" dirty="0"/>
              <a:t>的存储统计</a:t>
            </a:r>
            <a:r>
              <a:rPr lang="zh-CN" altLang="en-US" dirty="0" smtClean="0"/>
              <a:t>信息</a:t>
            </a:r>
            <a:endParaRPr lang="en-US" altLang="zh-CN" dirty="0" smtClean="0"/>
          </a:p>
          <a:p>
            <a:pPr marL="285750" indent="-285750">
              <a:buFont typeface="Arial" panose="020B0604020202020204" pitchFamily="34" charset="0"/>
              <a:buChar char="•"/>
            </a:pPr>
            <a:r>
              <a:rPr lang="zh-CN" altLang="en-US" dirty="0" smtClean="0"/>
              <a:t>返回</a:t>
            </a:r>
            <a:r>
              <a:rPr lang="zh-CN" altLang="en-US" dirty="0"/>
              <a:t>请求的存储卷上特定</a:t>
            </a:r>
            <a:r>
              <a:rPr lang="en-US" altLang="zh-CN" dirty="0" err="1"/>
              <a:t>UserHandle</a:t>
            </a:r>
            <a:r>
              <a:rPr lang="zh-CN" altLang="en-US" dirty="0"/>
              <a:t>的存储统计信息</a:t>
            </a:r>
          </a:p>
        </p:txBody>
      </p:sp>
    </p:spTree>
    <p:extLst>
      <p:ext uri="{BB962C8B-B14F-4D97-AF65-F5344CB8AC3E}">
        <p14:creationId xmlns:p14="http://schemas.microsoft.com/office/powerpoint/2010/main" val="33578117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46100" y="374015"/>
            <a:ext cx="3442970" cy="460375"/>
          </a:xfrm>
          <a:prstGeom prst="rect">
            <a:avLst/>
          </a:prstGeom>
          <a:noFill/>
        </p:spPr>
        <p:txBody>
          <a:bodyPr wrap="square" rtlCol="0">
            <a:spAutoFit/>
          </a:bodyPr>
          <a:lstStyle/>
          <a:p>
            <a:r>
              <a:rPr lang="en-US" altLang="zh-CN" sz="2400" b="1" dirty="0"/>
              <a:t>Vold</a:t>
            </a:r>
            <a:r>
              <a:rPr lang="zh-CN" altLang="en-US" sz="2400" b="1" dirty="0"/>
              <a:t>进程</a:t>
            </a:r>
          </a:p>
        </p:txBody>
      </p:sp>
      <p:sp>
        <p:nvSpPr>
          <p:cNvPr id="7" name="文本框 6"/>
          <p:cNvSpPr txBox="1"/>
          <p:nvPr/>
        </p:nvSpPr>
        <p:spPr>
          <a:xfrm>
            <a:off x="488315" y="1516380"/>
            <a:ext cx="5108575" cy="3092450"/>
          </a:xfrm>
          <a:prstGeom prst="rect">
            <a:avLst/>
          </a:prstGeom>
          <a:noFill/>
        </p:spPr>
        <p:txBody>
          <a:bodyPr wrap="square" rtlCol="0" anchor="t">
            <a:noAutofit/>
          </a:bodyPr>
          <a:lstStyle/>
          <a:p>
            <a:r>
              <a:rPr lang="en-US" altLang="zh-CN" dirty="0"/>
              <a:t>V</a:t>
            </a:r>
            <a:r>
              <a:rPr lang="zh-CN" altLang="en-US" dirty="0"/>
              <a:t>olume守护进程，用来管理Android中存储类的热拔插事件，处于Kernel和Framework之间，是两个层级连接的桥梁</a:t>
            </a:r>
          </a:p>
        </p:txBody>
      </p:sp>
      <p:pic>
        <p:nvPicPr>
          <p:cNvPr id="10" name="图片 9"/>
          <p:cNvPicPr>
            <a:picLocks noChangeAspect="1"/>
          </p:cNvPicPr>
          <p:nvPr/>
        </p:nvPicPr>
        <p:blipFill>
          <a:blip r:embed="rId3"/>
          <a:stretch>
            <a:fillRect/>
          </a:stretch>
        </p:blipFill>
        <p:spPr>
          <a:xfrm>
            <a:off x="5596890" y="1254125"/>
            <a:ext cx="5629275" cy="4905375"/>
          </a:xfrm>
          <a:prstGeom prst="rect">
            <a:avLst/>
          </a:prstGeom>
        </p:spPr>
      </p:pic>
      <p:sp>
        <p:nvSpPr>
          <p:cNvPr id="11" name="文本框 10"/>
          <p:cNvSpPr txBox="1"/>
          <p:nvPr/>
        </p:nvSpPr>
        <p:spPr>
          <a:xfrm>
            <a:off x="546100" y="2623820"/>
            <a:ext cx="4879340" cy="1985010"/>
          </a:xfrm>
          <a:prstGeom prst="rect">
            <a:avLst/>
          </a:prstGeom>
          <a:noFill/>
        </p:spPr>
        <p:txBody>
          <a:bodyPr wrap="square" rtlCol="0" anchor="t">
            <a:noAutofit/>
          </a:bodyPr>
          <a:lstStyle/>
          <a:p>
            <a:r>
              <a:rPr lang="zh-CN" altLang="en-US" dirty="0">
                <a:sym typeface="+mn-ea"/>
              </a:rPr>
              <a:t>VolumeManager.handleBlockEvent处理设备插拔事件。</a:t>
            </a:r>
            <a:endParaRPr lang="zh-CN" altLang="en-US" dirty="0"/>
          </a:p>
          <a:p>
            <a:endParaRPr lang="zh-CN" altLang="en-US" dirty="0"/>
          </a:p>
          <a:p>
            <a:r>
              <a:rPr lang="zh-CN" altLang="en-US" dirty="0">
                <a:sym typeface="+mn-ea"/>
              </a:rPr>
              <a:t>与</a:t>
            </a:r>
            <a:r>
              <a:rPr lang="en-US" altLang="zh-CN" dirty="0" err="1">
                <a:sym typeface="+mn-ea"/>
              </a:rPr>
              <a:t>StorageManagerService</a:t>
            </a:r>
            <a:r>
              <a:rPr lang="zh-CN" altLang="en-US" dirty="0">
                <a:sym typeface="+mn-ea"/>
              </a:rPr>
              <a:t>通信。</a:t>
            </a:r>
            <a:endParaRPr lang="zh-CN" altLang="en-US" dirty="0"/>
          </a:p>
          <a:p>
            <a:endParaRPr lang="zh-CN" altLang="en-US" dirty="0"/>
          </a:p>
          <a:p>
            <a:r>
              <a:rPr lang="en-US" altLang="zh-CN" dirty="0">
                <a:sym typeface="+mn-ea"/>
              </a:rPr>
              <a:t>DISK</a:t>
            </a:r>
            <a:r>
              <a:rPr lang="zh-CN" altLang="en-US" dirty="0">
                <a:sym typeface="+mn-ea"/>
              </a:rPr>
              <a:t>及</a:t>
            </a:r>
            <a:r>
              <a:rPr lang="en-US" altLang="zh-CN" dirty="0">
                <a:sym typeface="+mn-ea"/>
              </a:rPr>
              <a:t>Volume</a:t>
            </a:r>
            <a:r>
              <a:rPr lang="zh-CN" altLang="en-US" dirty="0">
                <a:sym typeface="+mn-ea"/>
              </a:rPr>
              <a:t>管理及与</a:t>
            </a:r>
            <a:r>
              <a:rPr lang="en-US" altLang="zh-CN" dirty="0" err="1">
                <a:sym typeface="+mn-ea"/>
              </a:rPr>
              <a:t>sdcard</a:t>
            </a:r>
            <a:r>
              <a:rPr lang="zh-CN" altLang="en-US" dirty="0">
                <a:sym typeface="+mn-ea"/>
              </a:rPr>
              <a:t>进程通信</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46100" y="374015"/>
            <a:ext cx="3442970" cy="460375"/>
          </a:xfrm>
          <a:prstGeom prst="rect">
            <a:avLst/>
          </a:prstGeom>
          <a:noFill/>
        </p:spPr>
        <p:txBody>
          <a:bodyPr wrap="square" rtlCol="0">
            <a:spAutoFit/>
          </a:bodyPr>
          <a:lstStyle/>
          <a:p>
            <a:r>
              <a:rPr lang="en-US" altLang="zh-CN" sz="2400" b="1" dirty="0"/>
              <a:t>Vold</a:t>
            </a:r>
            <a:r>
              <a:rPr lang="zh-CN" altLang="en-US" sz="2400" b="1" dirty="0"/>
              <a:t>进程</a:t>
            </a:r>
          </a:p>
        </p:txBody>
      </p:sp>
      <p:sp>
        <p:nvSpPr>
          <p:cNvPr id="13" name="文本框 12"/>
          <p:cNvSpPr txBox="1"/>
          <p:nvPr>
            <p:custDataLst>
              <p:tags r:id="rId1"/>
            </p:custDataLst>
          </p:nvPr>
        </p:nvSpPr>
        <p:spPr>
          <a:xfrm>
            <a:off x="546100" y="3580130"/>
            <a:ext cx="8790940" cy="2436495"/>
          </a:xfrm>
          <a:prstGeom prst="rect">
            <a:avLst/>
          </a:prstGeom>
          <a:noFill/>
        </p:spPr>
        <p:txBody>
          <a:bodyPr wrap="square" rtlCol="0" anchor="t">
            <a:noAutofit/>
          </a:bodyPr>
          <a:lstStyle/>
          <a:p>
            <a:r>
              <a:rPr lang="zh-CN" altLang="en-US" sz="1800">
                <a:sym typeface="+mn-ea"/>
              </a:rPr>
              <a:t>1. 只有一个内置存储，使用内置存储来模拟主外置存储。</a:t>
            </a:r>
          </a:p>
          <a:p>
            <a:r>
              <a:rPr lang="zh-CN" altLang="en-US" sz="1800">
                <a:sym typeface="+mn-ea"/>
              </a:rPr>
              <a:t>         </a:t>
            </a:r>
          </a:p>
          <a:p>
            <a:r>
              <a:rPr lang="zh-CN" altLang="en-US" sz="1800">
                <a:sym typeface="+mn-ea"/>
              </a:rPr>
              <a:t>2. 有一个外置存储和内置存储，使用真实的外置存储设备作为主外置存储。</a:t>
            </a:r>
          </a:p>
          <a:p>
            <a:r>
              <a:rPr lang="zh-CN" altLang="en-US" sz="1800">
                <a:sym typeface="+mn-ea"/>
              </a:rPr>
              <a:t>         </a:t>
            </a:r>
          </a:p>
          <a:p>
            <a:r>
              <a:rPr lang="zh-CN" altLang="en-US" sz="1800">
                <a:sym typeface="+mn-ea"/>
              </a:rPr>
              <a:t>3. 使用内置存储来模拟主外置存储，支持其他外置存储设备。</a:t>
            </a:r>
          </a:p>
          <a:p>
            <a:endParaRPr lang="zh-CN" altLang="en-US" sz="1800">
              <a:sym typeface="+mn-ea"/>
            </a:endParaRPr>
          </a:p>
        </p:txBody>
      </p:sp>
      <p:sp>
        <p:nvSpPr>
          <p:cNvPr id="2" name="文本框 1"/>
          <p:cNvSpPr txBox="1"/>
          <p:nvPr/>
        </p:nvSpPr>
        <p:spPr>
          <a:xfrm>
            <a:off x="546100" y="1162685"/>
            <a:ext cx="6096000" cy="398780"/>
          </a:xfrm>
          <a:prstGeom prst="rect">
            <a:avLst/>
          </a:prstGeom>
          <a:noFill/>
        </p:spPr>
        <p:txBody>
          <a:bodyPr wrap="square" rtlCol="0" anchor="t">
            <a:spAutoFit/>
          </a:bodyPr>
          <a:lstStyle/>
          <a:p>
            <a:r>
              <a:rPr lang="en-US" altLang="zh-CN" sz="2000" dirty="0">
                <a:sym typeface="+mn-ea"/>
              </a:rPr>
              <a:t>Android主存储（Primary）</a:t>
            </a:r>
          </a:p>
        </p:txBody>
      </p:sp>
      <p:sp>
        <p:nvSpPr>
          <p:cNvPr id="3" name="文本框 2"/>
          <p:cNvSpPr txBox="1"/>
          <p:nvPr/>
        </p:nvSpPr>
        <p:spPr>
          <a:xfrm>
            <a:off x="609600" y="1710690"/>
            <a:ext cx="7228840" cy="645160"/>
          </a:xfrm>
          <a:prstGeom prst="rect">
            <a:avLst/>
          </a:prstGeom>
          <a:noFill/>
        </p:spPr>
        <p:txBody>
          <a:bodyPr wrap="square" rtlCol="0" anchor="t">
            <a:spAutoFit/>
          </a:bodyPr>
          <a:lstStyle/>
          <a:p>
            <a:r>
              <a:rPr lang="zh-CN" altLang="en-US"/>
              <a:t>主存储作为主要的外置存储，是提供给应用程序使用的，一般通过Context的系统</a:t>
            </a:r>
            <a:r>
              <a:rPr lang="en-US" altLang="zh-CN"/>
              <a:t>API</a:t>
            </a:r>
            <a:r>
              <a:rPr lang="zh-CN" altLang="en-US"/>
              <a:t>获取外置存储路径</a:t>
            </a:r>
          </a:p>
        </p:txBody>
      </p:sp>
      <p:sp>
        <p:nvSpPr>
          <p:cNvPr id="5" name="文本框 4"/>
          <p:cNvSpPr txBox="1"/>
          <p:nvPr>
            <p:custDataLst>
              <p:tags r:id="rId2"/>
            </p:custDataLst>
          </p:nvPr>
        </p:nvSpPr>
        <p:spPr>
          <a:xfrm>
            <a:off x="546100" y="2975610"/>
            <a:ext cx="7228840" cy="368300"/>
          </a:xfrm>
          <a:prstGeom prst="rect">
            <a:avLst/>
          </a:prstGeom>
          <a:noFill/>
        </p:spPr>
        <p:txBody>
          <a:bodyPr wrap="square" rtlCol="0" anchor="t">
            <a:spAutoFit/>
          </a:bodyPr>
          <a:lstStyle/>
          <a:p>
            <a:r>
              <a:rPr lang="zh-CN" altLang="en-US"/>
              <a:t>外置存储的三种方式：</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 </a:t>
            </a:r>
            <a:r>
              <a:rPr lang="en-US" altLang="zh-CN" dirty="0" err="1" smtClean="0"/>
              <a:t>vold</a:t>
            </a:r>
            <a:r>
              <a:rPr lang="zh-CN" altLang="en-US" dirty="0" smtClean="0"/>
              <a:t>初始化</a:t>
            </a:r>
            <a:endParaRPr lang="zh-CN" altLang="en-US" dirty="0"/>
          </a:p>
        </p:txBody>
      </p:sp>
      <p:pic>
        <p:nvPicPr>
          <p:cNvPr id="2" name="图片 1"/>
          <p:cNvPicPr>
            <a:picLocks noChangeAspect="1"/>
          </p:cNvPicPr>
          <p:nvPr/>
        </p:nvPicPr>
        <p:blipFill>
          <a:blip r:embed="rId4"/>
          <a:stretch>
            <a:fillRect/>
          </a:stretch>
        </p:blipFill>
        <p:spPr>
          <a:xfrm>
            <a:off x="400565" y="979876"/>
            <a:ext cx="10287000" cy="5486400"/>
          </a:xfrm>
          <a:prstGeom prst="rect">
            <a:avLst/>
          </a:prstGeom>
        </p:spPr>
      </p:pic>
    </p:spTree>
    <p:extLst>
      <p:ext uri="{BB962C8B-B14F-4D97-AF65-F5344CB8AC3E}">
        <p14:creationId xmlns:p14="http://schemas.microsoft.com/office/powerpoint/2010/main" val="37042622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 </a:t>
            </a:r>
            <a:r>
              <a:rPr lang="en-US" altLang="zh-CN" dirty="0" err="1" smtClean="0"/>
              <a:t>vold</a:t>
            </a:r>
            <a:r>
              <a:rPr lang="zh-CN" altLang="en-US" dirty="0" smtClean="0"/>
              <a:t>代码结构</a:t>
            </a:r>
            <a:endParaRPr lang="zh-CN" altLang="en-US" dirty="0"/>
          </a:p>
        </p:txBody>
      </p:sp>
      <p:pic>
        <p:nvPicPr>
          <p:cNvPr id="4" name="图片 3"/>
          <p:cNvPicPr>
            <a:picLocks noChangeAspect="1"/>
          </p:cNvPicPr>
          <p:nvPr/>
        </p:nvPicPr>
        <p:blipFill>
          <a:blip r:embed="rId4"/>
          <a:stretch>
            <a:fillRect/>
          </a:stretch>
        </p:blipFill>
        <p:spPr>
          <a:xfrm>
            <a:off x="546100" y="854146"/>
            <a:ext cx="3657143" cy="1647619"/>
          </a:xfrm>
          <a:prstGeom prst="rect">
            <a:avLst/>
          </a:prstGeom>
        </p:spPr>
      </p:pic>
      <p:pic>
        <p:nvPicPr>
          <p:cNvPr id="8" name="图片 7"/>
          <p:cNvPicPr>
            <a:picLocks noChangeAspect="1"/>
          </p:cNvPicPr>
          <p:nvPr/>
        </p:nvPicPr>
        <p:blipFill>
          <a:blip r:embed="rId5"/>
          <a:stretch>
            <a:fillRect/>
          </a:stretch>
        </p:blipFill>
        <p:spPr>
          <a:xfrm>
            <a:off x="284480" y="2803216"/>
            <a:ext cx="4723809" cy="2961905"/>
          </a:xfrm>
          <a:prstGeom prst="rect">
            <a:avLst/>
          </a:prstGeom>
        </p:spPr>
      </p:pic>
      <p:pic>
        <p:nvPicPr>
          <p:cNvPr id="5" name="图片 4"/>
          <p:cNvPicPr>
            <a:picLocks noChangeAspect="1"/>
          </p:cNvPicPr>
          <p:nvPr/>
        </p:nvPicPr>
        <p:blipFill>
          <a:blip r:embed="rId6"/>
          <a:stretch>
            <a:fillRect/>
          </a:stretch>
        </p:blipFill>
        <p:spPr>
          <a:xfrm>
            <a:off x="4864671" y="854146"/>
            <a:ext cx="2590476" cy="2457143"/>
          </a:xfrm>
          <a:prstGeom prst="rect">
            <a:avLst/>
          </a:prstGeom>
        </p:spPr>
      </p:pic>
      <p:pic>
        <p:nvPicPr>
          <p:cNvPr id="7" name="图片 6"/>
          <p:cNvPicPr>
            <a:picLocks noChangeAspect="1"/>
          </p:cNvPicPr>
          <p:nvPr/>
        </p:nvPicPr>
        <p:blipFill>
          <a:blip r:embed="rId7"/>
          <a:stretch>
            <a:fillRect/>
          </a:stretch>
        </p:blipFill>
        <p:spPr>
          <a:xfrm>
            <a:off x="6398493" y="1941366"/>
            <a:ext cx="3971429" cy="4171429"/>
          </a:xfrm>
          <a:prstGeom prst="rect">
            <a:avLst/>
          </a:prstGeom>
        </p:spPr>
      </p:pic>
    </p:spTree>
    <p:extLst>
      <p:ext uri="{BB962C8B-B14F-4D97-AF65-F5344CB8AC3E}">
        <p14:creationId xmlns:p14="http://schemas.microsoft.com/office/powerpoint/2010/main" val="16921897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 </a:t>
            </a:r>
            <a:r>
              <a:rPr lang="zh-CN" altLang="en-US" dirty="0"/>
              <a:t>几</a:t>
            </a:r>
            <a:r>
              <a:rPr lang="zh-CN" altLang="en-US" dirty="0" smtClean="0"/>
              <a:t>个类</a:t>
            </a:r>
            <a:endParaRPr lang="zh-CN" altLang="en-US" dirty="0"/>
          </a:p>
        </p:txBody>
      </p:sp>
      <p:sp>
        <p:nvSpPr>
          <p:cNvPr id="2" name="文本框 1"/>
          <p:cNvSpPr txBox="1"/>
          <p:nvPr/>
        </p:nvSpPr>
        <p:spPr>
          <a:xfrm>
            <a:off x="609600" y="1482811"/>
            <a:ext cx="8608541" cy="2585323"/>
          </a:xfrm>
          <a:prstGeom prst="rect">
            <a:avLst/>
          </a:prstGeom>
          <a:noFill/>
        </p:spPr>
        <p:txBody>
          <a:bodyPr wrap="square" rtlCol="0">
            <a:spAutoFit/>
          </a:bodyPr>
          <a:lstStyle/>
          <a:p>
            <a:r>
              <a:rPr lang="en-US" altLang="zh-CN" dirty="0" err="1"/>
              <a:t>NetLinkManager</a:t>
            </a:r>
            <a:r>
              <a:rPr lang="en-US" altLang="zh-CN" dirty="0"/>
              <a:t>: </a:t>
            </a:r>
            <a:r>
              <a:rPr lang="zh-CN" altLang="en-US" dirty="0"/>
              <a:t>监听来自</a:t>
            </a:r>
            <a:r>
              <a:rPr lang="en-US" altLang="zh-CN" dirty="0"/>
              <a:t>kernel</a:t>
            </a:r>
            <a:r>
              <a:rPr lang="zh-CN" altLang="en-US" dirty="0"/>
              <a:t>的事件，判断是否是大容量存储类设备（</a:t>
            </a:r>
            <a:r>
              <a:rPr lang="en-US" altLang="zh-CN" dirty="0"/>
              <a:t>USB,SD</a:t>
            </a:r>
            <a:r>
              <a:rPr lang="zh-CN" altLang="en-US" dirty="0"/>
              <a:t>），如果是就对其挂载。</a:t>
            </a:r>
          </a:p>
          <a:p>
            <a:endParaRPr lang="en-US" altLang="zh-CN" dirty="0" smtClean="0"/>
          </a:p>
          <a:p>
            <a:endParaRPr lang="zh-CN" altLang="en-US" dirty="0"/>
          </a:p>
          <a:p>
            <a:r>
              <a:rPr lang="en-US" altLang="zh-CN" dirty="0" err="1"/>
              <a:t>VolumeManager</a:t>
            </a:r>
            <a:r>
              <a:rPr lang="en-US" altLang="zh-CN" dirty="0"/>
              <a:t>: </a:t>
            </a:r>
            <a:r>
              <a:rPr lang="zh-CN" altLang="en-US" dirty="0"/>
              <a:t>主要是配置相关的选项并告知上层（</a:t>
            </a:r>
            <a:r>
              <a:rPr lang="en-US" altLang="zh-CN" dirty="0"/>
              <a:t>Framework</a:t>
            </a:r>
            <a:r>
              <a:rPr lang="zh-CN" altLang="en-US" dirty="0"/>
              <a:t>，</a:t>
            </a:r>
            <a:r>
              <a:rPr lang="en-US" altLang="zh-CN" dirty="0"/>
              <a:t>app</a:t>
            </a:r>
            <a:r>
              <a:rPr lang="zh-CN" altLang="en-US" dirty="0"/>
              <a:t>）并接受上层所返回的消息（</a:t>
            </a:r>
            <a:r>
              <a:rPr lang="en-US" altLang="zh-CN" dirty="0"/>
              <a:t>framework</a:t>
            </a:r>
            <a:r>
              <a:rPr lang="zh-CN" altLang="en-US" dirty="0"/>
              <a:t>会增加用户</a:t>
            </a:r>
            <a:r>
              <a:rPr lang="en-US" altLang="zh-CN" dirty="0"/>
              <a:t>ID</a:t>
            </a:r>
            <a:r>
              <a:rPr lang="zh-CN" altLang="en-US" dirty="0"/>
              <a:t>的权限信息）</a:t>
            </a:r>
            <a:r>
              <a:rPr lang="zh-CN" altLang="en-US" dirty="0" smtClean="0"/>
              <a:t>。</a:t>
            </a:r>
            <a:endParaRPr lang="en-US" altLang="zh-CN" dirty="0" smtClean="0"/>
          </a:p>
          <a:p>
            <a:endParaRPr lang="en-US" altLang="zh-CN" dirty="0"/>
          </a:p>
          <a:p>
            <a:r>
              <a:rPr lang="en-US" altLang="zh-CN" dirty="0" err="1" smtClean="0"/>
              <a:t>VoldNativeService</a:t>
            </a:r>
            <a:r>
              <a:rPr lang="en-US" altLang="zh-CN" dirty="0"/>
              <a:t>: </a:t>
            </a:r>
            <a:r>
              <a:rPr lang="zh-CN" altLang="en-US" dirty="0"/>
              <a:t>则是真正去实现挂载的服务，会创建相应的文件夹，设定</a:t>
            </a:r>
            <a:r>
              <a:rPr lang="en-US" altLang="zh-CN" dirty="0"/>
              <a:t>U</a:t>
            </a:r>
            <a:r>
              <a:rPr lang="zh-CN" altLang="en-US" dirty="0"/>
              <a:t>盘权限，是否开启</a:t>
            </a:r>
            <a:r>
              <a:rPr lang="en-US" altLang="zh-CN" dirty="0"/>
              <a:t>FUSE</a:t>
            </a:r>
            <a:r>
              <a:rPr lang="zh-CN" altLang="en-US" dirty="0"/>
              <a:t>等等。</a:t>
            </a:r>
          </a:p>
        </p:txBody>
      </p:sp>
    </p:spTree>
    <p:extLst>
      <p:ext uri="{BB962C8B-B14F-4D97-AF65-F5344CB8AC3E}">
        <p14:creationId xmlns:p14="http://schemas.microsoft.com/office/powerpoint/2010/main" val="31173803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外置</a:t>
            </a:r>
            <a:r>
              <a:rPr lang="zh-CN" altLang="en-US" dirty="0" smtClean="0"/>
              <a:t>存储设备接入</a:t>
            </a:r>
            <a:endParaRPr lang="zh-CN" altLang="en-US" dirty="0"/>
          </a:p>
        </p:txBody>
      </p:sp>
      <p:sp>
        <p:nvSpPr>
          <p:cNvPr id="5" name="矩形 4"/>
          <p:cNvSpPr/>
          <p:nvPr/>
        </p:nvSpPr>
        <p:spPr>
          <a:xfrm>
            <a:off x="284480" y="1085850"/>
            <a:ext cx="11199066" cy="4801314"/>
          </a:xfrm>
          <a:prstGeom prst="rect">
            <a:avLst/>
          </a:prstGeom>
        </p:spPr>
        <p:txBody>
          <a:bodyPr wrap="square">
            <a:spAutoFit/>
          </a:bodyPr>
          <a:lstStyle/>
          <a:p>
            <a:r>
              <a:rPr lang="zh-CN" altLang="en-US" dirty="0"/>
              <a:t>内核部分：</a:t>
            </a:r>
          </a:p>
          <a:p>
            <a:endParaRPr lang="zh-CN" altLang="en-US" dirty="0"/>
          </a:p>
          <a:p>
            <a:r>
              <a:rPr lang="en-US" altLang="zh-CN" dirty="0" smtClean="0"/>
              <a:t>1. </a:t>
            </a:r>
            <a:r>
              <a:rPr lang="zh-CN" altLang="en-US" dirty="0" smtClean="0"/>
              <a:t>总线</a:t>
            </a:r>
            <a:r>
              <a:rPr lang="zh-CN" altLang="en-US" dirty="0"/>
              <a:t>驱动扫描</a:t>
            </a:r>
            <a:r>
              <a:rPr lang="zh-CN" altLang="en-US" dirty="0" smtClean="0"/>
              <a:t>：总线驱动程序（</a:t>
            </a:r>
            <a:r>
              <a:rPr lang="zh-CN" altLang="en-US" dirty="0"/>
              <a:t>例如</a:t>
            </a:r>
            <a:r>
              <a:rPr lang="en-US" altLang="zh-CN" dirty="0"/>
              <a:t>USB</a:t>
            </a:r>
            <a:r>
              <a:rPr lang="zh-CN" altLang="en-US" dirty="0"/>
              <a:t>总线、</a:t>
            </a:r>
            <a:r>
              <a:rPr lang="en-US" altLang="zh-CN" dirty="0"/>
              <a:t>PCI</a:t>
            </a:r>
            <a:r>
              <a:rPr lang="zh-CN" altLang="en-US" dirty="0"/>
              <a:t>总线</a:t>
            </a:r>
            <a:r>
              <a:rPr lang="zh-CN" altLang="en-US" dirty="0" smtClean="0"/>
              <a:t>）会</a:t>
            </a:r>
            <a:r>
              <a:rPr lang="zh-CN" altLang="en-US" dirty="0"/>
              <a:t>定期扫描系统中的总线</a:t>
            </a:r>
            <a:r>
              <a:rPr lang="zh-CN" altLang="en-US" dirty="0" smtClean="0"/>
              <a:t>接口。</a:t>
            </a:r>
            <a:endParaRPr lang="en-US" altLang="zh-CN" dirty="0" smtClean="0"/>
          </a:p>
          <a:p>
            <a:endParaRPr lang="zh-CN" altLang="en-US" dirty="0"/>
          </a:p>
          <a:p>
            <a:r>
              <a:rPr lang="en-US" altLang="zh-CN" dirty="0"/>
              <a:t>2. </a:t>
            </a:r>
            <a:r>
              <a:rPr lang="zh-CN" altLang="en-US" dirty="0"/>
              <a:t>设备枚举：如果总线驱动程序检测到设备的连接或拔出，它会启动设备的枚举过程。枚举过程会尝试与设备进行通信，获取设备的识别信息，例如设备的厂商</a:t>
            </a:r>
            <a:r>
              <a:rPr lang="en-US" altLang="zh-CN" dirty="0"/>
              <a:t>ID</a:t>
            </a:r>
            <a:r>
              <a:rPr lang="zh-CN" altLang="en-US" dirty="0"/>
              <a:t>、产品</a:t>
            </a:r>
            <a:r>
              <a:rPr lang="en-US" altLang="zh-CN" dirty="0"/>
              <a:t>ID</a:t>
            </a:r>
            <a:r>
              <a:rPr lang="zh-CN" altLang="en-US" dirty="0"/>
              <a:t>等</a:t>
            </a:r>
            <a:r>
              <a:rPr lang="zh-CN" altLang="en-US" dirty="0" smtClean="0"/>
              <a:t>。</a:t>
            </a:r>
            <a:endParaRPr lang="en-US" altLang="zh-CN" dirty="0" smtClean="0"/>
          </a:p>
          <a:p>
            <a:endParaRPr lang="zh-CN" altLang="en-US" dirty="0"/>
          </a:p>
          <a:p>
            <a:r>
              <a:rPr lang="en-US" altLang="zh-CN" dirty="0"/>
              <a:t>3. </a:t>
            </a:r>
            <a:r>
              <a:rPr lang="zh-CN" altLang="en-US" dirty="0"/>
              <a:t>设备驱动加载：根据设备的识别信息，内核会选择合适的设备驱动程序加载到系统中</a:t>
            </a:r>
            <a:r>
              <a:rPr lang="zh-CN" altLang="en-US" dirty="0" smtClean="0"/>
              <a:t>。</a:t>
            </a:r>
            <a:endParaRPr lang="en-US" altLang="zh-CN" dirty="0" smtClean="0"/>
          </a:p>
          <a:p>
            <a:endParaRPr lang="zh-CN" altLang="en-US" dirty="0"/>
          </a:p>
          <a:p>
            <a:r>
              <a:rPr lang="en-US" altLang="zh-CN" dirty="0"/>
              <a:t>4. </a:t>
            </a:r>
            <a:r>
              <a:rPr lang="zh-CN" altLang="en-US" dirty="0"/>
              <a:t>设备注册：如果设备驱动程序成功加载，内核会将设备注册到相应的子系统中。这样，子系统就能够识别和管理设备，为设备提供适当的操作接口</a:t>
            </a:r>
            <a:r>
              <a:rPr lang="zh-CN" altLang="en-US" dirty="0" smtClean="0"/>
              <a:t>。</a:t>
            </a:r>
            <a:endParaRPr lang="en-US" altLang="zh-CN" dirty="0" smtClean="0"/>
          </a:p>
          <a:p>
            <a:endParaRPr lang="zh-CN" altLang="en-US" dirty="0"/>
          </a:p>
          <a:p>
            <a:r>
              <a:rPr lang="en-US" altLang="zh-CN" dirty="0"/>
              <a:t>5. </a:t>
            </a:r>
            <a:r>
              <a:rPr lang="en-US" altLang="zh-CN" dirty="0" err="1"/>
              <a:t>uevent</a:t>
            </a:r>
            <a:r>
              <a:rPr lang="zh-CN" altLang="en-US" dirty="0"/>
              <a:t>消息生成：一旦设备成功注册到子系统中，内核会生成一个</a:t>
            </a:r>
            <a:r>
              <a:rPr lang="en-US" altLang="zh-CN" dirty="0" err="1"/>
              <a:t>uevent</a:t>
            </a:r>
            <a:r>
              <a:rPr lang="zh-CN" altLang="en-US" dirty="0"/>
              <a:t>消息。该消息包含设备的属性信息、事件类型等</a:t>
            </a:r>
            <a:r>
              <a:rPr lang="zh-CN" altLang="en-US" dirty="0" smtClean="0"/>
              <a:t>。</a:t>
            </a:r>
            <a:endParaRPr lang="en-US" altLang="zh-CN" dirty="0" smtClean="0"/>
          </a:p>
          <a:p>
            <a:endParaRPr lang="zh-CN" altLang="en-US" dirty="0"/>
          </a:p>
          <a:p>
            <a:r>
              <a:rPr lang="en-US" altLang="zh-CN" dirty="0"/>
              <a:t>6. </a:t>
            </a:r>
            <a:r>
              <a:rPr lang="en-US" altLang="zh-CN" dirty="0" err="1"/>
              <a:t>uevent</a:t>
            </a:r>
            <a:r>
              <a:rPr lang="zh-CN" altLang="en-US" dirty="0"/>
              <a:t>消息传递：内核会通过</a:t>
            </a:r>
            <a:r>
              <a:rPr lang="en-US" altLang="zh-CN" dirty="0" err="1"/>
              <a:t>netlink</a:t>
            </a:r>
            <a:r>
              <a:rPr lang="zh-CN" altLang="en-US" dirty="0"/>
              <a:t>套接字将</a:t>
            </a:r>
            <a:r>
              <a:rPr lang="en-US" altLang="zh-CN" dirty="0" err="1"/>
              <a:t>uevent</a:t>
            </a:r>
            <a:r>
              <a:rPr lang="zh-CN" altLang="en-US" dirty="0"/>
              <a:t>消息发送到用户空间。用户空间中的守护进程（</a:t>
            </a:r>
            <a:r>
              <a:rPr lang="en-US" altLang="zh-CN" dirty="0" err="1"/>
              <a:t>ueventd</a:t>
            </a:r>
            <a:r>
              <a:rPr lang="zh-CN" altLang="en-US" dirty="0"/>
              <a:t>、</a:t>
            </a:r>
            <a:r>
              <a:rPr lang="en-US" altLang="zh-CN" dirty="0" err="1"/>
              <a:t>vold</a:t>
            </a:r>
            <a:r>
              <a:rPr lang="zh-CN" altLang="en-US" dirty="0"/>
              <a:t>）可以接收和处理这些消息，并读取</a:t>
            </a:r>
            <a:r>
              <a:rPr lang="en-US" altLang="zh-CN" dirty="0" err="1"/>
              <a:t>sysfs</a:t>
            </a:r>
            <a:r>
              <a:rPr lang="zh-CN" altLang="en-US" dirty="0"/>
              <a:t>文件系统。</a:t>
            </a:r>
          </a:p>
        </p:txBody>
      </p:sp>
    </p:spTree>
    <p:extLst>
      <p:ext uri="{BB962C8B-B14F-4D97-AF65-F5344CB8AC3E}">
        <p14:creationId xmlns:p14="http://schemas.microsoft.com/office/powerpoint/2010/main" val="36114398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外置存储设备接入</a:t>
            </a:r>
          </a:p>
        </p:txBody>
      </p:sp>
      <p:sp>
        <p:nvSpPr>
          <p:cNvPr id="5" name="矩形 4"/>
          <p:cNvSpPr/>
          <p:nvPr/>
        </p:nvSpPr>
        <p:spPr>
          <a:xfrm>
            <a:off x="284480" y="1085850"/>
            <a:ext cx="11199066" cy="1754326"/>
          </a:xfrm>
          <a:prstGeom prst="rect">
            <a:avLst/>
          </a:prstGeom>
        </p:spPr>
        <p:txBody>
          <a:bodyPr wrap="square">
            <a:spAutoFit/>
          </a:bodyPr>
          <a:lstStyle/>
          <a:p>
            <a:r>
              <a:rPr lang="zh-CN" altLang="en-US" dirty="0" smtClean="0"/>
              <a:t>用户空间部分：</a:t>
            </a:r>
            <a:endParaRPr lang="en-US" altLang="zh-CN" dirty="0" smtClean="0"/>
          </a:p>
          <a:p>
            <a:endParaRPr lang="zh-CN" altLang="en-US" dirty="0"/>
          </a:p>
          <a:p>
            <a:pPr marL="342900" indent="-342900">
              <a:buAutoNum type="arabicPeriod"/>
            </a:pPr>
            <a:r>
              <a:rPr lang="en-US" altLang="zh-CN" dirty="0" err="1" smtClean="0"/>
              <a:t>ueventd</a:t>
            </a:r>
            <a:r>
              <a:rPr lang="zh-CN" altLang="en-US" dirty="0"/>
              <a:t>处理</a:t>
            </a:r>
            <a:r>
              <a:rPr lang="en-US" altLang="zh-CN" dirty="0" err="1"/>
              <a:t>uevent</a:t>
            </a:r>
            <a:r>
              <a:rPr lang="zh-CN" altLang="en-US" dirty="0"/>
              <a:t>消息：</a:t>
            </a:r>
            <a:r>
              <a:rPr lang="en-US" altLang="zh-CN" dirty="0" err="1"/>
              <a:t>ueventd</a:t>
            </a:r>
            <a:r>
              <a:rPr lang="zh-CN" altLang="en-US" dirty="0"/>
              <a:t>解析接收到的</a:t>
            </a:r>
            <a:r>
              <a:rPr lang="en-US" altLang="zh-CN" dirty="0" err="1"/>
              <a:t>uevent</a:t>
            </a:r>
            <a:r>
              <a:rPr lang="zh-CN" altLang="en-US" dirty="0"/>
              <a:t>消息，提取出设备的相关信息和事件类型，根据需要执行相应的操作，如设备节点的创建、权限设置等</a:t>
            </a:r>
            <a:r>
              <a:rPr lang="zh-CN" altLang="en-US" dirty="0" smtClean="0"/>
              <a:t>。</a:t>
            </a:r>
            <a:endParaRPr lang="en-US" altLang="zh-CN" dirty="0" smtClean="0"/>
          </a:p>
          <a:p>
            <a:pPr marL="342900" indent="-342900">
              <a:buAutoNum type="arabicPeriod"/>
            </a:pPr>
            <a:endParaRPr lang="en-US" altLang="zh-CN" dirty="0"/>
          </a:p>
          <a:p>
            <a:pPr marL="342900" indent="-342900">
              <a:buAutoNum type="arabicPeriod"/>
            </a:pPr>
            <a:r>
              <a:rPr lang="en-US" altLang="zh-CN" dirty="0" err="1" smtClean="0"/>
              <a:t>vold</a:t>
            </a:r>
            <a:r>
              <a:rPr lang="zh-CN" altLang="en-US" dirty="0"/>
              <a:t>接收到</a:t>
            </a:r>
            <a:r>
              <a:rPr lang="en-US" altLang="zh-CN" dirty="0" err="1"/>
              <a:t>NetlinkEvent</a:t>
            </a:r>
            <a:r>
              <a:rPr lang="zh-CN" altLang="en-US" dirty="0"/>
              <a:t>：</a:t>
            </a:r>
            <a:r>
              <a:rPr lang="en-US" altLang="zh-CN" dirty="0" err="1"/>
              <a:t>vold</a:t>
            </a:r>
            <a:r>
              <a:rPr lang="zh-CN" altLang="en-US" dirty="0"/>
              <a:t>收到</a:t>
            </a:r>
            <a:r>
              <a:rPr lang="en-US" altLang="zh-CN" dirty="0" err="1"/>
              <a:t>NetlinkEvent</a:t>
            </a:r>
            <a:r>
              <a:rPr lang="zh-CN" altLang="en-US" dirty="0"/>
              <a:t>后执行存储卷的挂载、卸载和管理服务。</a:t>
            </a:r>
          </a:p>
        </p:txBody>
      </p:sp>
      <p:sp>
        <p:nvSpPr>
          <p:cNvPr id="3" name="矩形 2"/>
          <p:cNvSpPr/>
          <p:nvPr/>
        </p:nvSpPr>
        <p:spPr>
          <a:xfrm>
            <a:off x="334833" y="3868347"/>
            <a:ext cx="7631155" cy="1477328"/>
          </a:xfrm>
          <a:prstGeom prst="rect">
            <a:avLst/>
          </a:prstGeom>
        </p:spPr>
        <p:txBody>
          <a:bodyPr wrap="square">
            <a:spAutoFit/>
          </a:bodyPr>
          <a:lstStyle/>
          <a:p>
            <a:r>
              <a:rPr lang="zh-CN" altLang="en-US" dirty="0" smtClean="0"/>
              <a:t>在了解了内核</a:t>
            </a:r>
            <a:r>
              <a:rPr lang="zh-CN" altLang="en-US" dirty="0"/>
              <a:t>和用户空间的</a:t>
            </a:r>
            <a:r>
              <a:rPr lang="zh-CN" altLang="en-US" dirty="0" smtClean="0"/>
              <a:t>分工后，我们</a:t>
            </a:r>
            <a:r>
              <a:rPr lang="zh-CN" altLang="en-US" dirty="0"/>
              <a:t>的关注点：</a:t>
            </a:r>
          </a:p>
          <a:p>
            <a:endParaRPr lang="zh-CN" altLang="en-US" dirty="0"/>
          </a:p>
          <a:p>
            <a:r>
              <a:rPr lang="zh-CN" altLang="en-US" dirty="0"/>
              <a:t>1、 用户空间的代码逻辑</a:t>
            </a:r>
          </a:p>
          <a:p>
            <a:endParaRPr lang="zh-CN" altLang="en-US" dirty="0"/>
          </a:p>
          <a:p>
            <a:r>
              <a:rPr lang="zh-CN" altLang="en-US" dirty="0"/>
              <a:t>2、 内核和Android用户空间的接口：uevent和sysfs</a:t>
            </a:r>
          </a:p>
        </p:txBody>
      </p:sp>
    </p:spTree>
    <p:extLst>
      <p:ext uri="{BB962C8B-B14F-4D97-AF65-F5344CB8AC3E}">
        <p14:creationId xmlns:p14="http://schemas.microsoft.com/office/powerpoint/2010/main" val="13497356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vold</a:t>
            </a:r>
            <a:r>
              <a:rPr lang="zh-CN" altLang="en-US" dirty="0"/>
              <a:t>接收</a:t>
            </a:r>
            <a:r>
              <a:rPr lang="en-US" altLang="zh-CN" dirty="0" err="1"/>
              <a:t>uevent</a:t>
            </a:r>
            <a:r>
              <a:rPr lang="zh-CN" altLang="en-US" dirty="0"/>
              <a:t>的</a:t>
            </a:r>
            <a:r>
              <a:rPr lang="zh-CN" altLang="en-US" dirty="0" smtClean="0"/>
              <a:t>流程</a:t>
            </a:r>
            <a:endParaRPr lang="zh-CN" altLang="en-US" dirty="0"/>
          </a:p>
        </p:txBody>
      </p:sp>
      <p:sp>
        <p:nvSpPr>
          <p:cNvPr id="2" name="文本框 1"/>
          <p:cNvSpPr txBox="1"/>
          <p:nvPr/>
        </p:nvSpPr>
        <p:spPr>
          <a:xfrm>
            <a:off x="546100" y="1169773"/>
            <a:ext cx="8608541" cy="1477328"/>
          </a:xfrm>
          <a:prstGeom prst="rect">
            <a:avLst/>
          </a:prstGeom>
          <a:noFill/>
        </p:spPr>
        <p:txBody>
          <a:bodyPr wrap="square" rtlCol="0">
            <a:spAutoFit/>
          </a:bodyPr>
          <a:lstStyle/>
          <a:p>
            <a:r>
              <a:rPr lang="en-US" altLang="zh-CN" dirty="0" err="1"/>
              <a:t>NetlinkManager</a:t>
            </a:r>
            <a:r>
              <a:rPr lang="en-US" altLang="zh-CN" dirty="0"/>
              <a:t>::start()</a:t>
            </a:r>
            <a:r>
              <a:rPr lang="zh-CN" altLang="en-US" dirty="0"/>
              <a:t>函数创建并绑定了</a:t>
            </a:r>
            <a:r>
              <a:rPr lang="en-US" altLang="zh-CN" dirty="0"/>
              <a:t>socket</a:t>
            </a:r>
            <a:r>
              <a:rPr lang="zh-CN" altLang="en-US" dirty="0"/>
              <a:t>用来与</a:t>
            </a:r>
            <a:r>
              <a:rPr lang="en-US" altLang="zh-CN" dirty="0"/>
              <a:t>kernel</a:t>
            </a:r>
            <a:r>
              <a:rPr lang="zh-CN" altLang="en-US" dirty="0"/>
              <a:t>通信，在此函数最后调用了</a:t>
            </a:r>
            <a:r>
              <a:rPr lang="en-US" altLang="zh-CN" dirty="0" err="1"/>
              <a:t>NetlinkHandler</a:t>
            </a:r>
            <a:r>
              <a:rPr lang="en-US" altLang="zh-CN" dirty="0"/>
              <a:t>::start()</a:t>
            </a:r>
            <a:r>
              <a:rPr lang="zh-CN" altLang="en-US" dirty="0"/>
              <a:t>函数来监听消息。</a:t>
            </a:r>
          </a:p>
          <a:p>
            <a:endParaRPr lang="zh-CN" altLang="en-US" dirty="0"/>
          </a:p>
          <a:p>
            <a:r>
              <a:rPr lang="en-US" altLang="zh-CN" dirty="0" err="1"/>
              <a:t>NetlinkHandler</a:t>
            </a:r>
            <a:r>
              <a:rPr lang="zh-CN" altLang="en-US" dirty="0"/>
              <a:t>继承</a:t>
            </a:r>
            <a:r>
              <a:rPr lang="en-US" altLang="zh-CN" dirty="0" err="1"/>
              <a:t>NetlinkListener</a:t>
            </a:r>
            <a:r>
              <a:rPr lang="zh-CN" altLang="en-US" dirty="0"/>
              <a:t>，</a:t>
            </a:r>
            <a:r>
              <a:rPr lang="en-US" altLang="zh-CN" dirty="0" err="1"/>
              <a:t>NetlinkListener</a:t>
            </a:r>
            <a:r>
              <a:rPr lang="zh-CN" altLang="en-US" dirty="0"/>
              <a:t>位于</a:t>
            </a:r>
            <a:r>
              <a:rPr lang="en-US" altLang="zh-CN" dirty="0" err="1"/>
              <a:t>libsysutils</a:t>
            </a:r>
            <a:r>
              <a:rPr lang="zh-CN" altLang="en-US" dirty="0"/>
              <a:t>，</a:t>
            </a:r>
            <a:r>
              <a:rPr lang="en-US" altLang="zh-CN" dirty="0" err="1"/>
              <a:t>libsysutils</a:t>
            </a:r>
            <a:r>
              <a:rPr lang="zh-CN" altLang="en-US" dirty="0"/>
              <a:t>是一个共享库。</a:t>
            </a:r>
            <a:r>
              <a:rPr lang="en-US" altLang="zh-CN" dirty="0" err="1"/>
              <a:t>NetlinkHandler</a:t>
            </a:r>
            <a:r>
              <a:rPr lang="zh-CN" altLang="en-US" dirty="0"/>
              <a:t>实现</a:t>
            </a:r>
            <a:r>
              <a:rPr lang="en-US" altLang="zh-CN" dirty="0" err="1"/>
              <a:t>onEvent</a:t>
            </a:r>
            <a:r>
              <a:rPr lang="zh-CN" altLang="en-US" dirty="0"/>
              <a:t>方法（设计模式里的模板方法）</a:t>
            </a:r>
          </a:p>
        </p:txBody>
      </p:sp>
      <p:pic>
        <p:nvPicPr>
          <p:cNvPr id="4" name="图片 3"/>
          <p:cNvPicPr>
            <a:picLocks noChangeAspect="1"/>
          </p:cNvPicPr>
          <p:nvPr/>
        </p:nvPicPr>
        <p:blipFill>
          <a:blip r:embed="rId4"/>
          <a:stretch>
            <a:fillRect/>
          </a:stretch>
        </p:blipFill>
        <p:spPr>
          <a:xfrm>
            <a:off x="689919" y="2962728"/>
            <a:ext cx="7467600" cy="3114675"/>
          </a:xfrm>
          <a:prstGeom prst="rect">
            <a:avLst/>
          </a:prstGeom>
        </p:spPr>
      </p:pic>
    </p:spTree>
    <p:extLst>
      <p:ext uri="{BB962C8B-B14F-4D97-AF65-F5344CB8AC3E}">
        <p14:creationId xmlns:p14="http://schemas.microsoft.com/office/powerpoint/2010/main" val="35351150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Uevent</a:t>
            </a:r>
            <a:endParaRPr lang="zh-CN" altLang="en-US" dirty="0"/>
          </a:p>
        </p:txBody>
      </p:sp>
      <p:sp>
        <p:nvSpPr>
          <p:cNvPr id="2" name="文本框 1"/>
          <p:cNvSpPr txBox="1"/>
          <p:nvPr/>
        </p:nvSpPr>
        <p:spPr>
          <a:xfrm>
            <a:off x="4777946" y="1169773"/>
            <a:ext cx="6936259" cy="3139321"/>
          </a:xfrm>
          <a:prstGeom prst="rect">
            <a:avLst/>
          </a:prstGeom>
          <a:noFill/>
        </p:spPr>
        <p:txBody>
          <a:bodyPr wrap="square" rtlCol="0">
            <a:spAutoFit/>
          </a:bodyPr>
          <a:lstStyle/>
          <a:p>
            <a:r>
              <a:rPr lang="en-US" altLang="zh-CN" dirty="0" err="1"/>
              <a:t>enum</a:t>
            </a:r>
            <a:r>
              <a:rPr lang="en-US" altLang="zh-CN" dirty="0"/>
              <a:t> </a:t>
            </a:r>
            <a:r>
              <a:rPr lang="en-US" altLang="zh-CN" dirty="0" err="1"/>
              <a:t>kobject_action</a:t>
            </a:r>
            <a:r>
              <a:rPr lang="en-US" altLang="zh-CN" dirty="0"/>
              <a:t> {</a:t>
            </a:r>
          </a:p>
          <a:p>
            <a:r>
              <a:rPr lang="en-US" altLang="zh-CN" dirty="0"/>
              <a:t>    KOBJ_ADD,//------------------------</a:t>
            </a:r>
            <a:r>
              <a:rPr lang="zh-CN" altLang="en-US" dirty="0"/>
              <a:t>设备添加事件。</a:t>
            </a:r>
          </a:p>
          <a:p>
            <a:r>
              <a:rPr lang="zh-CN" altLang="en-US" dirty="0"/>
              <a:t>    </a:t>
            </a:r>
            <a:r>
              <a:rPr lang="en-US" altLang="zh-CN" dirty="0"/>
              <a:t>KOBJ_REMOVE,//---------------------</a:t>
            </a:r>
            <a:r>
              <a:rPr lang="en-US" altLang="zh-CN" dirty="0" err="1"/>
              <a:t>Kobject</a:t>
            </a:r>
            <a:r>
              <a:rPr lang="zh-CN" altLang="en-US" dirty="0"/>
              <a:t>移除事件。</a:t>
            </a:r>
          </a:p>
          <a:p>
            <a:r>
              <a:rPr lang="zh-CN" altLang="en-US" dirty="0"/>
              <a:t>    </a:t>
            </a:r>
            <a:r>
              <a:rPr lang="en-US" altLang="zh-CN" dirty="0"/>
              <a:t>KOBJ_CHANGE,//---------------------</a:t>
            </a:r>
            <a:r>
              <a:rPr lang="zh-CN" altLang="en-US" dirty="0"/>
              <a:t>设备状态或者内容发生改变。</a:t>
            </a:r>
          </a:p>
          <a:p>
            <a:r>
              <a:rPr lang="zh-CN" altLang="en-US" dirty="0"/>
              <a:t>    </a:t>
            </a:r>
            <a:r>
              <a:rPr lang="en-US" altLang="zh-CN" dirty="0"/>
              <a:t>KOBJ_MOVE,//-----------------------</a:t>
            </a:r>
            <a:r>
              <a:rPr lang="zh-CN" altLang="en-US" dirty="0"/>
              <a:t>更改名称或者更改</a:t>
            </a:r>
            <a:r>
              <a:rPr lang="en-US" altLang="zh-CN" dirty="0"/>
              <a:t>parent</a:t>
            </a:r>
            <a:r>
              <a:rPr lang="zh-CN" altLang="en-US" dirty="0"/>
              <a:t>，即更改了目录结构。</a:t>
            </a:r>
          </a:p>
          <a:p>
            <a:r>
              <a:rPr lang="zh-CN" altLang="en-US" dirty="0"/>
              <a:t>    </a:t>
            </a:r>
            <a:r>
              <a:rPr lang="en-US" altLang="zh-CN" dirty="0"/>
              <a:t>KOBJ_ONLINE,//---------------------</a:t>
            </a:r>
            <a:r>
              <a:rPr lang="zh-CN" altLang="en-US" dirty="0"/>
              <a:t>设备上线</a:t>
            </a:r>
            <a:r>
              <a:rPr lang="en-US" altLang="zh-CN" dirty="0"/>
              <a:t>/</a:t>
            </a:r>
            <a:r>
              <a:rPr lang="zh-CN" altLang="en-US" dirty="0"/>
              <a:t>下线事件，常表示使能或者去使能。</a:t>
            </a:r>
          </a:p>
          <a:p>
            <a:r>
              <a:rPr lang="zh-CN" altLang="en-US" dirty="0"/>
              <a:t>    </a:t>
            </a:r>
            <a:r>
              <a:rPr lang="en-US" altLang="zh-CN" dirty="0"/>
              <a:t>KOBJ_OFFLINE,</a:t>
            </a:r>
          </a:p>
          <a:p>
            <a:r>
              <a:rPr lang="en-US" altLang="zh-CN" dirty="0"/>
              <a:t>    KOBJ_MAX</a:t>
            </a:r>
          </a:p>
          <a:p>
            <a:r>
              <a:rPr lang="en-US" altLang="zh-CN" dirty="0" smtClean="0"/>
              <a:t>};</a:t>
            </a:r>
            <a:endParaRPr lang="en-US" altLang="zh-CN" dirty="0"/>
          </a:p>
        </p:txBody>
      </p:sp>
      <p:pic>
        <p:nvPicPr>
          <p:cNvPr id="5" name="图片 4"/>
          <p:cNvPicPr>
            <a:picLocks noChangeAspect="1"/>
          </p:cNvPicPr>
          <p:nvPr/>
        </p:nvPicPr>
        <p:blipFill>
          <a:blip r:embed="rId4"/>
          <a:stretch>
            <a:fillRect/>
          </a:stretch>
        </p:blipFill>
        <p:spPr>
          <a:xfrm>
            <a:off x="425149" y="1230199"/>
            <a:ext cx="4010025" cy="4572000"/>
          </a:xfrm>
          <a:prstGeom prst="rect">
            <a:avLst/>
          </a:prstGeom>
        </p:spPr>
      </p:pic>
    </p:spTree>
    <p:extLst>
      <p:ext uri="{BB962C8B-B14F-4D97-AF65-F5344CB8AC3E}">
        <p14:creationId xmlns:p14="http://schemas.microsoft.com/office/powerpoint/2010/main" val="31677399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Uevent</a:t>
            </a:r>
            <a:r>
              <a:rPr lang="zh-CN" altLang="en-US" dirty="0" smtClean="0"/>
              <a:t>的格式（示例）</a:t>
            </a:r>
            <a:endParaRPr lang="zh-CN" altLang="en-US" dirty="0"/>
          </a:p>
        </p:txBody>
      </p:sp>
      <p:sp>
        <p:nvSpPr>
          <p:cNvPr id="2" name="文本框 1"/>
          <p:cNvSpPr txBox="1"/>
          <p:nvPr/>
        </p:nvSpPr>
        <p:spPr>
          <a:xfrm>
            <a:off x="546100" y="1169773"/>
            <a:ext cx="8608541" cy="3970318"/>
          </a:xfrm>
          <a:prstGeom prst="rect">
            <a:avLst/>
          </a:prstGeom>
          <a:noFill/>
        </p:spPr>
        <p:txBody>
          <a:bodyPr wrap="square" rtlCol="0">
            <a:spAutoFit/>
          </a:bodyPr>
          <a:lstStyle/>
          <a:p>
            <a:r>
              <a:rPr lang="en-US" altLang="zh-CN" dirty="0"/>
              <a:t>(add@/devices/platform/</a:t>
            </a:r>
            <a:r>
              <a:rPr lang="en-US" altLang="zh-CN" dirty="0" err="1"/>
              <a:t>externdevice</a:t>
            </a:r>
            <a:r>
              <a:rPr lang="en-US" altLang="zh-CN" dirty="0"/>
              <a:t>/</a:t>
            </a:r>
            <a:r>
              <a:rPr lang="en-US" altLang="zh-CN" dirty="0" err="1"/>
              <a:t>mmc_host</a:t>
            </a:r>
            <a:r>
              <a:rPr lang="en-US" altLang="zh-CN" dirty="0"/>
              <a:t>/mmc1/mmc1:aaaa) , size=205</a:t>
            </a:r>
          </a:p>
          <a:p>
            <a:r>
              <a:rPr lang="en-US" altLang="zh-CN" dirty="0"/>
              <a:t>(add@/devices/platform/</a:t>
            </a:r>
            <a:r>
              <a:rPr lang="en-US" altLang="zh-CN" dirty="0" err="1"/>
              <a:t>externdevice</a:t>
            </a:r>
            <a:r>
              <a:rPr lang="en-US" altLang="zh-CN" dirty="0"/>
              <a:t>/</a:t>
            </a:r>
            <a:r>
              <a:rPr lang="en-US" altLang="zh-CN" dirty="0" err="1"/>
              <a:t>mmc_host</a:t>
            </a:r>
            <a:r>
              <a:rPr lang="en-US" altLang="zh-CN" dirty="0"/>
              <a:t>/mmc1/mmc1:aaaa) , size=205</a:t>
            </a:r>
          </a:p>
          <a:p>
            <a:r>
              <a:rPr lang="en-US" altLang="zh-CN" dirty="0"/>
              <a:t>(add@/devices/virtual/</a:t>
            </a:r>
            <a:r>
              <a:rPr lang="en-US" altLang="zh-CN" dirty="0" err="1"/>
              <a:t>bdi</a:t>
            </a:r>
            <a:r>
              <a:rPr lang="en-US" altLang="zh-CN" dirty="0"/>
              <a:t>/179:128) , size=107</a:t>
            </a:r>
          </a:p>
          <a:p>
            <a:r>
              <a:rPr lang="en-US" altLang="zh-CN" dirty="0"/>
              <a:t>(add@/devices/virtual/</a:t>
            </a:r>
            <a:r>
              <a:rPr lang="en-US" altLang="zh-CN" dirty="0" err="1"/>
              <a:t>bdi</a:t>
            </a:r>
            <a:r>
              <a:rPr lang="en-US" altLang="zh-CN" dirty="0"/>
              <a:t>/179:128) , size=107</a:t>
            </a:r>
          </a:p>
          <a:p>
            <a:r>
              <a:rPr lang="en-US" altLang="zh-CN" dirty="0"/>
              <a:t>(add@/devices/platform/</a:t>
            </a:r>
            <a:r>
              <a:rPr lang="en-US" altLang="zh-CN" dirty="0" err="1"/>
              <a:t>externdevice</a:t>
            </a:r>
            <a:r>
              <a:rPr lang="en-US" altLang="zh-CN" dirty="0"/>
              <a:t>/</a:t>
            </a:r>
            <a:r>
              <a:rPr lang="en-US" altLang="zh-CN" dirty="0" err="1"/>
              <a:t>mmc_host</a:t>
            </a:r>
            <a:r>
              <a:rPr lang="en-US" altLang="zh-CN" dirty="0"/>
              <a:t>/mmc1/mmc1:aaaa/block/mmcblk1) , size=238</a:t>
            </a:r>
          </a:p>
          <a:p>
            <a:r>
              <a:rPr lang="en-US" altLang="zh-CN" dirty="0"/>
              <a:t>(add@/devices/platform/</a:t>
            </a:r>
            <a:r>
              <a:rPr lang="en-US" altLang="zh-CN" dirty="0" err="1"/>
              <a:t>externdevice</a:t>
            </a:r>
            <a:r>
              <a:rPr lang="en-US" altLang="zh-CN" dirty="0"/>
              <a:t>/</a:t>
            </a:r>
            <a:r>
              <a:rPr lang="en-US" altLang="zh-CN" dirty="0" err="1"/>
              <a:t>mmc_host</a:t>
            </a:r>
            <a:r>
              <a:rPr lang="en-US" altLang="zh-CN" dirty="0"/>
              <a:t>/mmc1/mmc1:aaaa/block/mmcblk1) , size=238</a:t>
            </a:r>
          </a:p>
          <a:p>
            <a:r>
              <a:rPr lang="en-US" altLang="zh-CN" dirty="0"/>
              <a:t>(add@/devices/platform/</a:t>
            </a:r>
            <a:r>
              <a:rPr lang="en-US" altLang="zh-CN" dirty="0" err="1"/>
              <a:t>externdevice</a:t>
            </a:r>
            <a:r>
              <a:rPr lang="en-US" altLang="zh-CN" dirty="0"/>
              <a:t>/</a:t>
            </a:r>
            <a:r>
              <a:rPr lang="en-US" altLang="zh-CN" dirty="0" err="1"/>
              <a:t>mmc_host</a:t>
            </a:r>
            <a:r>
              <a:rPr lang="en-US" altLang="zh-CN" dirty="0"/>
              <a:t>/mmc1/mmc1:aaaa/block/mmcblk1/mmcblk1p1) , size=273</a:t>
            </a:r>
          </a:p>
          <a:p>
            <a:r>
              <a:rPr lang="en-US" altLang="zh-CN" dirty="0"/>
              <a:t>(bind@/devices/platform/</a:t>
            </a:r>
            <a:r>
              <a:rPr lang="en-US" altLang="zh-CN" dirty="0" err="1"/>
              <a:t>externdevice</a:t>
            </a:r>
            <a:r>
              <a:rPr lang="en-US" altLang="zh-CN" dirty="0"/>
              <a:t>/</a:t>
            </a:r>
            <a:r>
              <a:rPr lang="en-US" altLang="zh-CN" dirty="0" err="1"/>
              <a:t>mmc_host</a:t>
            </a:r>
            <a:r>
              <a:rPr lang="en-US" altLang="zh-CN" dirty="0"/>
              <a:t>/mmc1/mmc1:aaaa) , size=221</a:t>
            </a:r>
          </a:p>
          <a:p>
            <a:r>
              <a:rPr lang="en-US" altLang="zh-CN" dirty="0"/>
              <a:t>(add@/devices/platform/</a:t>
            </a:r>
            <a:r>
              <a:rPr lang="en-US" altLang="zh-CN" dirty="0" err="1"/>
              <a:t>externdevice</a:t>
            </a:r>
            <a:r>
              <a:rPr lang="en-US" altLang="zh-CN" dirty="0"/>
              <a:t>/</a:t>
            </a:r>
            <a:r>
              <a:rPr lang="en-US" altLang="zh-CN" dirty="0" err="1"/>
              <a:t>mmc_host</a:t>
            </a:r>
            <a:r>
              <a:rPr lang="en-US" altLang="zh-CN" dirty="0"/>
              <a:t>/mmc1/mmc1:aaaa/block/mmcblk1/mmcblk1p1) , size=273</a:t>
            </a:r>
          </a:p>
          <a:p>
            <a:r>
              <a:rPr lang="en-US" altLang="zh-CN" dirty="0"/>
              <a:t>(bind@/devices/platform/</a:t>
            </a:r>
            <a:r>
              <a:rPr lang="en-US" altLang="zh-CN" dirty="0" err="1"/>
              <a:t>externdevice</a:t>
            </a:r>
            <a:r>
              <a:rPr lang="en-US" altLang="zh-CN" dirty="0"/>
              <a:t>/</a:t>
            </a:r>
            <a:r>
              <a:rPr lang="en-US" altLang="zh-CN" dirty="0" err="1"/>
              <a:t>mmc_host</a:t>
            </a:r>
            <a:r>
              <a:rPr lang="en-US" altLang="zh-CN" dirty="0"/>
              <a:t>/mmc1/mmc1:aaaa) , size=221</a:t>
            </a:r>
            <a:endParaRPr lang="zh-CN" altLang="en-US" dirty="0"/>
          </a:p>
        </p:txBody>
      </p:sp>
      <p:sp>
        <p:nvSpPr>
          <p:cNvPr id="3" name="文本框 2"/>
          <p:cNvSpPr txBox="1"/>
          <p:nvPr/>
        </p:nvSpPr>
        <p:spPr>
          <a:xfrm>
            <a:off x="546100" y="5502876"/>
            <a:ext cx="3523392" cy="369332"/>
          </a:xfrm>
          <a:prstGeom prst="rect">
            <a:avLst/>
          </a:prstGeom>
          <a:noFill/>
        </p:spPr>
        <p:txBody>
          <a:bodyPr wrap="square" rtlCol="0">
            <a:spAutoFit/>
          </a:bodyPr>
          <a:lstStyle/>
          <a:p>
            <a:r>
              <a:rPr lang="zh-CN" altLang="en-US" dirty="0" smtClean="0">
                <a:solidFill>
                  <a:srgbClr val="FF0000"/>
                </a:solidFill>
              </a:rPr>
              <a:t>（只打印出了第一行）</a:t>
            </a:r>
            <a:endParaRPr lang="zh-CN" altLang="en-US" dirty="0">
              <a:solidFill>
                <a:srgbClr val="FF0000"/>
              </a:solidFill>
            </a:endParaRPr>
          </a:p>
        </p:txBody>
      </p:sp>
    </p:spTree>
    <p:extLst>
      <p:ext uri="{BB962C8B-B14F-4D97-AF65-F5344CB8AC3E}">
        <p14:creationId xmlns:p14="http://schemas.microsoft.com/office/powerpoint/2010/main" val="26969846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Uevent</a:t>
            </a:r>
            <a:r>
              <a:rPr lang="zh-CN" altLang="en-US" dirty="0" smtClean="0"/>
              <a:t>的格式（示例）</a:t>
            </a:r>
            <a:endParaRPr lang="zh-CN" altLang="en-US" dirty="0"/>
          </a:p>
        </p:txBody>
      </p:sp>
      <p:pic>
        <p:nvPicPr>
          <p:cNvPr id="4" name="图片 3"/>
          <p:cNvPicPr>
            <a:picLocks noChangeAspect="1"/>
          </p:cNvPicPr>
          <p:nvPr/>
        </p:nvPicPr>
        <p:blipFill>
          <a:blip r:embed="rId4"/>
          <a:stretch>
            <a:fillRect/>
          </a:stretch>
        </p:blipFill>
        <p:spPr>
          <a:xfrm>
            <a:off x="284480" y="1085850"/>
            <a:ext cx="11214272" cy="4916085"/>
          </a:xfrm>
          <a:prstGeom prst="rect">
            <a:avLst/>
          </a:prstGeom>
        </p:spPr>
      </p:pic>
    </p:spTree>
    <p:extLst>
      <p:ext uri="{BB962C8B-B14F-4D97-AF65-F5344CB8AC3E}">
        <p14:creationId xmlns:p14="http://schemas.microsoft.com/office/powerpoint/2010/main" val="40429301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Uevent</a:t>
            </a:r>
            <a:r>
              <a:rPr lang="zh-CN" altLang="en-US" dirty="0" smtClean="0"/>
              <a:t>的格式（示例）</a:t>
            </a:r>
            <a:endParaRPr lang="zh-CN" altLang="en-US" dirty="0"/>
          </a:p>
        </p:txBody>
      </p:sp>
      <p:pic>
        <p:nvPicPr>
          <p:cNvPr id="2" name="图片 1"/>
          <p:cNvPicPr>
            <a:picLocks noChangeAspect="1"/>
          </p:cNvPicPr>
          <p:nvPr/>
        </p:nvPicPr>
        <p:blipFill>
          <a:blip r:embed="rId4"/>
          <a:stretch>
            <a:fillRect/>
          </a:stretch>
        </p:blipFill>
        <p:spPr>
          <a:xfrm>
            <a:off x="389174" y="1085851"/>
            <a:ext cx="11357983" cy="5013582"/>
          </a:xfrm>
          <a:prstGeom prst="rect">
            <a:avLst/>
          </a:prstGeom>
        </p:spPr>
      </p:pic>
    </p:spTree>
    <p:extLst>
      <p:ext uri="{BB962C8B-B14F-4D97-AF65-F5344CB8AC3E}">
        <p14:creationId xmlns:p14="http://schemas.microsoft.com/office/powerpoint/2010/main" val="28754360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sysfs</a:t>
            </a:r>
            <a:endParaRPr lang="zh-CN" altLang="en-US" dirty="0"/>
          </a:p>
        </p:txBody>
      </p:sp>
      <p:sp>
        <p:nvSpPr>
          <p:cNvPr id="3" name="文本框 2"/>
          <p:cNvSpPr txBox="1"/>
          <p:nvPr/>
        </p:nvSpPr>
        <p:spPr>
          <a:xfrm>
            <a:off x="546100" y="1003045"/>
            <a:ext cx="5451046" cy="646331"/>
          </a:xfrm>
          <a:prstGeom prst="rect">
            <a:avLst/>
          </a:prstGeom>
          <a:noFill/>
        </p:spPr>
        <p:txBody>
          <a:bodyPr wrap="square" rtlCol="0">
            <a:spAutoFit/>
          </a:bodyPr>
          <a:lstStyle/>
          <a:p>
            <a:r>
              <a:rPr lang="zh-CN" altLang="en-US" dirty="0" smtClean="0"/>
              <a:t>内核向上报设备事件，通过</a:t>
            </a:r>
            <a:r>
              <a:rPr lang="en-US" altLang="zh-CN" dirty="0" err="1" smtClean="0"/>
              <a:t>uevent</a:t>
            </a:r>
            <a:r>
              <a:rPr lang="zh-CN" altLang="en-US" dirty="0" smtClean="0"/>
              <a:t>；</a:t>
            </a:r>
            <a:endParaRPr lang="en-US" altLang="zh-CN" dirty="0" smtClean="0"/>
          </a:p>
          <a:p>
            <a:r>
              <a:rPr lang="zh-CN" altLang="en-US" dirty="0" smtClean="0"/>
              <a:t>程序主动查询设备的属性，需要通过</a:t>
            </a:r>
            <a:r>
              <a:rPr lang="en-US" altLang="zh-CN" dirty="0" err="1" smtClean="0"/>
              <a:t>sysfs</a:t>
            </a:r>
            <a:endParaRPr lang="zh-CN" altLang="en-US" dirty="0"/>
          </a:p>
        </p:txBody>
      </p:sp>
      <p:sp>
        <p:nvSpPr>
          <p:cNvPr id="4" name="文本框 3"/>
          <p:cNvSpPr txBox="1"/>
          <p:nvPr/>
        </p:nvSpPr>
        <p:spPr>
          <a:xfrm>
            <a:off x="546099" y="1997397"/>
            <a:ext cx="9339305" cy="369332"/>
          </a:xfrm>
          <a:prstGeom prst="rect">
            <a:avLst/>
          </a:prstGeom>
          <a:noFill/>
        </p:spPr>
        <p:txBody>
          <a:bodyPr wrap="square" rtlCol="0">
            <a:spAutoFit/>
          </a:bodyPr>
          <a:lstStyle/>
          <a:p>
            <a:r>
              <a:rPr lang="en-US" altLang="zh-CN" dirty="0" err="1"/>
              <a:t>sysfs</a:t>
            </a:r>
            <a:r>
              <a:rPr lang="en-US" altLang="zh-CN" dirty="0"/>
              <a:t> </a:t>
            </a:r>
            <a:r>
              <a:rPr lang="zh-CN" altLang="en-US" dirty="0"/>
              <a:t>挂载到 </a:t>
            </a:r>
            <a:r>
              <a:rPr lang="en-US" altLang="zh-CN" dirty="0"/>
              <a:t>/sys </a:t>
            </a:r>
            <a:r>
              <a:rPr lang="zh-CN" altLang="en-US" dirty="0"/>
              <a:t>目录下，以设备树的形式向 </a:t>
            </a:r>
            <a:r>
              <a:rPr lang="en-US" altLang="zh-CN" dirty="0"/>
              <a:t>user namespace </a:t>
            </a:r>
            <a:r>
              <a:rPr lang="zh-CN" altLang="en-US" dirty="0"/>
              <a:t>提供直观的设备和驱动信息</a:t>
            </a:r>
          </a:p>
        </p:txBody>
      </p:sp>
      <p:sp>
        <p:nvSpPr>
          <p:cNvPr id="7" name="文本框 6"/>
          <p:cNvSpPr txBox="1"/>
          <p:nvPr/>
        </p:nvSpPr>
        <p:spPr>
          <a:xfrm>
            <a:off x="546099" y="2792627"/>
            <a:ext cx="9644106"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/sys/block</a:t>
            </a:r>
            <a:r>
              <a:rPr lang="zh-CN" altLang="en-US" dirty="0" smtClean="0"/>
              <a:t>：存放</a:t>
            </a:r>
            <a:r>
              <a:rPr lang="zh-CN" altLang="en-US" dirty="0"/>
              <a:t>块设备，提供以设备名（如 </a:t>
            </a:r>
            <a:r>
              <a:rPr lang="en-US" altLang="zh-CN" dirty="0" err="1"/>
              <a:t>sda</a:t>
            </a:r>
            <a:r>
              <a:rPr lang="zh-CN" altLang="en-US" dirty="0"/>
              <a:t>）到 </a:t>
            </a:r>
            <a:r>
              <a:rPr lang="en-US" altLang="zh-CN" dirty="0"/>
              <a:t>/sys/devices </a:t>
            </a:r>
            <a:r>
              <a:rPr lang="zh-CN" altLang="en-US" dirty="0"/>
              <a:t>的符号链接</a:t>
            </a:r>
          </a:p>
        </p:txBody>
      </p:sp>
      <p:sp>
        <p:nvSpPr>
          <p:cNvPr id="10" name="矩形 9"/>
          <p:cNvSpPr/>
          <p:nvPr/>
        </p:nvSpPr>
        <p:spPr>
          <a:xfrm>
            <a:off x="1112107" y="3174698"/>
            <a:ext cx="9489989" cy="923330"/>
          </a:xfrm>
          <a:prstGeom prst="rect">
            <a:avLst/>
          </a:prstGeom>
        </p:spPr>
        <p:txBody>
          <a:bodyPr wrap="square">
            <a:spAutoFit/>
          </a:bodyPr>
          <a:lstStyle/>
          <a:p>
            <a:r>
              <a:rPr lang="zh-CN" altLang="en-US" dirty="0"/>
              <a:t>generic_x86_arm:/sys/block $ ls -l</a:t>
            </a:r>
          </a:p>
          <a:p>
            <a:r>
              <a:rPr lang="zh-CN" altLang="en-US" dirty="0"/>
              <a:t>lrwxrwxrwx 1 root root 0 2023-07-10 03:39 dm-0 -&gt; ../devices/virtual/block/dm-0</a:t>
            </a:r>
          </a:p>
          <a:p>
            <a:r>
              <a:rPr lang="zh-CN" altLang="en-US" dirty="0"/>
              <a:t>lrwxrwxrwx 1 root root 0 2023-07-10 03:39 dm-1 -&gt; ../devices/virtual/block/dm-1</a:t>
            </a:r>
          </a:p>
        </p:txBody>
      </p:sp>
      <p:sp>
        <p:nvSpPr>
          <p:cNvPr id="11" name="文本框 10"/>
          <p:cNvSpPr txBox="1"/>
          <p:nvPr/>
        </p:nvSpPr>
        <p:spPr>
          <a:xfrm>
            <a:off x="617838" y="4366054"/>
            <a:ext cx="5123935" cy="36933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/sys/bus</a:t>
            </a:r>
            <a:r>
              <a:rPr lang="en-US" altLang="zh-CN" dirty="0"/>
              <a:t> </a:t>
            </a:r>
            <a:r>
              <a:rPr lang="zh-CN" altLang="en-US" dirty="0" smtClean="0"/>
              <a:t>： 按</a:t>
            </a:r>
            <a:r>
              <a:rPr lang="zh-CN" altLang="en-US" dirty="0"/>
              <a:t>总线类型分类</a:t>
            </a:r>
          </a:p>
        </p:txBody>
      </p:sp>
      <p:sp>
        <p:nvSpPr>
          <p:cNvPr id="12" name="矩形 11"/>
          <p:cNvSpPr/>
          <p:nvPr/>
        </p:nvSpPr>
        <p:spPr>
          <a:xfrm>
            <a:off x="683739" y="5003412"/>
            <a:ext cx="7990703" cy="369332"/>
          </a:xfrm>
          <a:prstGeom prst="rect">
            <a:avLst/>
          </a:prstGeom>
        </p:spPr>
        <p:txBody>
          <a:bodyPr wrap="square">
            <a:spAutoFit/>
          </a:bodyPr>
          <a:lstStyle/>
          <a:p>
            <a:pPr marL="285750" indent="-285750">
              <a:buFont typeface="Arial" panose="020B0604020202020204" pitchFamily="34" charset="0"/>
              <a:buChar char="•"/>
            </a:pPr>
            <a:r>
              <a:rPr lang="zh-CN" altLang="en-US" dirty="0" smtClean="0"/>
              <a:t>/</a:t>
            </a:r>
            <a:r>
              <a:rPr lang="zh-CN" altLang="en-US" dirty="0"/>
              <a:t>sys/</a:t>
            </a:r>
            <a:r>
              <a:rPr lang="zh-CN" altLang="en-US" dirty="0" smtClean="0"/>
              <a:t>devices</a:t>
            </a:r>
            <a:r>
              <a:rPr lang="zh-CN" altLang="en-US" dirty="0"/>
              <a:t>：</a:t>
            </a:r>
            <a:r>
              <a:rPr lang="zh-CN" altLang="en-US" dirty="0" smtClean="0"/>
              <a:t> </a:t>
            </a:r>
            <a:r>
              <a:rPr lang="zh-CN" altLang="en-US" dirty="0"/>
              <a:t>包含所有被发现的注册在各种总线上的各种物理设备</a:t>
            </a:r>
          </a:p>
        </p:txBody>
      </p:sp>
    </p:spTree>
    <p:extLst>
      <p:ext uri="{BB962C8B-B14F-4D97-AF65-F5344CB8AC3E}">
        <p14:creationId xmlns:p14="http://schemas.microsoft.com/office/powerpoint/2010/main" val="1695516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sysfs</a:t>
            </a:r>
            <a:endParaRPr lang="zh-CN" altLang="en-US" dirty="0"/>
          </a:p>
        </p:txBody>
      </p:sp>
      <p:sp>
        <p:nvSpPr>
          <p:cNvPr id="11" name="文本框 10"/>
          <p:cNvSpPr txBox="1"/>
          <p:nvPr/>
        </p:nvSpPr>
        <p:spPr>
          <a:xfrm>
            <a:off x="546100" y="1038164"/>
            <a:ext cx="8260150" cy="147732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device </a:t>
            </a:r>
            <a:r>
              <a:rPr lang="zh-CN" altLang="en-US" dirty="0"/>
              <a:t>描述各种设备，其保存了所有的设备信息</a:t>
            </a:r>
            <a:r>
              <a:rPr lang="zh-CN" altLang="en-US" dirty="0" smtClean="0"/>
              <a:t>；</a:t>
            </a:r>
            <a:endParaRPr lang="en-US" altLang="zh-CN" dirty="0" smtClean="0"/>
          </a:p>
          <a:p>
            <a:pPr marL="285750" indent="-285750">
              <a:buFont typeface="Arial" panose="020B0604020202020204" pitchFamily="34" charset="0"/>
              <a:buChar char="•"/>
            </a:pPr>
            <a:r>
              <a:rPr lang="en-US" altLang="zh-CN" dirty="0" smtClean="0"/>
              <a:t>driver </a:t>
            </a:r>
            <a:r>
              <a:rPr lang="zh-CN" altLang="en-US" dirty="0" smtClean="0"/>
              <a:t>用于驱动 </a:t>
            </a:r>
            <a:r>
              <a:rPr lang="en-US" altLang="zh-CN" dirty="0"/>
              <a:t>device</a:t>
            </a:r>
            <a:r>
              <a:rPr lang="zh-CN" altLang="en-US" dirty="0"/>
              <a:t>，其保存了所有能够被它所驱动的设备链表</a:t>
            </a:r>
            <a:r>
              <a:rPr lang="zh-CN" altLang="en-US" dirty="0" smtClean="0"/>
              <a:t>；</a:t>
            </a:r>
            <a:endParaRPr lang="en-US" altLang="zh-CN" dirty="0" smtClean="0"/>
          </a:p>
          <a:p>
            <a:pPr marL="285750" indent="-285750">
              <a:buFont typeface="Arial" panose="020B0604020202020204" pitchFamily="34" charset="0"/>
              <a:buChar char="•"/>
            </a:pPr>
            <a:r>
              <a:rPr lang="en-US" altLang="zh-CN" dirty="0" smtClean="0"/>
              <a:t>bus </a:t>
            </a:r>
            <a:r>
              <a:rPr lang="zh-CN" altLang="en-US" dirty="0"/>
              <a:t>是连接 </a:t>
            </a:r>
            <a:r>
              <a:rPr lang="en-US" altLang="zh-CN" dirty="0"/>
              <a:t>CPU </a:t>
            </a:r>
            <a:r>
              <a:rPr lang="zh-CN" altLang="en-US" dirty="0"/>
              <a:t>和 </a:t>
            </a:r>
            <a:r>
              <a:rPr lang="en-US" altLang="zh-CN" dirty="0"/>
              <a:t>device </a:t>
            </a:r>
            <a:r>
              <a:rPr lang="zh-CN" altLang="en-US" dirty="0"/>
              <a:t>的桥梁，其保存了所有挂载在它上面的设备链表和驱动这些设备的驱动链表</a:t>
            </a:r>
            <a:r>
              <a:rPr lang="zh-CN" altLang="en-US" dirty="0" smtClean="0"/>
              <a:t>；</a:t>
            </a:r>
            <a:endParaRPr lang="en-US" altLang="zh-CN" dirty="0" smtClean="0"/>
          </a:p>
          <a:p>
            <a:pPr marL="285750" indent="-285750">
              <a:buFont typeface="Arial" panose="020B0604020202020204" pitchFamily="34" charset="0"/>
              <a:buChar char="•"/>
            </a:pPr>
            <a:r>
              <a:rPr lang="en-US" altLang="zh-CN" dirty="0" smtClean="0"/>
              <a:t>class </a:t>
            </a:r>
            <a:r>
              <a:rPr lang="zh-CN" altLang="en-US" dirty="0"/>
              <a:t>用于描述一类 </a:t>
            </a:r>
            <a:r>
              <a:rPr lang="en-US" altLang="zh-CN" dirty="0"/>
              <a:t>device</a:t>
            </a:r>
            <a:r>
              <a:rPr lang="zh-CN" altLang="en-US" dirty="0"/>
              <a:t>，其保存了所有该类 </a:t>
            </a:r>
            <a:r>
              <a:rPr lang="en-US" altLang="zh-CN" dirty="0"/>
              <a:t>device </a:t>
            </a:r>
            <a:r>
              <a:rPr lang="zh-CN" altLang="en-US" dirty="0"/>
              <a:t>的设备链表</a:t>
            </a:r>
          </a:p>
        </p:txBody>
      </p:sp>
      <p:sp>
        <p:nvSpPr>
          <p:cNvPr id="13" name="矩形 12"/>
          <p:cNvSpPr/>
          <p:nvPr/>
        </p:nvSpPr>
        <p:spPr>
          <a:xfrm>
            <a:off x="659026" y="2593537"/>
            <a:ext cx="10527957" cy="3693319"/>
          </a:xfrm>
          <a:prstGeom prst="rect">
            <a:avLst/>
          </a:prstGeom>
        </p:spPr>
        <p:txBody>
          <a:bodyPr wrap="square">
            <a:spAutoFit/>
          </a:bodyPr>
          <a:lstStyle/>
          <a:p>
            <a:r>
              <a:rPr lang="zh-CN" altLang="en-US" dirty="0"/>
              <a:t>generic_x86_arm:/sys/bus $ ls -l</a:t>
            </a:r>
          </a:p>
          <a:p>
            <a:r>
              <a:rPr lang="zh-CN" altLang="en-US" dirty="0"/>
              <a:t>drwxr-xr-x 4 root root 0 2023-07-10 03:40 gpio</a:t>
            </a:r>
          </a:p>
          <a:p>
            <a:r>
              <a:rPr lang="zh-CN" altLang="en-US" dirty="0"/>
              <a:t>drwxr-xr-x 4 root root 0 2023-07-10 03:40 i2</a:t>
            </a:r>
            <a:r>
              <a:rPr lang="zh-CN" altLang="en-US" dirty="0" smtClean="0"/>
              <a:t>c</a:t>
            </a:r>
            <a:endParaRPr lang="en-US" altLang="zh-CN" dirty="0" smtClean="0"/>
          </a:p>
          <a:p>
            <a:r>
              <a:rPr lang="zh-CN" altLang="en-US" dirty="0" smtClean="0"/>
              <a:t>drwxr</a:t>
            </a:r>
            <a:r>
              <a:rPr lang="zh-CN" altLang="en-US" dirty="0"/>
              <a:t>-xr-x 5 root root 0 2023-07-10 03:40 pci</a:t>
            </a:r>
          </a:p>
          <a:p>
            <a:r>
              <a:rPr lang="zh-CN" altLang="en-US" dirty="0"/>
              <a:t>drwxr-xr-x 4 root root 0 2023-07-10 03:40 </a:t>
            </a:r>
            <a:r>
              <a:rPr lang="zh-CN" altLang="en-US" dirty="0" smtClean="0"/>
              <a:t>serial</a:t>
            </a:r>
            <a:endParaRPr lang="en-US" altLang="zh-CN" dirty="0" smtClean="0"/>
          </a:p>
          <a:p>
            <a:r>
              <a:rPr lang="zh-CN" altLang="en-US" dirty="0" smtClean="0"/>
              <a:t>drwxr</a:t>
            </a:r>
            <a:r>
              <a:rPr lang="zh-CN" altLang="en-US" dirty="0"/>
              <a:t>-xr-x 4 root root 0 2023-07-10 03:40 spi</a:t>
            </a:r>
          </a:p>
          <a:p>
            <a:r>
              <a:rPr lang="zh-CN" altLang="en-US" dirty="0"/>
              <a:t>drwxr-xr-x 4 root root 0 2023-07-10 03:40 usb</a:t>
            </a:r>
          </a:p>
          <a:p>
            <a:r>
              <a:rPr lang="zh-CN" altLang="en-US" dirty="0"/>
              <a:t>...</a:t>
            </a:r>
          </a:p>
          <a:p>
            <a:endParaRPr lang="zh-CN" altLang="en-US" dirty="0"/>
          </a:p>
          <a:p>
            <a:r>
              <a:rPr lang="zh-CN" altLang="en-US" dirty="0"/>
              <a:t>generic_x86_arm:/sys/bus/usb/devices $ ls -l</a:t>
            </a:r>
          </a:p>
          <a:p>
            <a:r>
              <a:rPr lang="zh-CN" altLang="en-US" dirty="0"/>
              <a:t>lrwxrwxrwx 1 root root 0 2023-07-10 03:43 1-0:1.0 -&gt; ../../../devices/platform/dummy_hcd.0/usb1/1-0:1.0</a:t>
            </a:r>
          </a:p>
          <a:p>
            <a:r>
              <a:rPr lang="zh-CN" altLang="en-US" dirty="0"/>
              <a:t>lrwxrwxrwx 1 root root 0 2023-07-10 03:43 usb1 -&gt; ../../../devices/platform/dummy_hcd.0/usb1</a:t>
            </a:r>
          </a:p>
        </p:txBody>
      </p:sp>
    </p:spTree>
    <p:extLst>
      <p:ext uri="{BB962C8B-B14F-4D97-AF65-F5344CB8AC3E}">
        <p14:creationId xmlns:p14="http://schemas.microsoft.com/office/powerpoint/2010/main" val="26894772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err="1" smtClean="0"/>
              <a:t>sysfs</a:t>
            </a:r>
            <a:endParaRPr lang="zh-CN" altLang="en-US" dirty="0"/>
          </a:p>
        </p:txBody>
      </p:sp>
      <p:sp>
        <p:nvSpPr>
          <p:cNvPr id="11" name="文本框 10"/>
          <p:cNvSpPr txBox="1"/>
          <p:nvPr/>
        </p:nvSpPr>
        <p:spPr>
          <a:xfrm>
            <a:off x="546100" y="1038164"/>
            <a:ext cx="8260150" cy="1477328"/>
          </a:xfrm>
          <a:prstGeom prst="rect">
            <a:avLst/>
          </a:prstGeom>
          <a:noFill/>
        </p:spPr>
        <p:txBody>
          <a:bodyPr wrap="square" rtlCol="0">
            <a:spAutoFit/>
          </a:bodyPr>
          <a:lstStyle/>
          <a:p>
            <a:r>
              <a:rPr lang="zh-CN" altLang="en-US" dirty="0" smtClean="0"/>
              <a:t>新增</a:t>
            </a:r>
            <a:endParaRPr lang="en-US" altLang="zh-CN" dirty="0" smtClean="0"/>
          </a:p>
          <a:p>
            <a:pPr marL="285750" indent="-285750">
              <a:buFont typeface="Arial" panose="020B0604020202020204" pitchFamily="34" charset="0"/>
              <a:buChar char="•"/>
            </a:pPr>
            <a:r>
              <a:rPr lang="en-US" altLang="zh-CN" dirty="0" err="1" smtClean="0"/>
              <a:t>class_create</a:t>
            </a:r>
            <a:r>
              <a:rPr lang="en-US" altLang="zh-CN" dirty="0" smtClean="0"/>
              <a:t>(</a:t>
            </a:r>
            <a:r>
              <a:rPr lang="en-US" altLang="zh-CN" dirty="0" err="1" smtClean="0"/>
              <a:t>owner,name</a:t>
            </a:r>
            <a:r>
              <a:rPr lang="en-US" altLang="zh-CN" dirty="0" smtClean="0"/>
              <a:t>)</a:t>
            </a:r>
            <a:r>
              <a:rPr lang="zh-CN" altLang="en-US" dirty="0" smtClean="0"/>
              <a:t>；</a:t>
            </a:r>
            <a:endParaRPr lang="en-US" altLang="zh-CN" dirty="0" smtClean="0"/>
          </a:p>
          <a:p>
            <a:pPr marL="285750" indent="-285750">
              <a:buFont typeface="Arial" panose="020B0604020202020204" pitchFamily="34" charset="0"/>
              <a:buChar char="•"/>
            </a:pPr>
            <a:r>
              <a:rPr lang="en-US" altLang="zh-CN" dirty="0" err="1"/>
              <a:t>device_create</a:t>
            </a:r>
            <a:r>
              <a:rPr lang="zh-CN" altLang="en-US" dirty="0" smtClean="0"/>
              <a:t>；</a:t>
            </a:r>
            <a:endParaRPr lang="en-US" altLang="zh-CN" dirty="0" smtClean="0"/>
          </a:p>
          <a:p>
            <a:pPr marL="285750" indent="-285750">
              <a:buFont typeface="Arial" panose="020B0604020202020204" pitchFamily="34" charset="0"/>
              <a:buChar char="•"/>
            </a:pPr>
            <a:r>
              <a:rPr lang="en-US" altLang="zh-CN" dirty="0" err="1" smtClean="0"/>
              <a:t>device_create_file</a:t>
            </a:r>
            <a:r>
              <a:rPr lang="zh-CN" altLang="en-US" dirty="0" smtClean="0"/>
              <a:t>；</a:t>
            </a:r>
            <a:endParaRPr lang="en-US" altLang="zh-CN" dirty="0" smtClean="0"/>
          </a:p>
          <a:p>
            <a:pPr marL="285750" indent="-285750">
              <a:buFont typeface="Arial" panose="020B0604020202020204" pitchFamily="34" charset="0"/>
              <a:buChar char="•"/>
            </a:pPr>
            <a:r>
              <a:rPr lang="en-US" altLang="zh-CN" dirty="0" smtClean="0"/>
              <a:t>DEVICE_ATTR</a:t>
            </a:r>
            <a:endParaRPr lang="zh-CN" altLang="en-US" dirty="0"/>
          </a:p>
        </p:txBody>
      </p:sp>
      <p:sp>
        <p:nvSpPr>
          <p:cNvPr id="8" name="文本框 7"/>
          <p:cNvSpPr txBox="1"/>
          <p:nvPr/>
        </p:nvSpPr>
        <p:spPr>
          <a:xfrm>
            <a:off x="546100" y="3163330"/>
            <a:ext cx="5887651" cy="646331"/>
          </a:xfrm>
          <a:prstGeom prst="rect">
            <a:avLst/>
          </a:prstGeom>
          <a:noFill/>
        </p:spPr>
        <p:txBody>
          <a:bodyPr wrap="square" rtlCol="0">
            <a:spAutoFit/>
          </a:bodyPr>
          <a:lstStyle/>
          <a:p>
            <a:r>
              <a:rPr lang="zh-CN" altLang="en-US" dirty="0" smtClean="0"/>
              <a:t>访问：</a:t>
            </a:r>
            <a:endParaRPr lang="en-US" altLang="zh-CN" dirty="0" smtClean="0"/>
          </a:p>
          <a:p>
            <a:r>
              <a:rPr lang="zh-CN" altLang="en-US" dirty="0" smtClean="0"/>
              <a:t>通过文件</a:t>
            </a:r>
            <a:endParaRPr lang="zh-CN" altLang="en-US" dirty="0"/>
          </a:p>
        </p:txBody>
      </p:sp>
    </p:spTree>
    <p:extLst>
      <p:ext uri="{BB962C8B-B14F-4D97-AF65-F5344CB8AC3E}">
        <p14:creationId xmlns:p14="http://schemas.microsoft.com/office/powerpoint/2010/main" val="13143632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创建磁盘的设备节点</a:t>
            </a:r>
          </a:p>
        </p:txBody>
      </p:sp>
      <p:pic>
        <p:nvPicPr>
          <p:cNvPr id="7" name="图片 6"/>
          <p:cNvPicPr>
            <a:picLocks noChangeAspect="1"/>
          </p:cNvPicPr>
          <p:nvPr/>
        </p:nvPicPr>
        <p:blipFill>
          <a:blip r:embed="rId4"/>
          <a:stretch>
            <a:fillRect/>
          </a:stretch>
        </p:blipFill>
        <p:spPr>
          <a:xfrm>
            <a:off x="742638" y="1296049"/>
            <a:ext cx="9438095" cy="4200000"/>
          </a:xfrm>
          <a:prstGeom prst="rect">
            <a:avLst/>
          </a:prstGeom>
        </p:spPr>
      </p:pic>
    </p:spTree>
    <p:extLst>
      <p:ext uri="{BB962C8B-B14F-4D97-AF65-F5344CB8AC3E}">
        <p14:creationId xmlns:p14="http://schemas.microsoft.com/office/powerpoint/2010/main" val="36323742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创建磁盘的设备节点</a:t>
            </a:r>
          </a:p>
        </p:txBody>
      </p:sp>
      <p:pic>
        <p:nvPicPr>
          <p:cNvPr id="8" name="pic"/>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a:xfrm>
            <a:off x="4269157" y="374015"/>
            <a:ext cx="4959350" cy="6394450"/>
          </a:xfrm>
          <a:prstGeom prst="rect">
            <a:avLst/>
          </a:prstGeom>
        </p:spPr>
      </p:pic>
    </p:spTree>
    <p:extLst>
      <p:ext uri="{BB962C8B-B14F-4D97-AF65-F5344CB8AC3E}">
        <p14:creationId xmlns:p14="http://schemas.microsoft.com/office/powerpoint/2010/main" val="1828679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挂载分区</a:t>
            </a:r>
            <a:endParaRPr lang="zh-CN" altLang="en-US" dirty="0"/>
          </a:p>
        </p:txBody>
      </p:sp>
      <p:pic>
        <p:nvPicPr>
          <p:cNvPr id="2" name="图片 1"/>
          <p:cNvPicPr>
            <a:picLocks noChangeAspect="1"/>
          </p:cNvPicPr>
          <p:nvPr/>
        </p:nvPicPr>
        <p:blipFill>
          <a:blip r:embed="rId4"/>
          <a:stretch>
            <a:fillRect/>
          </a:stretch>
        </p:blipFill>
        <p:spPr>
          <a:xfrm>
            <a:off x="546100" y="1471717"/>
            <a:ext cx="10485714" cy="3733333"/>
          </a:xfrm>
          <a:prstGeom prst="rect">
            <a:avLst/>
          </a:prstGeom>
        </p:spPr>
      </p:pic>
    </p:spTree>
    <p:extLst>
      <p:ext uri="{BB962C8B-B14F-4D97-AF65-F5344CB8AC3E}">
        <p14:creationId xmlns:p14="http://schemas.microsoft.com/office/powerpoint/2010/main" val="35119693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挂载分区</a:t>
            </a:r>
            <a:endParaRPr lang="zh-CN" altLang="en-US" dirty="0"/>
          </a:p>
        </p:txBody>
      </p:sp>
      <p:sp>
        <p:nvSpPr>
          <p:cNvPr id="4" name="矩形 3"/>
          <p:cNvSpPr/>
          <p:nvPr/>
        </p:nvSpPr>
        <p:spPr>
          <a:xfrm>
            <a:off x="546099" y="1085850"/>
            <a:ext cx="11275197" cy="1200329"/>
          </a:xfrm>
          <a:prstGeom prst="rect">
            <a:avLst/>
          </a:prstGeom>
        </p:spPr>
        <p:txBody>
          <a:bodyPr wrap="square">
            <a:spAutoFit/>
          </a:bodyPr>
          <a:lstStyle/>
          <a:p>
            <a:r>
              <a:rPr lang="zh-CN" altLang="en-US" dirty="0"/>
              <a:t>lancelot:/ # mount | grep 3236                                                                                                       </a:t>
            </a:r>
          </a:p>
          <a:p>
            <a:r>
              <a:rPr lang="zh-CN" altLang="en-US" dirty="0"/>
              <a:t>/dev/block/vold/public:179,129 on /mnt/media_rw/3236-3939 type vfat (rw,dirsync,nosuid,nodev,noexec,noatime,gid=1023,fmask=0007,dmask=0007,allow_utime=0020,codepage=437,iocharset=iso8859-1,shortname=mixed,utf8,errors=remount-ro)</a:t>
            </a:r>
          </a:p>
        </p:txBody>
      </p:sp>
    </p:spTree>
    <p:extLst>
      <p:ext uri="{BB962C8B-B14F-4D97-AF65-F5344CB8AC3E}">
        <p14:creationId xmlns:p14="http://schemas.microsoft.com/office/powerpoint/2010/main" val="30794593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挂载分区</a:t>
            </a:r>
            <a:r>
              <a:rPr lang="en-US" altLang="zh-CN" dirty="0" smtClean="0"/>
              <a:t>-</a:t>
            </a:r>
            <a:r>
              <a:rPr lang="zh-CN" altLang="en-US" dirty="0" smtClean="0"/>
              <a:t>创建</a:t>
            </a:r>
            <a:r>
              <a:rPr lang="en-US" altLang="zh-CN" dirty="0" smtClean="0"/>
              <a:t>fuse</a:t>
            </a:r>
            <a:r>
              <a:rPr lang="zh-CN" altLang="en-US" dirty="0" smtClean="0"/>
              <a:t>挂载点</a:t>
            </a:r>
            <a:endParaRPr lang="zh-CN" altLang="en-US" dirty="0"/>
          </a:p>
        </p:txBody>
      </p:sp>
      <p:pic>
        <p:nvPicPr>
          <p:cNvPr id="3" name="图片 2"/>
          <p:cNvPicPr>
            <a:picLocks noChangeAspect="1"/>
          </p:cNvPicPr>
          <p:nvPr/>
        </p:nvPicPr>
        <p:blipFill>
          <a:blip r:embed="rId4"/>
          <a:stretch>
            <a:fillRect/>
          </a:stretch>
        </p:blipFill>
        <p:spPr>
          <a:xfrm>
            <a:off x="800520" y="1221106"/>
            <a:ext cx="5419048" cy="3723809"/>
          </a:xfrm>
          <a:prstGeom prst="rect">
            <a:avLst/>
          </a:prstGeom>
        </p:spPr>
      </p:pic>
    </p:spTree>
    <p:extLst>
      <p:ext uri="{BB962C8B-B14F-4D97-AF65-F5344CB8AC3E}">
        <p14:creationId xmlns:p14="http://schemas.microsoft.com/office/powerpoint/2010/main" val="7132618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挂载分区</a:t>
            </a:r>
            <a:r>
              <a:rPr lang="en-US" altLang="zh-CN" dirty="0"/>
              <a:t>-</a:t>
            </a:r>
            <a:r>
              <a:rPr lang="zh-CN" altLang="en-US" dirty="0"/>
              <a:t>启动</a:t>
            </a:r>
            <a:r>
              <a:rPr lang="en-US" altLang="zh-CN" dirty="0"/>
              <a:t>fuse daemon</a:t>
            </a:r>
            <a:endParaRPr lang="zh-CN" altLang="en-US" dirty="0"/>
          </a:p>
        </p:txBody>
      </p:sp>
      <p:pic>
        <p:nvPicPr>
          <p:cNvPr id="2" name="图片 1"/>
          <p:cNvPicPr>
            <a:picLocks noChangeAspect="1"/>
          </p:cNvPicPr>
          <p:nvPr/>
        </p:nvPicPr>
        <p:blipFill>
          <a:blip r:embed="rId4"/>
          <a:stretch>
            <a:fillRect/>
          </a:stretch>
        </p:blipFill>
        <p:spPr>
          <a:xfrm>
            <a:off x="430339" y="979876"/>
            <a:ext cx="10952381" cy="5123809"/>
          </a:xfrm>
          <a:prstGeom prst="rect">
            <a:avLst/>
          </a:prstGeom>
        </p:spPr>
      </p:pic>
    </p:spTree>
    <p:extLst>
      <p:ext uri="{BB962C8B-B14F-4D97-AF65-F5344CB8AC3E}">
        <p14:creationId xmlns:p14="http://schemas.microsoft.com/office/powerpoint/2010/main" val="32827341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挂载分区</a:t>
            </a:r>
            <a:r>
              <a:rPr lang="en-US" altLang="zh-CN" dirty="0"/>
              <a:t>- MEDIA_MOUNTED</a:t>
            </a:r>
            <a:r>
              <a:rPr lang="zh-CN" altLang="en-US" dirty="0"/>
              <a:t>广播通知</a:t>
            </a:r>
          </a:p>
        </p:txBody>
      </p:sp>
      <p:pic>
        <p:nvPicPr>
          <p:cNvPr id="2" name="图片 1"/>
          <p:cNvPicPr>
            <a:picLocks noChangeAspect="1"/>
          </p:cNvPicPr>
          <p:nvPr/>
        </p:nvPicPr>
        <p:blipFill>
          <a:blip r:embed="rId4"/>
          <a:stretch>
            <a:fillRect/>
          </a:stretch>
        </p:blipFill>
        <p:spPr>
          <a:xfrm>
            <a:off x="546100" y="991566"/>
            <a:ext cx="9771428" cy="5171429"/>
          </a:xfrm>
          <a:prstGeom prst="rect">
            <a:avLst/>
          </a:prstGeom>
        </p:spPr>
      </p:pic>
    </p:spTree>
    <p:extLst>
      <p:ext uri="{BB962C8B-B14F-4D97-AF65-F5344CB8AC3E}">
        <p14:creationId xmlns:p14="http://schemas.microsoft.com/office/powerpoint/2010/main" val="28540164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内置</a:t>
            </a:r>
            <a:r>
              <a:rPr lang="en-US" altLang="zh-CN" dirty="0" smtClean="0"/>
              <a:t>emulated </a:t>
            </a:r>
            <a:r>
              <a:rPr lang="en-US" altLang="zh-CN" dirty="0" err="1" smtClean="0"/>
              <a:t>sdcard</a:t>
            </a:r>
            <a:r>
              <a:rPr lang="zh-CN" altLang="en-US" dirty="0"/>
              <a:t>的挂载流程</a:t>
            </a:r>
          </a:p>
        </p:txBody>
      </p:sp>
      <p:pic>
        <p:nvPicPr>
          <p:cNvPr id="3" name="图片 2"/>
          <p:cNvPicPr>
            <a:picLocks noChangeAspect="1"/>
          </p:cNvPicPr>
          <p:nvPr/>
        </p:nvPicPr>
        <p:blipFill>
          <a:blip r:embed="rId4"/>
          <a:stretch>
            <a:fillRect/>
          </a:stretch>
        </p:blipFill>
        <p:spPr>
          <a:xfrm>
            <a:off x="2782300" y="854146"/>
            <a:ext cx="5704762" cy="5838095"/>
          </a:xfrm>
          <a:prstGeom prst="rect">
            <a:avLst/>
          </a:prstGeom>
        </p:spPr>
      </p:pic>
    </p:spTree>
    <p:extLst>
      <p:ext uri="{BB962C8B-B14F-4D97-AF65-F5344CB8AC3E}">
        <p14:creationId xmlns:p14="http://schemas.microsoft.com/office/powerpoint/2010/main" val="7940910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smtClean="0"/>
              <a:t>Fuse</a:t>
            </a:r>
            <a:r>
              <a:rPr lang="zh-CN" altLang="en-US" dirty="0" smtClean="0"/>
              <a:t>文件系统</a:t>
            </a:r>
            <a:endParaRPr lang="zh-CN" altLang="en-US" dirty="0"/>
          </a:p>
        </p:txBody>
      </p:sp>
      <p:sp>
        <p:nvSpPr>
          <p:cNvPr id="2" name="矩形 1"/>
          <p:cNvSpPr/>
          <p:nvPr/>
        </p:nvSpPr>
        <p:spPr>
          <a:xfrm>
            <a:off x="546099" y="1067482"/>
            <a:ext cx="7823543" cy="923330"/>
          </a:xfrm>
          <a:prstGeom prst="rect">
            <a:avLst/>
          </a:prstGeom>
        </p:spPr>
        <p:txBody>
          <a:bodyPr wrap="square">
            <a:spAutoFit/>
          </a:bodyPr>
          <a:lstStyle/>
          <a:p>
            <a:r>
              <a:rPr lang="en-US" altLang="zh-CN" dirty="0"/>
              <a:t>FUSE: </a:t>
            </a:r>
            <a:r>
              <a:rPr lang="zh-CN" altLang="en-US" dirty="0"/>
              <a:t>用户空间</a:t>
            </a:r>
            <a:r>
              <a:rPr lang="zh-CN" altLang="en-US" dirty="0" smtClean="0"/>
              <a:t>文件系统</a:t>
            </a:r>
            <a:endParaRPr lang="en-US" altLang="zh-CN" dirty="0" smtClean="0"/>
          </a:p>
          <a:p>
            <a:r>
              <a:rPr lang="zh-CN" altLang="en-US" dirty="0" smtClean="0"/>
              <a:t>所谓</a:t>
            </a:r>
            <a:r>
              <a:rPr lang="zh-CN" altLang="en-US" dirty="0"/>
              <a:t>“用户空间文件系统“，是指一个文件系统的</a:t>
            </a:r>
            <a:r>
              <a:rPr lang="en-US" altLang="zh-CN" dirty="0"/>
              <a:t>data</a:t>
            </a:r>
            <a:r>
              <a:rPr lang="zh-CN" altLang="en-US" dirty="0"/>
              <a:t>和</a:t>
            </a:r>
            <a:r>
              <a:rPr lang="en-US" altLang="zh-CN" dirty="0"/>
              <a:t>metadata</a:t>
            </a:r>
            <a:r>
              <a:rPr lang="zh-CN" altLang="en-US" dirty="0"/>
              <a:t>都是由用户态的进程提供。</a:t>
            </a:r>
          </a:p>
        </p:txBody>
      </p:sp>
      <p:pic>
        <p:nvPicPr>
          <p:cNvPr id="3" name="图片 2"/>
          <p:cNvPicPr>
            <a:picLocks noChangeAspect="1"/>
          </p:cNvPicPr>
          <p:nvPr/>
        </p:nvPicPr>
        <p:blipFill>
          <a:blip r:embed="rId4"/>
          <a:stretch>
            <a:fillRect/>
          </a:stretch>
        </p:blipFill>
        <p:spPr>
          <a:xfrm>
            <a:off x="1014154" y="2122659"/>
            <a:ext cx="7972425" cy="4276725"/>
          </a:xfrm>
          <a:prstGeom prst="rect">
            <a:avLst/>
          </a:prstGeom>
        </p:spPr>
      </p:pic>
    </p:spTree>
    <p:extLst>
      <p:ext uri="{BB962C8B-B14F-4D97-AF65-F5344CB8AC3E}">
        <p14:creationId xmlns:p14="http://schemas.microsoft.com/office/powerpoint/2010/main" val="30355252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smtClean="0"/>
              <a:t>Fuse</a:t>
            </a:r>
            <a:r>
              <a:rPr lang="zh-CN" altLang="en-US" dirty="0" smtClean="0"/>
              <a:t>组成</a:t>
            </a:r>
            <a:endParaRPr lang="zh-CN" altLang="en-US" dirty="0"/>
          </a:p>
        </p:txBody>
      </p:sp>
      <p:pic>
        <p:nvPicPr>
          <p:cNvPr id="4" name="图片 3"/>
          <p:cNvPicPr>
            <a:picLocks noChangeAspect="1"/>
          </p:cNvPicPr>
          <p:nvPr/>
        </p:nvPicPr>
        <p:blipFill>
          <a:blip r:embed="rId4"/>
          <a:stretch>
            <a:fillRect/>
          </a:stretch>
        </p:blipFill>
        <p:spPr>
          <a:xfrm>
            <a:off x="753891" y="1008363"/>
            <a:ext cx="7191375" cy="3028950"/>
          </a:xfrm>
          <a:prstGeom prst="rect">
            <a:avLst/>
          </a:prstGeom>
        </p:spPr>
      </p:pic>
      <p:sp>
        <p:nvSpPr>
          <p:cNvPr id="5" name="文本框 4"/>
          <p:cNvSpPr txBox="1"/>
          <p:nvPr/>
        </p:nvSpPr>
        <p:spPr>
          <a:xfrm>
            <a:off x="963826" y="4481384"/>
            <a:ext cx="8592065" cy="147732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err="1"/>
              <a:t>fuse.ko</a:t>
            </a:r>
            <a:r>
              <a:rPr lang="zh-CN" altLang="en-US" dirty="0"/>
              <a:t>是内核自带的，启动后只要查看</a:t>
            </a:r>
            <a:r>
              <a:rPr lang="en-US" altLang="zh-CN" dirty="0"/>
              <a:t>`/</a:t>
            </a:r>
            <a:r>
              <a:rPr lang="en-US" altLang="zh-CN" dirty="0" err="1"/>
              <a:t>dev</a:t>
            </a:r>
            <a:r>
              <a:rPr lang="en-US" altLang="zh-CN" dirty="0"/>
              <a:t>/fuse`</a:t>
            </a:r>
            <a:r>
              <a:rPr lang="zh-CN" altLang="en-US" dirty="0"/>
              <a:t>文件存在即表示系统支持</a:t>
            </a:r>
            <a:r>
              <a:rPr lang="zh-CN" altLang="en-US" dirty="0" smtClean="0"/>
              <a:t>。</a:t>
            </a:r>
            <a:endParaRPr lang="en-US" altLang="zh-CN" dirty="0" smtClean="0"/>
          </a:p>
          <a:p>
            <a:endParaRPr lang="en-US" altLang="zh-CN" dirty="0" smtClean="0"/>
          </a:p>
          <a:p>
            <a:pPr marL="285750" indent="-285750">
              <a:buFont typeface="Arial" panose="020B0604020202020204" pitchFamily="34" charset="0"/>
              <a:buChar char="•"/>
            </a:pPr>
            <a:r>
              <a:rPr lang="en-US" altLang="zh-CN" dirty="0" err="1"/>
              <a:t>libfuse</a:t>
            </a:r>
            <a:r>
              <a:rPr lang="zh-CN" altLang="en-US" dirty="0"/>
              <a:t>是一</a:t>
            </a:r>
            <a:r>
              <a:rPr lang="zh-CN" altLang="en-US" dirty="0" smtClean="0"/>
              <a:t>个开源库</a:t>
            </a:r>
            <a:r>
              <a:rPr lang="zh-CN" altLang="en-US" dirty="0"/>
              <a:t>，可以帮助开发者开发</a:t>
            </a:r>
            <a:r>
              <a:rPr lang="en-US" altLang="zh-CN" dirty="0"/>
              <a:t>daemon</a:t>
            </a:r>
            <a:r>
              <a:rPr lang="zh-CN" altLang="en-US" dirty="0"/>
              <a:t>进程</a:t>
            </a:r>
            <a:r>
              <a:rPr lang="zh-CN" altLang="en-US" dirty="0" smtClean="0"/>
              <a:t>。安卓里也是使用的</a:t>
            </a:r>
            <a:r>
              <a:rPr lang="en-US" altLang="zh-CN" dirty="0" err="1" smtClean="0"/>
              <a:t>libfuse</a:t>
            </a:r>
            <a:endParaRPr lang="en-US" altLang="zh-CN" dirty="0"/>
          </a:p>
          <a:p>
            <a:endParaRPr lang="zh-CN" altLang="en-US" dirty="0"/>
          </a:p>
        </p:txBody>
      </p:sp>
    </p:spTree>
    <p:extLst>
      <p:ext uri="{BB962C8B-B14F-4D97-AF65-F5344CB8AC3E}">
        <p14:creationId xmlns:p14="http://schemas.microsoft.com/office/powerpoint/2010/main" val="4502808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利用</a:t>
            </a:r>
            <a:r>
              <a:rPr lang="en-US" altLang="zh-CN" dirty="0" smtClean="0"/>
              <a:t>Fuse</a:t>
            </a:r>
            <a:r>
              <a:rPr lang="zh-CN" altLang="en-US" dirty="0" smtClean="0"/>
              <a:t>自定义</a:t>
            </a:r>
            <a:r>
              <a:rPr lang="en-US" altLang="zh-CN" dirty="0" smtClean="0"/>
              <a:t>hello</a:t>
            </a:r>
            <a:r>
              <a:rPr lang="zh-CN" altLang="en-US" dirty="0" smtClean="0"/>
              <a:t>文件系统</a:t>
            </a:r>
            <a:endParaRPr lang="zh-CN" altLang="en-US" dirty="0"/>
          </a:p>
        </p:txBody>
      </p:sp>
      <p:sp>
        <p:nvSpPr>
          <p:cNvPr id="5" name="文本框 4"/>
          <p:cNvSpPr txBox="1"/>
          <p:nvPr/>
        </p:nvSpPr>
        <p:spPr>
          <a:xfrm>
            <a:off x="963826" y="4481384"/>
            <a:ext cx="859206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smtClean="0"/>
              <a:t>然后就</a:t>
            </a:r>
            <a:r>
              <a:rPr lang="zh-CN" altLang="en-US" dirty="0"/>
              <a:t>可以看到文件系统已经挂载</a:t>
            </a:r>
            <a:r>
              <a:rPr lang="zh-CN" altLang="en-US" dirty="0" smtClean="0"/>
              <a:t>到了</a:t>
            </a:r>
            <a:r>
              <a:rPr lang="en-US" altLang="zh-CN" dirty="0" smtClean="0"/>
              <a:t>hello</a:t>
            </a:r>
            <a:r>
              <a:rPr lang="zh-CN" altLang="en-US" dirty="0"/>
              <a:t>目录</a:t>
            </a:r>
          </a:p>
        </p:txBody>
      </p:sp>
      <p:sp>
        <p:nvSpPr>
          <p:cNvPr id="3" name="文本框 2"/>
          <p:cNvSpPr txBox="1"/>
          <p:nvPr/>
        </p:nvSpPr>
        <p:spPr>
          <a:xfrm>
            <a:off x="881449" y="996778"/>
            <a:ext cx="9457037" cy="369332"/>
          </a:xfrm>
          <a:prstGeom prst="rect">
            <a:avLst/>
          </a:prstGeom>
          <a:noFill/>
        </p:spPr>
        <p:txBody>
          <a:bodyPr wrap="square" rtlCol="0">
            <a:spAutoFit/>
          </a:bodyPr>
          <a:lstStyle/>
          <a:p>
            <a:r>
              <a:rPr lang="zh-CN" altLang="en-US" dirty="0" smtClean="0"/>
              <a:t>为了帮大家理解</a:t>
            </a:r>
            <a:r>
              <a:rPr lang="en-US" altLang="zh-CN" dirty="0" smtClean="0"/>
              <a:t>fuse</a:t>
            </a:r>
            <a:r>
              <a:rPr lang="zh-CN" altLang="en-US" dirty="0" smtClean="0"/>
              <a:t>，我们利用</a:t>
            </a:r>
            <a:r>
              <a:rPr lang="en-US" altLang="zh-CN" dirty="0" err="1" smtClean="0"/>
              <a:t>libfuse</a:t>
            </a:r>
            <a:r>
              <a:rPr lang="zh-CN" altLang="en-US" dirty="0" smtClean="0"/>
              <a:t>提供的</a:t>
            </a:r>
            <a:r>
              <a:rPr lang="en-US" altLang="zh-CN" dirty="0" smtClean="0"/>
              <a:t>example</a:t>
            </a:r>
            <a:r>
              <a:rPr lang="zh-CN" altLang="en-US" dirty="0" smtClean="0"/>
              <a:t>实现一个名为</a:t>
            </a:r>
            <a:r>
              <a:rPr lang="en-US" altLang="zh-CN" dirty="0" smtClean="0"/>
              <a:t>hello</a:t>
            </a:r>
            <a:r>
              <a:rPr lang="zh-CN" altLang="en-US" dirty="0" smtClean="0"/>
              <a:t>的文件系统</a:t>
            </a:r>
            <a:endParaRPr lang="zh-CN" altLang="en-US" dirty="0"/>
          </a:p>
        </p:txBody>
      </p:sp>
      <p:sp>
        <p:nvSpPr>
          <p:cNvPr id="7" name="文本框 6"/>
          <p:cNvSpPr txBox="1"/>
          <p:nvPr/>
        </p:nvSpPr>
        <p:spPr>
          <a:xfrm>
            <a:off x="881448" y="1754659"/>
            <a:ext cx="7760043"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编译</a:t>
            </a:r>
            <a:r>
              <a:rPr lang="en-US" altLang="zh-CN" dirty="0" err="1"/>
              <a:t>libfuse</a:t>
            </a:r>
            <a:r>
              <a:rPr lang="zh-CN" altLang="en-US" dirty="0"/>
              <a:t>，编译所有的</a:t>
            </a:r>
            <a:r>
              <a:rPr lang="en-US" altLang="zh-CN" dirty="0" smtClean="0"/>
              <a:t>example</a:t>
            </a:r>
            <a:r>
              <a:rPr lang="zh-CN" altLang="en-US" dirty="0" smtClean="0"/>
              <a:t>。编译过程参考官网说明</a:t>
            </a:r>
            <a:endParaRPr lang="en-US" altLang="zh-CN" dirty="0" smtClean="0"/>
          </a:p>
          <a:p>
            <a:pPr marL="285750" indent="-285750">
              <a:buFont typeface="Arial" panose="020B0604020202020204" pitchFamily="34" charset="0"/>
              <a:buChar char="•"/>
            </a:pPr>
            <a:r>
              <a:rPr lang="zh-CN" altLang="en-US" dirty="0"/>
              <a:t>在</a:t>
            </a:r>
            <a:r>
              <a:rPr lang="en-US" altLang="zh-CN" dirty="0"/>
              <a:t>home</a:t>
            </a:r>
            <a:r>
              <a:rPr lang="zh-CN" altLang="en-US" dirty="0"/>
              <a:t>目录新建目录</a:t>
            </a:r>
            <a:r>
              <a:rPr lang="en-US" altLang="zh-CN" dirty="0" smtClean="0"/>
              <a:t>hello</a:t>
            </a:r>
          </a:p>
        </p:txBody>
      </p:sp>
      <p:pic>
        <p:nvPicPr>
          <p:cNvPr id="10" name="图片 9"/>
          <p:cNvPicPr>
            <a:picLocks noChangeAspect="1"/>
          </p:cNvPicPr>
          <p:nvPr/>
        </p:nvPicPr>
        <p:blipFill>
          <a:blip r:embed="rId4"/>
          <a:stretch>
            <a:fillRect/>
          </a:stretch>
        </p:blipFill>
        <p:spPr>
          <a:xfrm>
            <a:off x="1563902" y="2503789"/>
            <a:ext cx="4286250" cy="571500"/>
          </a:xfrm>
          <a:prstGeom prst="rect">
            <a:avLst/>
          </a:prstGeom>
        </p:spPr>
      </p:pic>
      <p:sp>
        <p:nvSpPr>
          <p:cNvPr id="11" name="文本框 10"/>
          <p:cNvSpPr txBox="1"/>
          <p:nvPr/>
        </p:nvSpPr>
        <p:spPr>
          <a:xfrm>
            <a:off x="881448" y="3205377"/>
            <a:ext cx="4506098"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到</a:t>
            </a:r>
            <a:r>
              <a:rPr lang="en-US" altLang="zh-CN" dirty="0"/>
              <a:t>build/example/</a:t>
            </a:r>
            <a:r>
              <a:rPr lang="zh-CN" altLang="en-US" dirty="0"/>
              <a:t>目录，</a:t>
            </a:r>
            <a:r>
              <a:rPr lang="zh-CN" altLang="en-US" dirty="0" smtClean="0"/>
              <a:t>执行：</a:t>
            </a:r>
            <a:endParaRPr lang="zh-CN" altLang="en-US" dirty="0"/>
          </a:p>
        </p:txBody>
      </p:sp>
      <p:pic>
        <p:nvPicPr>
          <p:cNvPr id="13" name="图片 12"/>
          <p:cNvPicPr>
            <a:picLocks noChangeAspect="1"/>
          </p:cNvPicPr>
          <p:nvPr/>
        </p:nvPicPr>
        <p:blipFill>
          <a:blip r:embed="rId5"/>
          <a:stretch>
            <a:fillRect/>
          </a:stretch>
        </p:blipFill>
        <p:spPr>
          <a:xfrm>
            <a:off x="1608694" y="3674145"/>
            <a:ext cx="6305550" cy="590550"/>
          </a:xfrm>
          <a:prstGeom prst="rect">
            <a:avLst/>
          </a:prstGeom>
        </p:spPr>
      </p:pic>
      <p:pic>
        <p:nvPicPr>
          <p:cNvPr id="15" name="图片 14"/>
          <p:cNvPicPr>
            <a:picLocks noChangeAspect="1"/>
          </p:cNvPicPr>
          <p:nvPr/>
        </p:nvPicPr>
        <p:blipFill>
          <a:blip r:embed="rId6"/>
          <a:stretch>
            <a:fillRect/>
          </a:stretch>
        </p:blipFill>
        <p:spPr>
          <a:xfrm>
            <a:off x="1322367" y="5027074"/>
            <a:ext cx="6542857" cy="1314286"/>
          </a:xfrm>
          <a:prstGeom prst="rect">
            <a:avLst/>
          </a:prstGeom>
        </p:spPr>
      </p:pic>
    </p:spTree>
    <p:extLst>
      <p:ext uri="{BB962C8B-B14F-4D97-AF65-F5344CB8AC3E}">
        <p14:creationId xmlns:p14="http://schemas.microsoft.com/office/powerpoint/2010/main" val="378731982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546100" y="965990"/>
            <a:ext cx="6096000" cy="369332"/>
          </a:xfrm>
          <a:prstGeom prst="rect">
            <a:avLst/>
          </a:prstGeom>
          <a:noFill/>
        </p:spPr>
        <p:txBody>
          <a:bodyPr wrap="square" rtlCol="0" anchor="t">
            <a:spAutoFit/>
          </a:bodyPr>
          <a:lstStyle/>
          <a:p>
            <a:r>
              <a:rPr lang="zh-CN" altLang="en-US" dirty="0"/>
              <a:t>查看一下挂载</a:t>
            </a:r>
            <a:r>
              <a:rPr lang="zh-CN" altLang="en-US" dirty="0" smtClean="0"/>
              <a:t>信息</a:t>
            </a:r>
            <a:endParaRPr lang="en-US" altLang="zh-CN" dirty="0" smtClean="0"/>
          </a:p>
        </p:txBody>
      </p:sp>
      <p:sp>
        <p:nvSpPr>
          <p:cNvPr id="5" name="文本框 4"/>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利用</a:t>
            </a:r>
            <a:r>
              <a:rPr lang="en-US" altLang="zh-CN" dirty="0" smtClean="0"/>
              <a:t>Fuse</a:t>
            </a:r>
            <a:r>
              <a:rPr lang="zh-CN" altLang="en-US" dirty="0" smtClean="0"/>
              <a:t>自定义</a:t>
            </a:r>
            <a:r>
              <a:rPr lang="en-US" altLang="zh-CN" dirty="0" smtClean="0"/>
              <a:t>hello</a:t>
            </a:r>
            <a:r>
              <a:rPr lang="zh-CN" altLang="en-US" dirty="0" smtClean="0"/>
              <a:t>文件系统</a:t>
            </a:r>
            <a:endParaRPr lang="zh-CN" altLang="en-US" dirty="0"/>
          </a:p>
        </p:txBody>
      </p:sp>
      <p:pic>
        <p:nvPicPr>
          <p:cNvPr id="4" name="图片 3"/>
          <p:cNvPicPr>
            <a:picLocks noChangeAspect="1"/>
          </p:cNvPicPr>
          <p:nvPr/>
        </p:nvPicPr>
        <p:blipFill>
          <a:blip r:embed="rId4"/>
          <a:stretch>
            <a:fillRect/>
          </a:stretch>
        </p:blipFill>
        <p:spPr>
          <a:xfrm>
            <a:off x="707345" y="1631598"/>
            <a:ext cx="6971428" cy="1914286"/>
          </a:xfrm>
          <a:prstGeom prst="rect">
            <a:avLst/>
          </a:prstGeom>
        </p:spPr>
      </p:pic>
      <p:sp>
        <p:nvSpPr>
          <p:cNvPr id="7" name="文本框 6"/>
          <p:cNvSpPr txBox="1"/>
          <p:nvPr/>
        </p:nvSpPr>
        <p:spPr>
          <a:xfrm>
            <a:off x="687859" y="4518042"/>
            <a:ext cx="7010400" cy="369332"/>
          </a:xfrm>
          <a:prstGeom prst="rect">
            <a:avLst/>
          </a:prstGeom>
          <a:noFill/>
        </p:spPr>
        <p:txBody>
          <a:bodyPr wrap="square" rtlCol="0">
            <a:spAutoFit/>
          </a:bodyPr>
          <a:lstStyle/>
          <a:p>
            <a:r>
              <a:rPr lang="zh-CN" altLang="en-US" dirty="0" smtClean="0"/>
              <a:t>下面结合</a:t>
            </a:r>
            <a:r>
              <a:rPr lang="en-US" altLang="zh-CN" dirty="0" smtClean="0"/>
              <a:t>hello</a:t>
            </a:r>
            <a:r>
              <a:rPr lang="zh-CN" altLang="en-US" dirty="0" smtClean="0"/>
              <a:t>的代码来理解</a:t>
            </a:r>
            <a:endParaRPr lang="zh-CN"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smtClean="0"/>
              <a:t>利用</a:t>
            </a:r>
            <a:r>
              <a:rPr lang="en-US" altLang="zh-CN" dirty="0" smtClean="0"/>
              <a:t>Fuse</a:t>
            </a:r>
            <a:r>
              <a:rPr lang="zh-CN" altLang="en-US" dirty="0" smtClean="0"/>
              <a:t>自定义</a:t>
            </a:r>
            <a:r>
              <a:rPr lang="en-US" altLang="zh-CN" dirty="0" smtClean="0"/>
              <a:t>hello</a:t>
            </a:r>
            <a:r>
              <a:rPr lang="zh-CN" altLang="en-US" dirty="0" smtClean="0"/>
              <a:t>文件系统</a:t>
            </a:r>
            <a:endParaRPr lang="zh-CN" altLang="en-US" dirty="0"/>
          </a:p>
        </p:txBody>
      </p:sp>
      <p:sp>
        <p:nvSpPr>
          <p:cNvPr id="2" name="矩形 1"/>
          <p:cNvSpPr/>
          <p:nvPr/>
        </p:nvSpPr>
        <p:spPr>
          <a:xfrm>
            <a:off x="546100" y="1030925"/>
            <a:ext cx="6096000" cy="2308324"/>
          </a:xfrm>
          <a:prstGeom prst="rect">
            <a:avLst/>
          </a:prstGeom>
        </p:spPr>
        <p:txBody>
          <a:bodyPr>
            <a:spAutoFit/>
          </a:bodyPr>
          <a:lstStyle/>
          <a:p>
            <a:r>
              <a:rPr lang="zh-CN" altLang="en-US" dirty="0"/>
              <a:t>//hello.c 131行</a:t>
            </a:r>
          </a:p>
          <a:p>
            <a:r>
              <a:rPr lang="zh-CN" altLang="en-US" dirty="0"/>
              <a:t>static const struct fuse_operations hello_oper = {</a:t>
            </a:r>
          </a:p>
          <a:p>
            <a:r>
              <a:rPr lang="zh-CN" altLang="en-US" dirty="0"/>
              <a:t>	.init           = hello_init,</a:t>
            </a:r>
          </a:p>
          <a:p>
            <a:r>
              <a:rPr lang="zh-CN" altLang="en-US" dirty="0"/>
              <a:t>	.getattr	= hello_getattr,</a:t>
            </a:r>
          </a:p>
          <a:p>
            <a:r>
              <a:rPr lang="zh-CN" altLang="en-US" dirty="0"/>
              <a:t>	.readdir	= hello_readdir,</a:t>
            </a:r>
          </a:p>
          <a:p>
            <a:r>
              <a:rPr lang="zh-CN" altLang="en-US" dirty="0"/>
              <a:t>	.open		= hello_open,</a:t>
            </a:r>
          </a:p>
          <a:p>
            <a:r>
              <a:rPr lang="zh-CN" altLang="en-US" dirty="0"/>
              <a:t>	.read		= hello_read,</a:t>
            </a:r>
          </a:p>
          <a:p>
            <a:r>
              <a:rPr lang="zh-CN" altLang="en-US" dirty="0"/>
              <a:t>};</a:t>
            </a:r>
          </a:p>
        </p:txBody>
      </p:sp>
      <p:sp>
        <p:nvSpPr>
          <p:cNvPr id="8" name="矩形 7"/>
          <p:cNvSpPr/>
          <p:nvPr/>
        </p:nvSpPr>
        <p:spPr>
          <a:xfrm>
            <a:off x="1194486" y="3339249"/>
            <a:ext cx="6096000" cy="2862322"/>
          </a:xfrm>
          <a:prstGeom prst="rect">
            <a:avLst/>
          </a:prstGeom>
        </p:spPr>
        <p:txBody>
          <a:bodyPr>
            <a:spAutoFit/>
          </a:bodyPr>
          <a:lstStyle/>
          <a:p>
            <a:r>
              <a:rPr lang="zh-CN" altLang="en-US" dirty="0"/>
              <a:t>getattr：得到文件或文件夹的状态属性。</a:t>
            </a:r>
          </a:p>
          <a:p>
            <a:r>
              <a:rPr lang="zh-CN" altLang="en-US" dirty="0"/>
              <a:t>mkdir：创建新的文件夹。</a:t>
            </a:r>
          </a:p>
          <a:p>
            <a:r>
              <a:rPr lang="zh-CN" altLang="en-US" dirty="0"/>
              <a:t>rmdir：删除文件夹。</a:t>
            </a:r>
          </a:p>
          <a:p>
            <a:r>
              <a:rPr lang="zh-CN" altLang="en-US" dirty="0"/>
              <a:t>readdir：展示文件夹的所有文件。</a:t>
            </a:r>
          </a:p>
          <a:p>
            <a:r>
              <a:rPr lang="zh-CN" altLang="en-US" dirty="0"/>
              <a:t>mknod：创建新的文件。</a:t>
            </a:r>
          </a:p>
          <a:p>
            <a:r>
              <a:rPr lang="zh-CN" altLang="en-US" dirty="0"/>
              <a:t>open：打开文件。</a:t>
            </a:r>
          </a:p>
          <a:p>
            <a:r>
              <a:rPr lang="zh-CN" altLang="en-US" dirty="0"/>
              <a:t>read：读取文件内容。</a:t>
            </a:r>
          </a:p>
          <a:p>
            <a:r>
              <a:rPr lang="zh-CN" altLang="en-US" dirty="0"/>
              <a:t>write：向文件中写入内容。</a:t>
            </a:r>
          </a:p>
          <a:p>
            <a:r>
              <a:rPr lang="zh-CN" altLang="en-US" dirty="0"/>
              <a:t>unlink：与mknod对应，指删除文件。</a:t>
            </a:r>
          </a:p>
          <a:p>
            <a:r>
              <a:rPr lang="zh-CN" altLang="en-US" dirty="0"/>
              <a:t>release：（在打开文件后）释放文件。</a:t>
            </a:r>
          </a:p>
        </p:txBody>
      </p:sp>
      <p:sp>
        <p:nvSpPr>
          <p:cNvPr id="9" name="文本框 8"/>
          <p:cNvSpPr txBox="1"/>
          <p:nvPr/>
        </p:nvSpPr>
        <p:spPr>
          <a:xfrm>
            <a:off x="5247503" y="1912031"/>
            <a:ext cx="2298356" cy="369332"/>
          </a:xfrm>
          <a:prstGeom prst="rect">
            <a:avLst/>
          </a:prstGeom>
          <a:noFill/>
        </p:spPr>
        <p:txBody>
          <a:bodyPr wrap="square" rtlCol="0">
            <a:spAutoFit/>
          </a:bodyPr>
          <a:lstStyle/>
          <a:p>
            <a:r>
              <a:rPr lang="zh-CN" altLang="en-US" dirty="0" smtClean="0">
                <a:solidFill>
                  <a:srgbClr val="FF0000"/>
                </a:solidFill>
              </a:rPr>
              <a:t>类似</a:t>
            </a:r>
            <a:r>
              <a:rPr lang="en-US" altLang="zh-CN" dirty="0" err="1" smtClean="0">
                <a:solidFill>
                  <a:srgbClr val="FF0000"/>
                </a:solidFill>
              </a:rPr>
              <a:t>file_operations</a:t>
            </a:r>
            <a:endParaRPr lang="zh-CN" altLang="en-US" dirty="0">
              <a:solidFill>
                <a:srgbClr val="FF0000"/>
              </a:solidFill>
            </a:endParaRPr>
          </a:p>
        </p:txBody>
      </p:sp>
    </p:spTree>
    <p:extLst>
      <p:ext uri="{BB962C8B-B14F-4D97-AF65-F5344CB8AC3E}">
        <p14:creationId xmlns:p14="http://schemas.microsoft.com/office/powerpoint/2010/main" val="8954585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smtClean="0"/>
              <a:t>Fuse</a:t>
            </a:r>
            <a:r>
              <a:rPr lang="zh-CN" altLang="en-US" dirty="0" smtClean="0"/>
              <a:t>的优点和缺点</a:t>
            </a:r>
            <a:endParaRPr lang="zh-CN" altLang="en-US" dirty="0"/>
          </a:p>
        </p:txBody>
      </p:sp>
      <p:sp>
        <p:nvSpPr>
          <p:cNvPr id="2" name="矩形 1"/>
          <p:cNvSpPr/>
          <p:nvPr/>
        </p:nvSpPr>
        <p:spPr>
          <a:xfrm>
            <a:off x="546100" y="1030925"/>
            <a:ext cx="6096000" cy="1477328"/>
          </a:xfrm>
          <a:prstGeom prst="rect">
            <a:avLst/>
          </a:prstGeom>
        </p:spPr>
        <p:txBody>
          <a:bodyPr>
            <a:spAutoFit/>
          </a:bodyPr>
          <a:lstStyle/>
          <a:p>
            <a:pPr marL="285750" indent="-285750">
              <a:buFont typeface="Arial" panose="020B0604020202020204" pitchFamily="34" charset="0"/>
              <a:buChar char="•"/>
            </a:pPr>
            <a:r>
              <a:rPr lang="zh-CN" altLang="en-US" dirty="0" smtClean="0"/>
              <a:t>不</a:t>
            </a:r>
            <a:r>
              <a:rPr lang="zh-CN" altLang="en-US" dirty="0"/>
              <a:t>需要编译到内核</a:t>
            </a:r>
            <a:r>
              <a:rPr lang="en-US" altLang="zh-CN" dirty="0"/>
              <a:t>,</a:t>
            </a:r>
            <a:r>
              <a:rPr lang="zh-CN" altLang="en-US" dirty="0"/>
              <a:t>不需要了解文件系统的内幕和内核模块编程的知识，开发难度</a:t>
            </a:r>
            <a:r>
              <a:rPr lang="zh-CN" altLang="en-US" dirty="0" smtClean="0"/>
              <a:t>低</a:t>
            </a:r>
            <a:endParaRPr lang="en-US" altLang="zh-CN" dirty="0" smtClean="0"/>
          </a:p>
          <a:p>
            <a:pPr marL="285750" indent="-285750">
              <a:buFont typeface="Arial" panose="020B0604020202020204" pitchFamily="34" charset="0"/>
              <a:buChar char="•"/>
            </a:pPr>
            <a:r>
              <a:rPr lang="zh-CN" altLang="en-US" dirty="0" smtClean="0"/>
              <a:t>出问题</a:t>
            </a:r>
            <a:r>
              <a:rPr lang="zh-CN" altLang="en-US" dirty="0"/>
              <a:t>不会导致系统</a:t>
            </a:r>
            <a:r>
              <a:rPr lang="zh-CN" altLang="en-US" dirty="0" smtClean="0"/>
              <a:t>崩溃</a:t>
            </a:r>
            <a:endParaRPr lang="en-US" altLang="zh-CN" dirty="0" smtClean="0"/>
          </a:p>
          <a:p>
            <a:pPr marL="285750" indent="-285750">
              <a:buFont typeface="Arial" panose="020B0604020202020204" pitchFamily="34" charset="0"/>
              <a:buChar char="•"/>
            </a:pPr>
            <a:r>
              <a:rPr lang="zh-CN" altLang="en-US" dirty="0" smtClean="0"/>
              <a:t>用户</a:t>
            </a:r>
            <a:r>
              <a:rPr lang="zh-CN" altLang="en-US" dirty="0"/>
              <a:t>空间下调试工具</a:t>
            </a:r>
            <a:r>
              <a:rPr lang="zh-CN" altLang="en-US" dirty="0" smtClean="0"/>
              <a:t>丰富</a:t>
            </a:r>
            <a:endParaRPr lang="en-US" altLang="zh-CN" dirty="0" smtClean="0"/>
          </a:p>
          <a:p>
            <a:pPr marL="285750" indent="-285750">
              <a:buFont typeface="Arial" panose="020B0604020202020204" pitchFamily="34" charset="0"/>
              <a:buChar char="•"/>
            </a:pPr>
            <a:r>
              <a:rPr lang="zh-CN" altLang="en-US" dirty="0" smtClean="0"/>
              <a:t>迎合</a:t>
            </a:r>
            <a:r>
              <a:rPr lang="zh-CN" altLang="en-US" dirty="0"/>
              <a:t>用户空间复杂多变的需求，灵活</a:t>
            </a:r>
          </a:p>
        </p:txBody>
      </p:sp>
      <p:sp>
        <p:nvSpPr>
          <p:cNvPr id="3" name="文本框 2"/>
          <p:cNvSpPr txBox="1"/>
          <p:nvPr/>
        </p:nvSpPr>
        <p:spPr>
          <a:xfrm>
            <a:off x="546100" y="3410465"/>
            <a:ext cx="6398397" cy="2308324"/>
          </a:xfrm>
          <a:prstGeom prst="rect">
            <a:avLst/>
          </a:prstGeom>
          <a:noFill/>
        </p:spPr>
        <p:txBody>
          <a:bodyPr wrap="square" rtlCol="0">
            <a:spAutoFit/>
          </a:bodyPr>
          <a:lstStyle/>
          <a:p>
            <a:r>
              <a:rPr lang="zh-CN" altLang="en-US" dirty="0" smtClean="0"/>
              <a:t>缺点：</a:t>
            </a:r>
            <a:endParaRPr lang="en-US" altLang="zh-CN" dirty="0" smtClean="0"/>
          </a:p>
          <a:p>
            <a:pPr marL="285750" indent="-285750">
              <a:buFont typeface="Arial" panose="020B0604020202020204" pitchFamily="34" charset="0"/>
              <a:buChar char="•"/>
            </a:pPr>
            <a:r>
              <a:rPr lang="zh-CN" altLang="en-US" dirty="0" smtClean="0"/>
              <a:t>底层</a:t>
            </a:r>
            <a:r>
              <a:rPr lang="zh-CN" altLang="en-US" dirty="0"/>
              <a:t>的功能支持不是很完整，比如中断、内核里的锁、睡眠</a:t>
            </a:r>
            <a:r>
              <a:rPr lang="zh-CN" altLang="en-US" dirty="0" smtClean="0"/>
              <a:t>机制</a:t>
            </a:r>
            <a:endParaRPr lang="en-US" altLang="zh-CN" dirty="0" smtClean="0"/>
          </a:p>
          <a:p>
            <a:pPr marL="285750" indent="-285750">
              <a:buFont typeface="Arial" panose="020B0604020202020204" pitchFamily="34" charset="0"/>
              <a:buChar char="•"/>
            </a:pPr>
            <a:r>
              <a:rPr lang="zh-CN" altLang="en-US" dirty="0" smtClean="0"/>
              <a:t>性能</a:t>
            </a:r>
            <a:r>
              <a:rPr lang="zh-CN" altLang="en-US" dirty="0"/>
              <a:t>差，体现在以下几点</a:t>
            </a:r>
            <a:r>
              <a:rPr lang="zh-CN" altLang="en-US" dirty="0" smtClean="0"/>
              <a:t>：</a:t>
            </a:r>
            <a:endParaRPr lang="en-US" altLang="zh-CN" dirty="0" smtClean="0"/>
          </a:p>
          <a:p>
            <a:pPr marL="742950" lvl="1" indent="-285750">
              <a:buFont typeface="Arial" panose="020B0604020202020204" pitchFamily="34" charset="0"/>
              <a:buChar char="•"/>
            </a:pPr>
            <a:r>
              <a:rPr lang="zh-CN" altLang="en-US" dirty="0" smtClean="0"/>
              <a:t>访问</a:t>
            </a:r>
            <a:r>
              <a:rPr lang="zh-CN" altLang="en-US" dirty="0"/>
              <a:t>路径长，从</a:t>
            </a:r>
            <a:r>
              <a:rPr lang="en-US" altLang="zh-CN" dirty="0"/>
              <a:t>VFS</a:t>
            </a:r>
            <a:r>
              <a:rPr lang="zh-CN" altLang="en-US" dirty="0"/>
              <a:t>到</a:t>
            </a:r>
            <a:r>
              <a:rPr lang="en-US" altLang="zh-CN" dirty="0"/>
              <a:t>fuse</a:t>
            </a:r>
            <a:r>
              <a:rPr lang="zh-CN" altLang="en-US" dirty="0"/>
              <a:t>到</a:t>
            </a:r>
            <a:r>
              <a:rPr lang="en-US" altLang="zh-CN" dirty="0"/>
              <a:t>daemon</a:t>
            </a:r>
            <a:r>
              <a:rPr lang="zh-CN" altLang="en-US" dirty="0"/>
              <a:t>，以及</a:t>
            </a:r>
            <a:r>
              <a:rPr lang="zh-CN" altLang="en-US" dirty="0" smtClean="0"/>
              <a:t>返回</a:t>
            </a:r>
            <a:endParaRPr lang="en-US" altLang="zh-CN" dirty="0" smtClean="0"/>
          </a:p>
          <a:p>
            <a:pPr marL="742950" lvl="1" indent="-285750">
              <a:buFont typeface="Arial" panose="020B0604020202020204" pitchFamily="34" charset="0"/>
              <a:buChar char="•"/>
            </a:pPr>
            <a:r>
              <a:rPr lang="zh-CN" altLang="en-US" dirty="0" smtClean="0"/>
              <a:t>用户</a:t>
            </a:r>
            <a:r>
              <a:rPr lang="zh-CN" altLang="en-US" dirty="0"/>
              <a:t>态和内核态频繁</a:t>
            </a:r>
            <a:r>
              <a:rPr lang="zh-CN" altLang="en-US" dirty="0" smtClean="0"/>
              <a:t>切换</a:t>
            </a:r>
            <a:endParaRPr lang="en-US" altLang="zh-CN" dirty="0" smtClean="0"/>
          </a:p>
          <a:p>
            <a:pPr marL="742950" lvl="1" indent="-285750">
              <a:buFont typeface="Arial" panose="020B0604020202020204" pitchFamily="34" charset="0"/>
              <a:buChar char="•"/>
            </a:pPr>
            <a:r>
              <a:rPr lang="zh-CN" altLang="en-US" dirty="0" smtClean="0"/>
              <a:t>增加</a:t>
            </a:r>
            <a:r>
              <a:rPr lang="zh-CN" altLang="en-US" dirty="0"/>
              <a:t>了数据</a:t>
            </a:r>
            <a:r>
              <a:rPr lang="en-US" altLang="zh-CN" dirty="0"/>
              <a:t>copy</a:t>
            </a:r>
            <a:r>
              <a:rPr lang="zh-CN" altLang="en-US" dirty="0" smtClean="0"/>
              <a:t>次数</a:t>
            </a:r>
            <a:endParaRPr lang="en-US" altLang="zh-CN" dirty="0" smtClean="0"/>
          </a:p>
          <a:p>
            <a:pPr marL="742950" lvl="1" indent="-285750">
              <a:buFont typeface="Arial" panose="020B0604020202020204" pitchFamily="34" charset="0"/>
              <a:buChar char="•"/>
            </a:pPr>
            <a:r>
              <a:rPr lang="en-US" altLang="zh-CN" dirty="0" smtClean="0"/>
              <a:t>I/O</a:t>
            </a:r>
            <a:r>
              <a:rPr lang="zh-CN" altLang="en-US" dirty="0"/>
              <a:t>吞吐量低</a:t>
            </a:r>
          </a:p>
        </p:txBody>
      </p:sp>
    </p:spTree>
    <p:extLst>
      <p:ext uri="{BB962C8B-B14F-4D97-AF65-F5344CB8AC3E}">
        <p14:creationId xmlns:p14="http://schemas.microsoft.com/office/powerpoint/2010/main" val="28597014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smtClean="0"/>
              <a:t>的运用</a:t>
            </a:r>
            <a:endParaRPr lang="zh-CN" altLang="en-US" dirty="0"/>
          </a:p>
        </p:txBody>
      </p:sp>
      <p:sp>
        <p:nvSpPr>
          <p:cNvPr id="2" name="矩形 1"/>
          <p:cNvSpPr/>
          <p:nvPr/>
        </p:nvSpPr>
        <p:spPr>
          <a:xfrm>
            <a:off x="546099" y="1416028"/>
            <a:ext cx="8952127" cy="4616648"/>
          </a:xfrm>
          <a:prstGeom prst="rect">
            <a:avLst/>
          </a:prstGeom>
        </p:spPr>
        <p:txBody>
          <a:bodyPr wrap="square">
            <a:spAutoFit/>
          </a:bodyPr>
          <a:lstStyle/>
          <a:p>
            <a:pPr marL="285750" indent="-285750">
              <a:buFont typeface="Arial" panose="020B0604020202020204" pitchFamily="34" charset="0"/>
              <a:buChar char="•"/>
            </a:pPr>
            <a:r>
              <a:rPr lang="zh-CN" altLang="en-US" sz="1400" dirty="0"/>
              <a:t>早期，</a:t>
            </a:r>
            <a:r>
              <a:rPr lang="en-US" altLang="zh-CN" sz="1400" dirty="0" err="1"/>
              <a:t>sdcard</a:t>
            </a:r>
            <a:r>
              <a:rPr lang="zh-CN" altLang="en-US" sz="1400" dirty="0"/>
              <a:t>是一个独立的分区，</a:t>
            </a:r>
            <a:r>
              <a:rPr lang="en-US" altLang="zh-CN" sz="1400" dirty="0"/>
              <a:t>google</a:t>
            </a:r>
            <a:r>
              <a:rPr lang="zh-CN" altLang="en-US" sz="1400" dirty="0"/>
              <a:t>将其格式化为</a:t>
            </a:r>
            <a:r>
              <a:rPr lang="en-US" altLang="zh-CN" sz="1400" dirty="0" smtClean="0"/>
              <a:t>VFAT</a:t>
            </a:r>
          </a:p>
          <a:p>
            <a:r>
              <a:rPr lang="en-US" altLang="zh-CN" sz="1400" dirty="0"/>
              <a:t>     --》</a:t>
            </a:r>
            <a:r>
              <a:rPr lang="zh-CN" altLang="en-US" sz="1400" dirty="0"/>
              <a:t>没有权限</a:t>
            </a:r>
            <a:r>
              <a:rPr lang="zh-CN" altLang="en-US" sz="1400" dirty="0" smtClean="0"/>
              <a:t>管理</a:t>
            </a:r>
            <a:endParaRPr lang="en-US" altLang="zh-CN" sz="1400" dirty="0" smtClean="0"/>
          </a:p>
          <a:p>
            <a:endParaRPr lang="en-US" altLang="zh-CN" sz="1400" dirty="0" smtClean="0"/>
          </a:p>
          <a:p>
            <a:pPr marL="285750" indent="-285750">
              <a:buFont typeface="Arial" panose="020B0604020202020204" pitchFamily="34" charset="0"/>
              <a:buChar char="•"/>
            </a:pPr>
            <a:r>
              <a:rPr lang="zh-CN" altLang="en-US" sz="1400" dirty="0"/>
              <a:t>在</a:t>
            </a:r>
            <a:r>
              <a:rPr lang="en-US" altLang="zh-CN" sz="1400" dirty="0"/>
              <a:t>andorid4.4 </a:t>
            </a:r>
            <a:r>
              <a:rPr lang="zh-CN" altLang="en-US" sz="1400" dirty="0"/>
              <a:t>中引入了 </a:t>
            </a:r>
            <a:r>
              <a:rPr lang="en-US" altLang="zh-CN" sz="1400" dirty="0" smtClean="0"/>
              <a:t>FUSE</a:t>
            </a:r>
            <a:r>
              <a:rPr lang="zh-CN" altLang="en-US" sz="1400" dirty="0" smtClean="0"/>
              <a:t>。</a:t>
            </a:r>
            <a:endParaRPr lang="en-US" altLang="zh-CN" sz="1400" dirty="0" smtClean="0"/>
          </a:p>
          <a:p>
            <a:r>
              <a:rPr lang="zh-CN" altLang="en-US" sz="1400" dirty="0" smtClean="0"/>
              <a:t>     </a:t>
            </a:r>
            <a:r>
              <a:rPr lang="en-US" altLang="zh-CN" sz="1400" dirty="0" smtClean="0"/>
              <a:t>--》</a:t>
            </a:r>
            <a:r>
              <a:rPr lang="zh-CN" altLang="en-US" sz="1400" dirty="0" smtClean="0"/>
              <a:t>区分</a:t>
            </a:r>
            <a:r>
              <a:rPr lang="en-US" altLang="zh-CN" sz="1400" dirty="0"/>
              <a:t>app</a:t>
            </a:r>
            <a:r>
              <a:rPr lang="zh-CN" altLang="en-US" sz="1400" dirty="0"/>
              <a:t>的私有目录和共享</a:t>
            </a:r>
            <a:r>
              <a:rPr lang="zh-CN" altLang="en-US" sz="1400" dirty="0" smtClean="0"/>
              <a:t>目录，共享目录需要</a:t>
            </a:r>
            <a:r>
              <a:rPr lang="en-US" altLang="zh-CN" sz="1400" dirty="0" smtClean="0"/>
              <a:t>WRITE_EXTERNAL_STORAGE</a:t>
            </a:r>
          </a:p>
          <a:p>
            <a:endParaRPr lang="en-US" altLang="zh-CN" sz="1400" dirty="0" smtClean="0"/>
          </a:p>
          <a:p>
            <a:pPr marL="285750" indent="-285750">
              <a:buFont typeface="Arial" panose="020B0604020202020204" pitchFamily="34" charset="0"/>
              <a:buChar char="•"/>
            </a:pPr>
            <a:r>
              <a:rPr lang="en-US" altLang="zh-CN" sz="1400" dirty="0" smtClean="0"/>
              <a:t>6.0</a:t>
            </a:r>
            <a:r>
              <a:rPr lang="zh-CN" altLang="en-US" sz="1400" dirty="0"/>
              <a:t>引入了动态</a:t>
            </a:r>
            <a:r>
              <a:rPr lang="zh-CN" altLang="en-US" sz="1400" dirty="0" smtClean="0"/>
              <a:t>权限</a:t>
            </a:r>
            <a:endParaRPr lang="en-US" altLang="zh-CN" sz="1400" dirty="0" smtClean="0"/>
          </a:p>
          <a:p>
            <a:r>
              <a:rPr lang="en-US" altLang="zh-CN" sz="1400" dirty="0"/>
              <a:t>     --》 </a:t>
            </a:r>
            <a:r>
              <a:rPr lang="zh-CN" altLang="en-US" sz="1400" dirty="0"/>
              <a:t>会存在多个</a:t>
            </a:r>
            <a:r>
              <a:rPr lang="en-US" altLang="zh-CN" sz="1400" dirty="0"/>
              <a:t>fuse</a:t>
            </a:r>
            <a:r>
              <a:rPr lang="zh-CN" altLang="en-US" sz="1400" dirty="0"/>
              <a:t>挂载</a:t>
            </a:r>
            <a:r>
              <a:rPr lang="zh-CN" altLang="en-US" sz="1400" dirty="0" smtClean="0"/>
              <a:t>点</a:t>
            </a:r>
            <a:endParaRPr lang="en-US" altLang="zh-CN" sz="1400" dirty="0" smtClean="0"/>
          </a:p>
          <a:p>
            <a:endParaRPr lang="en-US" altLang="zh-CN" sz="1400" dirty="0" smtClean="0"/>
          </a:p>
          <a:p>
            <a:pPr marL="285750" indent="-285750">
              <a:buFont typeface="Arial" panose="020B0604020202020204" pitchFamily="34" charset="0"/>
              <a:buChar char="•"/>
            </a:pPr>
            <a:r>
              <a:rPr lang="zh-CN" altLang="en-US" sz="1400" dirty="0" smtClean="0"/>
              <a:t>从</a:t>
            </a:r>
            <a:r>
              <a:rPr lang="en-US" altLang="zh-CN" sz="1400" dirty="0"/>
              <a:t>4.0</a:t>
            </a:r>
            <a:r>
              <a:rPr lang="zh-CN" altLang="en-US" sz="1400" dirty="0"/>
              <a:t>就开始布局的多用户功能开始成熟，</a:t>
            </a:r>
            <a:r>
              <a:rPr lang="zh-CN" altLang="en-US" sz="1400" dirty="0" smtClean="0"/>
              <a:t>多用户的支持带来了一些需求：</a:t>
            </a:r>
            <a:endParaRPr lang="en-US" altLang="zh-CN" sz="1400" dirty="0" smtClean="0"/>
          </a:p>
          <a:p>
            <a:r>
              <a:rPr lang="en-US" altLang="zh-CN" sz="1400" dirty="0" smtClean="0"/>
              <a:t>    --》</a:t>
            </a:r>
            <a:r>
              <a:rPr lang="zh-CN" altLang="en-US" sz="1400" dirty="0" smtClean="0"/>
              <a:t>每个</a:t>
            </a:r>
            <a:r>
              <a:rPr lang="zh-CN" altLang="en-US" sz="1400" dirty="0"/>
              <a:t>用户拥有独立的外部存储</a:t>
            </a:r>
            <a:r>
              <a:rPr lang="zh-CN" altLang="en-US" sz="1400" dirty="0" smtClean="0"/>
              <a:t>。不同</a:t>
            </a:r>
            <a:r>
              <a:rPr lang="zh-CN" altLang="en-US" sz="1400" dirty="0"/>
              <a:t>用户的挂载对别的用户不</a:t>
            </a:r>
            <a:r>
              <a:rPr lang="zh-CN" altLang="en-US" sz="1400" dirty="0" smtClean="0"/>
              <a:t>可见</a:t>
            </a:r>
            <a:endParaRPr lang="en-US" altLang="zh-CN" sz="1400" dirty="0" smtClean="0"/>
          </a:p>
          <a:p>
            <a:endParaRPr lang="en-US" altLang="zh-CN" sz="1400" dirty="0" smtClean="0"/>
          </a:p>
          <a:p>
            <a:pPr marL="285750" indent="-285750">
              <a:buFont typeface="Arial" panose="020B0604020202020204" pitchFamily="34" charset="0"/>
              <a:buChar char="•"/>
            </a:pPr>
            <a:r>
              <a:rPr lang="en-US" altLang="zh-CN" sz="1400" dirty="0"/>
              <a:t>Android 8 </a:t>
            </a:r>
            <a:r>
              <a:rPr lang="zh-CN" altLang="en-US" sz="1400" dirty="0"/>
              <a:t>引入了 </a:t>
            </a:r>
            <a:r>
              <a:rPr lang="en-US" altLang="zh-CN" sz="1400" dirty="0" err="1"/>
              <a:t>SDCardFS</a:t>
            </a:r>
            <a:r>
              <a:rPr lang="en-US" altLang="zh-CN" sz="1400" dirty="0"/>
              <a:t>,</a:t>
            </a:r>
            <a:r>
              <a:rPr lang="zh-CN" altLang="en-US" sz="1400" dirty="0"/>
              <a:t>替换</a:t>
            </a:r>
            <a:r>
              <a:rPr lang="en-US" altLang="zh-CN" sz="1400" dirty="0" smtClean="0"/>
              <a:t>FUSE</a:t>
            </a:r>
          </a:p>
          <a:p>
            <a:r>
              <a:rPr lang="en-US" altLang="zh-CN" sz="1400" dirty="0"/>
              <a:t>    </a:t>
            </a:r>
            <a:r>
              <a:rPr lang="en-US" altLang="zh-CN" sz="1400" dirty="0" smtClean="0"/>
              <a:t>--》</a:t>
            </a:r>
            <a:r>
              <a:rPr lang="zh-CN" altLang="en-US" sz="1400" dirty="0" smtClean="0"/>
              <a:t>解决</a:t>
            </a:r>
            <a:r>
              <a:rPr lang="en-US" altLang="zh-CN" sz="1400" dirty="0"/>
              <a:t>FUSE</a:t>
            </a:r>
            <a:r>
              <a:rPr lang="zh-CN" altLang="en-US" sz="1400" dirty="0"/>
              <a:t>的性能</a:t>
            </a:r>
            <a:r>
              <a:rPr lang="zh-CN" altLang="en-US" sz="1400" dirty="0" smtClean="0"/>
              <a:t>问题</a:t>
            </a:r>
            <a:endParaRPr lang="en-US" altLang="zh-CN" sz="1400" dirty="0" smtClean="0"/>
          </a:p>
          <a:p>
            <a:endParaRPr lang="en-US" altLang="zh-CN" sz="1400" dirty="0" smtClean="0"/>
          </a:p>
          <a:p>
            <a:pPr marL="285750" indent="-285750">
              <a:buFont typeface="Arial" panose="020B0604020202020204" pitchFamily="34" charset="0"/>
              <a:buChar char="•"/>
            </a:pPr>
            <a:r>
              <a:rPr lang="en-US" altLang="zh-CN" sz="1400" dirty="0" smtClean="0"/>
              <a:t>Android </a:t>
            </a:r>
            <a:r>
              <a:rPr lang="en-US" altLang="zh-CN" sz="1400" dirty="0"/>
              <a:t>11</a:t>
            </a:r>
            <a:r>
              <a:rPr lang="zh-CN" altLang="en-US" sz="1400" dirty="0"/>
              <a:t>为了支持分区存储， 又用</a:t>
            </a:r>
            <a:r>
              <a:rPr lang="en-US" altLang="zh-CN" sz="1400" dirty="0"/>
              <a:t>FUSE </a:t>
            </a:r>
            <a:r>
              <a:rPr lang="zh-CN" altLang="en-US" sz="1400" dirty="0"/>
              <a:t>替换了</a:t>
            </a:r>
            <a:r>
              <a:rPr lang="en-US" altLang="zh-CN" sz="1400" dirty="0" err="1" smtClean="0"/>
              <a:t>SDCardFS</a:t>
            </a:r>
            <a:endParaRPr lang="en-US" altLang="zh-CN" sz="1400" dirty="0" smtClean="0"/>
          </a:p>
          <a:p>
            <a:r>
              <a:rPr lang="en-US" altLang="zh-CN" sz="1400" dirty="0"/>
              <a:t> </a:t>
            </a:r>
            <a:r>
              <a:rPr lang="en-US" altLang="zh-CN" sz="1400" dirty="0" smtClean="0"/>
              <a:t>   --》</a:t>
            </a:r>
            <a:r>
              <a:rPr lang="zh-CN" altLang="en-US" sz="1400" dirty="0"/>
              <a:t>通过</a:t>
            </a:r>
            <a:r>
              <a:rPr lang="zh-CN" altLang="en-US" sz="1400" dirty="0" smtClean="0"/>
              <a:t>微调优化了</a:t>
            </a:r>
            <a:r>
              <a:rPr lang="en-US" altLang="zh-CN" sz="1400" dirty="0" smtClean="0"/>
              <a:t>fuse</a:t>
            </a:r>
            <a:r>
              <a:rPr lang="zh-CN" altLang="en-US" sz="1400" dirty="0" smtClean="0"/>
              <a:t>的性能，相比 </a:t>
            </a:r>
            <a:r>
              <a:rPr lang="en-US" altLang="zh-CN" sz="1400" dirty="0"/>
              <a:t>Android </a:t>
            </a:r>
            <a:r>
              <a:rPr lang="en-US" altLang="zh-CN" sz="1400" dirty="0" smtClean="0"/>
              <a:t>7</a:t>
            </a:r>
            <a:r>
              <a:rPr lang="zh-CN" altLang="en-US" sz="1400" dirty="0" smtClean="0"/>
              <a:t>有提升，但还是不如</a:t>
            </a:r>
            <a:r>
              <a:rPr lang="en-US" altLang="zh-CN" sz="1400" dirty="0" err="1" smtClean="0"/>
              <a:t>SDCardFS</a:t>
            </a:r>
            <a:endParaRPr lang="en-US" altLang="zh-CN" sz="1400" dirty="0" smtClean="0"/>
          </a:p>
          <a:p>
            <a:endParaRPr lang="en-US" altLang="zh-CN" sz="1400" dirty="0" smtClean="0"/>
          </a:p>
          <a:p>
            <a:pPr marL="285750" indent="-285750">
              <a:buFont typeface="Arial" panose="020B0604020202020204" pitchFamily="34" charset="0"/>
              <a:buChar char="•"/>
            </a:pPr>
            <a:r>
              <a:rPr lang="en-US" altLang="zh-CN" sz="1400" dirty="0"/>
              <a:t>Android 12 </a:t>
            </a:r>
            <a:r>
              <a:rPr lang="zh-CN" altLang="en-US" sz="1400" dirty="0"/>
              <a:t>支持 </a:t>
            </a:r>
            <a:r>
              <a:rPr lang="en-US" altLang="zh-CN" sz="1400" dirty="0"/>
              <a:t>FUSE </a:t>
            </a:r>
            <a:r>
              <a:rPr lang="zh-CN" altLang="en-US" sz="1400" dirty="0"/>
              <a:t>透传功能，此功能可以最大限度地降低 </a:t>
            </a:r>
            <a:r>
              <a:rPr lang="en-US" altLang="zh-CN" sz="1400" dirty="0"/>
              <a:t>FUSE </a:t>
            </a:r>
            <a:r>
              <a:rPr lang="zh-CN" altLang="en-US" sz="1400" dirty="0"/>
              <a:t>开销，从而实现可媲美直接访问下层文件系统的性能</a:t>
            </a:r>
            <a:endParaRPr lang="en-US" altLang="zh-CN" sz="1400" dirty="0" smtClean="0"/>
          </a:p>
          <a:p>
            <a:pPr marL="285750" indent="-285750">
              <a:buFont typeface="Arial" panose="020B0604020202020204" pitchFamily="34" charset="0"/>
              <a:buChar char="•"/>
            </a:pPr>
            <a:endParaRPr lang="zh-CN" altLang="en-US" sz="1400" dirty="0"/>
          </a:p>
        </p:txBody>
      </p:sp>
      <p:sp>
        <p:nvSpPr>
          <p:cNvPr id="4" name="文本框 3"/>
          <p:cNvSpPr txBox="1"/>
          <p:nvPr/>
        </p:nvSpPr>
        <p:spPr>
          <a:xfrm>
            <a:off x="546100" y="950421"/>
            <a:ext cx="2757273" cy="369332"/>
          </a:xfrm>
          <a:prstGeom prst="rect">
            <a:avLst/>
          </a:prstGeom>
          <a:noFill/>
        </p:spPr>
        <p:txBody>
          <a:bodyPr wrap="square" rtlCol="0">
            <a:spAutoFit/>
          </a:bodyPr>
          <a:lstStyle/>
          <a:p>
            <a:r>
              <a:rPr lang="zh-CN" altLang="en-US" dirty="0"/>
              <a:t>历史演变</a:t>
            </a:r>
          </a:p>
        </p:txBody>
      </p:sp>
    </p:spTree>
    <p:extLst>
      <p:ext uri="{BB962C8B-B14F-4D97-AF65-F5344CB8AC3E}">
        <p14:creationId xmlns:p14="http://schemas.microsoft.com/office/powerpoint/2010/main" val="151442664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4" name="文本框 3"/>
          <p:cNvSpPr txBox="1"/>
          <p:nvPr/>
        </p:nvSpPr>
        <p:spPr>
          <a:xfrm>
            <a:off x="546099" y="876280"/>
            <a:ext cx="7584647" cy="369332"/>
          </a:xfrm>
          <a:prstGeom prst="rect">
            <a:avLst/>
          </a:prstGeom>
          <a:noFill/>
        </p:spPr>
        <p:txBody>
          <a:bodyPr wrap="square" rtlCol="0">
            <a:spAutoFit/>
          </a:bodyPr>
          <a:lstStyle/>
          <a:p>
            <a:r>
              <a:rPr lang="en-US" altLang="zh-CN" dirty="0" smtClean="0"/>
              <a:t>Fuse</a:t>
            </a:r>
            <a:r>
              <a:rPr lang="zh-CN" altLang="en-US" dirty="0" smtClean="0"/>
              <a:t>对性能有多大影响？以下在安卓</a:t>
            </a:r>
            <a:r>
              <a:rPr lang="en-US" altLang="zh-CN" dirty="0" smtClean="0"/>
              <a:t>7</a:t>
            </a:r>
            <a:r>
              <a:rPr lang="zh-CN" altLang="en-US" dirty="0" smtClean="0"/>
              <a:t>的模拟器上测试</a:t>
            </a:r>
            <a:endParaRPr lang="zh-CN" altLang="en-US" dirty="0"/>
          </a:p>
        </p:txBody>
      </p:sp>
      <p:sp>
        <p:nvSpPr>
          <p:cNvPr id="3" name="文本框 2"/>
          <p:cNvSpPr txBox="1"/>
          <p:nvPr/>
        </p:nvSpPr>
        <p:spPr>
          <a:xfrm>
            <a:off x="634313" y="1356411"/>
            <a:ext cx="10659762" cy="2123658"/>
          </a:xfrm>
          <a:prstGeom prst="rect">
            <a:avLst/>
          </a:prstGeom>
          <a:noFill/>
        </p:spPr>
        <p:txBody>
          <a:bodyPr wrap="square" rtlCol="0">
            <a:spAutoFit/>
          </a:bodyPr>
          <a:lstStyle/>
          <a:p>
            <a:r>
              <a:rPr lang="en-US" altLang="zh-CN" sz="1200" dirty="0" smtClean="0"/>
              <a:t>#</a:t>
            </a:r>
            <a:r>
              <a:rPr lang="zh-CN" altLang="en-US" sz="1200" dirty="0" smtClean="0"/>
              <a:t>基于</a:t>
            </a:r>
            <a:r>
              <a:rPr lang="en-US" altLang="zh-CN" sz="1200" dirty="0"/>
              <a:t>Android 7</a:t>
            </a:r>
          </a:p>
          <a:p>
            <a:r>
              <a:rPr lang="en-US" altLang="zh-CN" sz="1200" dirty="0"/>
              <a:t>generic_x86:/</a:t>
            </a:r>
            <a:r>
              <a:rPr lang="en-US" altLang="zh-CN" sz="1200" dirty="0" err="1"/>
              <a:t>sdcard</a:t>
            </a:r>
            <a:r>
              <a:rPr lang="en-US" altLang="zh-CN" sz="1200" dirty="0"/>
              <a:t> # cat test.txt                                             </a:t>
            </a:r>
          </a:p>
          <a:p>
            <a:r>
              <a:rPr lang="en-US" altLang="zh-CN" sz="1200" dirty="0"/>
              <a:t>12345</a:t>
            </a:r>
          </a:p>
          <a:p>
            <a:r>
              <a:rPr lang="en-US" altLang="zh-CN" sz="1200" dirty="0"/>
              <a:t>generic_x86:/</a:t>
            </a:r>
            <a:r>
              <a:rPr lang="en-US" altLang="zh-CN" sz="1200" dirty="0" err="1"/>
              <a:t>sdcard</a:t>
            </a:r>
            <a:r>
              <a:rPr lang="en-US" altLang="zh-CN" sz="1200" dirty="0"/>
              <a:t> # </a:t>
            </a:r>
            <a:r>
              <a:rPr lang="en-US" altLang="zh-CN" sz="1200" dirty="0" err="1"/>
              <a:t>strace</a:t>
            </a:r>
            <a:r>
              <a:rPr lang="en-US" altLang="zh-CN" sz="1200" dirty="0"/>
              <a:t> -f -e </a:t>
            </a:r>
            <a:r>
              <a:rPr lang="en-US" altLang="zh-CN" sz="1200" dirty="0" err="1"/>
              <a:t>open,openat,read,close</a:t>
            </a:r>
            <a:r>
              <a:rPr lang="en-US" altLang="zh-CN" sz="1200" dirty="0"/>
              <a:t> cat test.txt</a:t>
            </a:r>
          </a:p>
          <a:p>
            <a:r>
              <a:rPr lang="en-US" altLang="zh-CN" sz="1200" dirty="0"/>
              <a:t>(..</a:t>
            </a:r>
            <a:r>
              <a:rPr lang="zh-CN" altLang="en-US" sz="1200" dirty="0"/>
              <a:t>忽略前面一大段不相关的，从</a:t>
            </a:r>
            <a:r>
              <a:rPr lang="en-US" altLang="zh-CN" sz="1200" dirty="0"/>
              <a:t>open test.txt</a:t>
            </a:r>
            <a:r>
              <a:rPr lang="zh-CN" altLang="en-US" sz="1200" dirty="0"/>
              <a:t>开始</a:t>
            </a:r>
            <a:r>
              <a:rPr lang="en-US" altLang="zh-CN" sz="1200" dirty="0"/>
              <a:t>)</a:t>
            </a:r>
          </a:p>
          <a:p>
            <a:r>
              <a:rPr lang="en-US" altLang="zh-CN" sz="1200" dirty="0" err="1"/>
              <a:t>openat</a:t>
            </a:r>
            <a:r>
              <a:rPr lang="en-US" altLang="zh-CN" sz="1200" dirty="0"/>
              <a:t>(AT_FDCWD, "test.txt", O_RDONLY|O_LARGEFILE|O_CLOEXEC) = 3</a:t>
            </a:r>
          </a:p>
          <a:p>
            <a:r>
              <a:rPr lang="en-US" altLang="zh-CN" sz="1200" dirty="0"/>
              <a:t>read(3, "12345\n", 4096)                = 6</a:t>
            </a:r>
          </a:p>
          <a:p>
            <a:r>
              <a:rPr lang="en-US" altLang="zh-CN" sz="1200" dirty="0"/>
              <a:t>12345</a:t>
            </a:r>
          </a:p>
          <a:p>
            <a:r>
              <a:rPr lang="en-US" altLang="zh-CN" sz="1200" dirty="0"/>
              <a:t>read(3, "", 4096)                       = 0</a:t>
            </a:r>
          </a:p>
          <a:p>
            <a:r>
              <a:rPr lang="en-US" altLang="zh-CN" sz="1200" dirty="0"/>
              <a:t>close(3)                                = 0</a:t>
            </a:r>
          </a:p>
          <a:p>
            <a:r>
              <a:rPr lang="en-US" altLang="zh-CN" sz="1200" dirty="0"/>
              <a:t>+++ exited with 0 +++</a:t>
            </a:r>
            <a:endParaRPr lang="zh-CN" altLang="en-US" sz="1200" dirty="0"/>
          </a:p>
        </p:txBody>
      </p:sp>
      <p:sp>
        <p:nvSpPr>
          <p:cNvPr id="6" name="文本框 5"/>
          <p:cNvSpPr txBox="1"/>
          <p:nvPr/>
        </p:nvSpPr>
        <p:spPr>
          <a:xfrm>
            <a:off x="691978" y="3682314"/>
            <a:ext cx="3772930" cy="369332"/>
          </a:xfrm>
          <a:prstGeom prst="rect">
            <a:avLst/>
          </a:prstGeom>
          <a:noFill/>
        </p:spPr>
        <p:txBody>
          <a:bodyPr wrap="square" rtlCol="0">
            <a:spAutoFit/>
          </a:bodyPr>
          <a:lstStyle/>
          <a:p>
            <a:r>
              <a:rPr lang="zh-CN" altLang="en-US" dirty="0" smtClean="0"/>
              <a:t>捕捉</a:t>
            </a:r>
            <a:r>
              <a:rPr lang="en-US" altLang="zh-CN" dirty="0" err="1" smtClean="0"/>
              <a:t>sdcard</a:t>
            </a:r>
            <a:r>
              <a:rPr lang="zh-CN" altLang="en-US" dirty="0" smtClean="0"/>
              <a:t>进程：</a:t>
            </a:r>
            <a:endParaRPr lang="zh-CN" altLang="en-US" dirty="0"/>
          </a:p>
        </p:txBody>
      </p:sp>
      <p:sp>
        <p:nvSpPr>
          <p:cNvPr id="7" name="文本框 6"/>
          <p:cNvSpPr txBox="1"/>
          <p:nvPr/>
        </p:nvSpPr>
        <p:spPr>
          <a:xfrm>
            <a:off x="799070" y="4160108"/>
            <a:ext cx="10618573" cy="2031325"/>
          </a:xfrm>
          <a:prstGeom prst="rect">
            <a:avLst/>
          </a:prstGeom>
          <a:noFill/>
        </p:spPr>
        <p:txBody>
          <a:bodyPr wrap="square" rtlCol="0">
            <a:spAutoFit/>
          </a:bodyPr>
          <a:lstStyle/>
          <a:p>
            <a:r>
              <a:rPr lang="en-US" altLang="zh-CN" sz="1400" dirty="0"/>
              <a:t>generic_x86:/</a:t>
            </a:r>
            <a:r>
              <a:rPr lang="en-US" altLang="zh-CN" sz="1400" dirty="0" err="1"/>
              <a:t>sdcard</a:t>
            </a:r>
            <a:r>
              <a:rPr lang="en-US" altLang="zh-CN" sz="1400" dirty="0"/>
              <a:t> #  </a:t>
            </a:r>
            <a:r>
              <a:rPr lang="en-US" altLang="zh-CN" sz="1400" dirty="0" err="1"/>
              <a:t>ps</a:t>
            </a:r>
            <a:r>
              <a:rPr lang="en-US" altLang="zh-CN" sz="1400" dirty="0"/>
              <a:t> | </a:t>
            </a:r>
            <a:r>
              <a:rPr lang="en-US" altLang="zh-CN" sz="1400" dirty="0" err="1"/>
              <a:t>grep</a:t>
            </a:r>
            <a:r>
              <a:rPr lang="en-US" altLang="zh-CN" sz="1400" dirty="0"/>
              <a:t> </a:t>
            </a:r>
            <a:r>
              <a:rPr lang="en-US" altLang="zh-CN" sz="1400" dirty="0" err="1"/>
              <a:t>sdcard</a:t>
            </a:r>
            <a:endParaRPr lang="en-US" altLang="zh-CN" sz="1400" dirty="0"/>
          </a:p>
          <a:p>
            <a:r>
              <a:rPr lang="en-US" altLang="zh-CN" sz="1400" dirty="0" err="1"/>
              <a:t>media_rw</a:t>
            </a:r>
            <a:r>
              <a:rPr lang="en-US" altLang="zh-CN" sz="1400" dirty="0"/>
              <a:t>  1945  1308  9504   1652  </a:t>
            </a:r>
            <a:r>
              <a:rPr lang="en-US" altLang="zh-CN" sz="1400" dirty="0" err="1"/>
              <a:t>inotify_re</a:t>
            </a:r>
            <a:r>
              <a:rPr lang="en-US" altLang="zh-CN" sz="1400" dirty="0"/>
              <a:t> b0e62424 S /system/bin/</a:t>
            </a:r>
            <a:r>
              <a:rPr lang="en-US" altLang="zh-CN" sz="1400" dirty="0" err="1"/>
              <a:t>sdcard</a:t>
            </a:r>
            <a:endParaRPr lang="en-US" altLang="zh-CN" sz="1400" dirty="0"/>
          </a:p>
          <a:p>
            <a:r>
              <a:rPr lang="en-US" altLang="zh-CN" sz="1400" dirty="0" err="1"/>
              <a:t>media_rw</a:t>
            </a:r>
            <a:r>
              <a:rPr lang="en-US" altLang="zh-CN" sz="1400" dirty="0"/>
              <a:t>  1994  1308  9500   1688  </a:t>
            </a:r>
            <a:r>
              <a:rPr lang="en-US" altLang="zh-CN" sz="1400" dirty="0" err="1"/>
              <a:t>inotify_re</a:t>
            </a:r>
            <a:r>
              <a:rPr lang="en-US" altLang="zh-CN" sz="1400" dirty="0"/>
              <a:t> b2da9424 S /system/bin/</a:t>
            </a:r>
            <a:r>
              <a:rPr lang="en-US" altLang="zh-CN" sz="1400" dirty="0" err="1"/>
              <a:t>sdcard</a:t>
            </a:r>
            <a:endParaRPr lang="en-US" altLang="zh-CN" sz="1400" dirty="0"/>
          </a:p>
          <a:p>
            <a:r>
              <a:rPr lang="en-US" altLang="zh-CN" sz="1400" dirty="0"/>
              <a:t>generic_x86:/</a:t>
            </a:r>
            <a:r>
              <a:rPr lang="en-US" altLang="zh-CN" sz="1400" dirty="0" err="1"/>
              <a:t>sdcard</a:t>
            </a:r>
            <a:r>
              <a:rPr lang="en-US" altLang="zh-CN" sz="1400" dirty="0"/>
              <a:t> # </a:t>
            </a:r>
          </a:p>
          <a:p>
            <a:r>
              <a:rPr lang="en-US" altLang="zh-CN" sz="1400" dirty="0"/>
              <a:t>generic_x86:/</a:t>
            </a:r>
            <a:r>
              <a:rPr lang="en-US" altLang="zh-CN" sz="1400" dirty="0" err="1"/>
              <a:t>sdcard</a:t>
            </a:r>
            <a:r>
              <a:rPr lang="en-US" altLang="zh-CN" sz="1400" dirty="0"/>
              <a:t> # </a:t>
            </a:r>
            <a:r>
              <a:rPr lang="en-US" altLang="zh-CN" sz="1400" dirty="0" err="1"/>
              <a:t>ps</a:t>
            </a:r>
            <a:r>
              <a:rPr lang="en-US" altLang="zh-CN" sz="1400" dirty="0"/>
              <a:t> -t | </a:t>
            </a:r>
            <a:r>
              <a:rPr lang="en-US" altLang="zh-CN" sz="1400" dirty="0" err="1"/>
              <a:t>grep</a:t>
            </a:r>
            <a:r>
              <a:rPr lang="en-US" altLang="zh-CN" sz="1400" dirty="0"/>
              <a:t> 1945</a:t>
            </a:r>
          </a:p>
          <a:p>
            <a:r>
              <a:rPr lang="en-US" altLang="zh-CN" sz="1400" dirty="0" err="1"/>
              <a:t>media_rw</a:t>
            </a:r>
            <a:r>
              <a:rPr lang="en-US" altLang="zh-CN" sz="1400" dirty="0"/>
              <a:t>  1945  1308  9504   1652  </a:t>
            </a:r>
            <a:r>
              <a:rPr lang="en-US" altLang="zh-CN" sz="1400" dirty="0" err="1"/>
              <a:t>inotify_re</a:t>
            </a:r>
            <a:r>
              <a:rPr lang="en-US" altLang="zh-CN" sz="1400" dirty="0"/>
              <a:t> b0e62424 S /system/bin/</a:t>
            </a:r>
            <a:r>
              <a:rPr lang="en-US" altLang="zh-CN" sz="1400" dirty="0" err="1"/>
              <a:t>sdcard</a:t>
            </a:r>
            <a:endParaRPr lang="en-US" altLang="zh-CN" sz="1400" dirty="0"/>
          </a:p>
          <a:p>
            <a:r>
              <a:rPr lang="en-US" altLang="zh-CN" sz="1400" dirty="0" err="1"/>
              <a:t>media_rw</a:t>
            </a:r>
            <a:r>
              <a:rPr lang="en-US" altLang="zh-CN" sz="1400" dirty="0"/>
              <a:t>  1956  1945  9504   1652  </a:t>
            </a:r>
            <a:r>
              <a:rPr lang="en-US" altLang="zh-CN" sz="1400" dirty="0" err="1"/>
              <a:t>fuse_dev_d</a:t>
            </a:r>
            <a:r>
              <a:rPr lang="en-US" altLang="zh-CN" sz="1400" dirty="0"/>
              <a:t> b0e62424 S </a:t>
            </a:r>
            <a:r>
              <a:rPr lang="en-US" altLang="zh-CN" sz="1400" dirty="0" err="1"/>
              <a:t>sdcard</a:t>
            </a:r>
            <a:endParaRPr lang="en-US" altLang="zh-CN" sz="1400" dirty="0"/>
          </a:p>
          <a:p>
            <a:r>
              <a:rPr lang="en-US" altLang="zh-CN" sz="1400" dirty="0" err="1"/>
              <a:t>media_rw</a:t>
            </a:r>
            <a:r>
              <a:rPr lang="en-US" altLang="zh-CN" sz="1400" dirty="0"/>
              <a:t>  1957  1945  9504   1652  </a:t>
            </a:r>
            <a:r>
              <a:rPr lang="en-US" altLang="zh-CN" sz="1400" dirty="0" err="1"/>
              <a:t>fuse_dev_d</a:t>
            </a:r>
            <a:r>
              <a:rPr lang="en-US" altLang="zh-CN" sz="1400" dirty="0"/>
              <a:t> b0e62424 S </a:t>
            </a:r>
            <a:r>
              <a:rPr lang="en-US" altLang="zh-CN" sz="1400" dirty="0" err="1"/>
              <a:t>sdcard</a:t>
            </a:r>
            <a:endParaRPr lang="en-US" altLang="zh-CN" sz="1400" dirty="0"/>
          </a:p>
          <a:p>
            <a:r>
              <a:rPr lang="en-US" altLang="zh-CN" sz="1400" dirty="0" err="1"/>
              <a:t>media_rw</a:t>
            </a:r>
            <a:r>
              <a:rPr lang="en-US" altLang="zh-CN" sz="1400" dirty="0"/>
              <a:t>  1958  1945  9504   1652  </a:t>
            </a:r>
            <a:r>
              <a:rPr lang="en-US" altLang="zh-CN" sz="1400" dirty="0" err="1"/>
              <a:t>fuse_dev_d</a:t>
            </a:r>
            <a:r>
              <a:rPr lang="en-US" altLang="zh-CN" sz="1400" dirty="0"/>
              <a:t> b0e62424 S </a:t>
            </a:r>
            <a:r>
              <a:rPr lang="en-US" altLang="zh-CN" sz="1400" dirty="0" err="1"/>
              <a:t>sdcard</a:t>
            </a:r>
            <a:endParaRPr lang="zh-CN" altLang="en-US" sz="1400" dirty="0"/>
          </a:p>
        </p:txBody>
      </p:sp>
    </p:spTree>
    <p:extLst>
      <p:ext uri="{BB962C8B-B14F-4D97-AF65-F5344CB8AC3E}">
        <p14:creationId xmlns:p14="http://schemas.microsoft.com/office/powerpoint/2010/main" val="20503625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3" name="文本框 2"/>
          <p:cNvSpPr txBox="1"/>
          <p:nvPr/>
        </p:nvSpPr>
        <p:spPr>
          <a:xfrm>
            <a:off x="634313" y="1356411"/>
            <a:ext cx="10659762" cy="276999"/>
          </a:xfrm>
          <a:prstGeom prst="rect">
            <a:avLst/>
          </a:prstGeom>
          <a:noFill/>
        </p:spPr>
        <p:txBody>
          <a:bodyPr wrap="square" rtlCol="0">
            <a:spAutoFit/>
          </a:bodyPr>
          <a:lstStyle/>
          <a:p>
            <a:endParaRPr lang="zh-CN" altLang="en-US" sz="1200" dirty="0"/>
          </a:p>
        </p:txBody>
      </p:sp>
      <p:sp>
        <p:nvSpPr>
          <p:cNvPr id="2" name="文本框 1"/>
          <p:cNvSpPr txBox="1"/>
          <p:nvPr/>
        </p:nvSpPr>
        <p:spPr>
          <a:xfrm>
            <a:off x="724930" y="950421"/>
            <a:ext cx="11269432" cy="4616648"/>
          </a:xfrm>
          <a:prstGeom prst="rect">
            <a:avLst/>
          </a:prstGeom>
          <a:noFill/>
        </p:spPr>
        <p:txBody>
          <a:bodyPr wrap="none" rtlCol="0">
            <a:spAutoFit/>
          </a:bodyPr>
          <a:lstStyle/>
          <a:p>
            <a:r>
              <a:rPr lang="en-US" altLang="zh-CN" sz="1400" dirty="0"/>
              <a:t>generic_x86:/</a:t>
            </a:r>
            <a:r>
              <a:rPr lang="en-US" altLang="zh-CN" sz="1400" dirty="0" err="1"/>
              <a:t>sdcard</a:t>
            </a:r>
            <a:r>
              <a:rPr lang="en-US" altLang="zh-CN" sz="1400" dirty="0"/>
              <a:t> # </a:t>
            </a:r>
            <a:r>
              <a:rPr lang="en-US" altLang="zh-CN" sz="1400" dirty="0" err="1"/>
              <a:t>strace</a:t>
            </a:r>
            <a:r>
              <a:rPr lang="en-US" altLang="zh-CN" sz="1400" dirty="0"/>
              <a:t> -f </a:t>
            </a:r>
            <a:r>
              <a:rPr lang="en-US" altLang="zh-CN" sz="1400" dirty="0" smtClean="0"/>
              <a:t>-p 1945</a:t>
            </a:r>
            <a:endParaRPr lang="zh-CN" altLang="en-US" sz="1400" dirty="0"/>
          </a:p>
          <a:p>
            <a:endParaRPr lang="en-US" altLang="zh-CN" sz="1400" dirty="0"/>
          </a:p>
          <a:p>
            <a:r>
              <a:rPr lang="en-US" altLang="zh-CN" sz="1400" dirty="0"/>
              <a:t># </a:t>
            </a:r>
            <a:r>
              <a:rPr lang="zh-CN" altLang="en-US" sz="1400" dirty="0"/>
              <a:t>再开一个</a:t>
            </a:r>
            <a:r>
              <a:rPr lang="en-US" altLang="zh-CN" sz="1400" dirty="0"/>
              <a:t>shell</a:t>
            </a:r>
            <a:r>
              <a:rPr lang="zh-CN" altLang="en-US" sz="1400" dirty="0"/>
              <a:t>，执行</a:t>
            </a:r>
            <a:r>
              <a:rPr lang="en-US" altLang="zh-CN" sz="1400" dirty="0"/>
              <a:t>cat </a:t>
            </a:r>
            <a:r>
              <a:rPr lang="en-US" altLang="zh-CN" sz="1400" dirty="0" smtClean="0"/>
              <a:t>test.txt</a:t>
            </a:r>
            <a:r>
              <a:rPr lang="zh-CN" altLang="en-US" sz="1400" dirty="0" smtClean="0"/>
              <a:t>，观察此处输出</a:t>
            </a:r>
            <a:endParaRPr lang="zh-CN" altLang="en-US" sz="1400" dirty="0"/>
          </a:p>
          <a:p>
            <a:r>
              <a:rPr lang="en-US" altLang="zh-CN" sz="1400" dirty="0"/>
              <a:t>"8\0\0\0\3\0\0\0N\3\0\0\0\0\0\0\0000h\260\0\0\0\0\0\0\0\0\0\0\0\0"..., 262224) = 56</a:t>
            </a:r>
          </a:p>
          <a:p>
            <a:r>
              <a:rPr lang="en-US" altLang="zh-CN" sz="1400" dirty="0"/>
              <a:t>[</a:t>
            </a:r>
            <a:r>
              <a:rPr lang="en-US" altLang="zh-CN" sz="1400" dirty="0" err="1"/>
              <a:t>pid</a:t>
            </a:r>
            <a:r>
              <a:rPr lang="en-US" altLang="zh-CN" sz="1400" dirty="0"/>
              <a:t>  1956] fstatat64(AT_FDCWD, "/data/media/0", {</a:t>
            </a:r>
            <a:r>
              <a:rPr lang="en-US" altLang="zh-CN" sz="1400" dirty="0" err="1"/>
              <a:t>st_mode</a:t>
            </a:r>
            <a:r>
              <a:rPr lang="en-US" altLang="zh-CN" sz="1400" dirty="0"/>
              <a:t>=0, </a:t>
            </a:r>
            <a:r>
              <a:rPr lang="en-US" altLang="zh-CN" sz="1400" dirty="0" err="1"/>
              <a:t>st_size</a:t>
            </a:r>
            <a:r>
              <a:rPr lang="en-US" altLang="zh-CN" sz="1400" dirty="0"/>
              <a:t>=12, ...}, AT_SYMLINK_NOFOLLOW) = 0</a:t>
            </a:r>
          </a:p>
          <a:p>
            <a:r>
              <a:rPr lang="en-US" altLang="zh-CN" sz="1400" dirty="0"/>
              <a:t>[</a:t>
            </a:r>
            <a:r>
              <a:rPr lang="en-US" altLang="zh-CN" sz="1400" dirty="0" err="1"/>
              <a:t>pid</a:t>
            </a:r>
            <a:r>
              <a:rPr lang="en-US" altLang="zh-CN" sz="1400" dirty="0"/>
              <a:t>  1956] </a:t>
            </a:r>
            <a:r>
              <a:rPr lang="en-US" altLang="zh-CN" sz="1400" dirty="0" err="1"/>
              <a:t>writev</a:t>
            </a:r>
            <a:r>
              <a:rPr lang="en-US" altLang="zh-CN" sz="1400" dirty="0"/>
              <a:t>(4, [{"x\0\0\0\0\0\0\0N\3\0\0\0\0\0\0", 16}, {"\n\0\0\0\0\0\0\0\0\0\0\0\0\0\0\0\1\0\0\0\0\0\0\0\0\20\0\0\0\0\0\0"..., 104}], 2) = 120</a:t>
            </a:r>
          </a:p>
          <a:p>
            <a:r>
              <a:rPr lang="en-US" altLang="zh-CN" sz="1400" dirty="0"/>
              <a:t>[</a:t>
            </a:r>
            <a:r>
              <a:rPr lang="en-US" altLang="zh-CN" sz="1400" dirty="0" err="1"/>
              <a:t>pid</a:t>
            </a:r>
            <a:r>
              <a:rPr lang="en-US" altLang="zh-CN" sz="1400" dirty="0"/>
              <a:t>  1956] read(4, "0\0\0\0\16\0\0\0O\3\0\0\0\0\0\0\3207h\260\0\0\0\0\0\0\0\0\0\0\0\0"..., 262224) = 48</a:t>
            </a:r>
          </a:p>
          <a:p>
            <a:r>
              <a:rPr lang="en-US" altLang="zh-CN" sz="1400" dirty="0"/>
              <a:t>[</a:t>
            </a:r>
            <a:r>
              <a:rPr lang="en-US" altLang="zh-CN" sz="1400" dirty="0" err="1"/>
              <a:t>pid</a:t>
            </a:r>
            <a:r>
              <a:rPr lang="en-US" altLang="zh-CN" sz="1400" dirty="0"/>
              <a:t>  1956] </a:t>
            </a:r>
            <a:r>
              <a:rPr lang="en-US" altLang="zh-CN" sz="1400" dirty="0" err="1"/>
              <a:t>openat</a:t>
            </a:r>
            <a:r>
              <a:rPr lang="en-US" altLang="zh-CN" sz="1400" dirty="0"/>
              <a:t>(AT_FDCWD, "/data/media/0/test.txt", O_RDONLY|O_LARGEFILE) = 14</a:t>
            </a:r>
          </a:p>
          <a:p>
            <a:r>
              <a:rPr lang="en-US" altLang="zh-CN" sz="1400" dirty="0"/>
              <a:t>[</a:t>
            </a:r>
            <a:r>
              <a:rPr lang="en-US" altLang="zh-CN" sz="1400" dirty="0" err="1"/>
              <a:t>pid</a:t>
            </a:r>
            <a:r>
              <a:rPr lang="en-US" altLang="zh-CN" sz="1400" dirty="0"/>
              <a:t>  1956] </a:t>
            </a:r>
            <a:r>
              <a:rPr lang="en-US" altLang="zh-CN" sz="1400" dirty="0" err="1"/>
              <a:t>writev</a:t>
            </a:r>
            <a:r>
              <a:rPr lang="en-US" altLang="zh-CN" sz="1400" dirty="0"/>
              <a:t>(4, [{" \0\0\0\0\0\0\0O\3\0\0\0\0\0\0", 16}, {"h\200h\260\0\0\0\0\0\0\0\0\0\0\0\0", 16}], 2) = 32</a:t>
            </a:r>
          </a:p>
          <a:p>
            <a:r>
              <a:rPr lang="en-US" altLang="zh-CN" sz="1400" dirty="0"/>
              <a:t>[</a:t>
            </a:r>
            <a:r>
              <a:rPr lang="en-US" altLang="zh-CN" sz="1400" dirty="0" err="1"/>
              <a:t>pid</a:t>
            </a:r>
            <a:r>
              <a:rPr lang="en-US" altLang="zh-CN" sz="1400" dirty="0"/>
              <a:t>  1956] read(4, "P\0\0\0\17\0\0\0P\3\0\0\0\0\0\0\3207h\260\0\0\0\0\0\0\0\0\0\0\0\0"..., 262224) = 80</a:t>
            </a:r>
          </a:p>
          <a:p>
            <a:r>
              <a:rPr lang="en-US" altLang="zh-CN" sz="1400" dirty="0"/>
              <a:t>[</a:t>
            </a:r>
            <a:r>
              <a:rPr lang="en-US" altLang="zh-CN" sz="1400" dirty="0" err="1"/>
              <a:t>pid</a:t>
            </a:r>
            <a:r>
              <a:rPr lang="en-US" altLang="zh-CN" sz="1400" dirty="0"/>
              <a:t>  1956] pread64(14, "12345\n", 4096, 0) = 6</a:t>
            </a:r>
          </a:p>
          <a:p>
            <a:r>
              <a:rPr lang="en-US" altLang="zh-CN" sz="1400" dirty="0"/>
              <a:t>[</a:t>
            </a:r>
            <a:r>
              <a:rPr lang="en-US" altLang="zh-CN" sz="1400" dirty="0" err="1"/>
              <a:t>pid</a:t>
            </a:r>
            <a:r>
              <a:rPr lang="en-US" altLang="zh-CN" sz="1400" dirty="0"/>
              <a:t>  1956] </a:t>
            </a:r>
            <a:r>
              <a:rPr lang="en-US" altLang="zh-CN" sz="1400" dirty="0" err="1"/>
              <a:t>writev</a:t>
            </a:r>
            <a:r>
              <a:rPr lang="en-US" altLang="zh-CN" sz="1400" dirty="0"/>
              <a:t>(4, [{"\26\0\0\0\0\0\0\0P\3\0\0\0\0\0\0", 16}, {"12345\n", 6}], 2) = 22</a:t>
            </a:r>
          </a:p>
          <a:p>
            <a:r>
              <a:rPr lang="en-US" altLang="zh-CN" sz="1400" dirty="0"/>
              <a:t>[</a:t>
            </a:r>
            <a:r>
              <a:rPr lang="en-US" altLang="zh-CN" sz="1400" dirty="0" err="1"/>
              <a:t>pid</a:t>
            </a:r>
            <a:r>
              <a:rPr lang="en-US" altLang="zh-CN" sz="1400" dirty="0"/>
              <a:t>  1956] read(4, "8\0\0\0\3\0\0\0Q\3\0\0\0\0\0\0\3207h\260\0\0\0\0\0\0\0\0\0\0\0\0"..., 262224) = 56</a:t>
            </a:r>
          </a:p>
          <a:p>
            <a:r>
              <a:rPr lang="en-US" altLang="zh-CN" sz="1400" dirty="0"/>
              <a:t>[</a:t>
            </a:r>
            <a:r>
              <a:rPr lang="en-US" altLang="zh-CN" sz="1400" dirty="0" err="1"/>
              <a:t>pid</a:t>
            </a:r>
            <a:r>
              <a:rPr lang="en-US" altLang="zh-CN" sz="1400" dirty="0"/>
              <a:t>  1956] fstatat64(AT_FDCWD, "/data/media/0/test.txt", {</a:t>
            </a:r>
            <a:r>
              <a:rPr lang="en-US" altLang="zh-CN" sz="1400" dirty="0" err="1"/>
              <a:t>st_mode</a:t>
            </a:r>
            <a:r>
              <a:rPr lang="en-US" altLang="zh-CN" sz="1400" dirty="0"/>
              <a:t>=0, </a:t>
            </a:r>
            <a:r>
              <a:rPr lang="en-US" altLang="zh-CN" sz="1400" dirty="0" err="1"/>
              <a:t>st_size</a:t>
            </a:r>
            <a:r>
              <a:rPr lang="en-US" altLang="zh-CN" sz="1400" dirty="0"/>
              <a:t>=1, ...}, AT_SYMLINK_NOFOLLOW) = 0</a:t>
            </a:r>
          </a:p>
          <a:p>
            <a:r>
              <a:rPr lang="en-US" altLang="zh-CN" sz="1400" dirty="0"/>
              <a:t>[</a:t>
            </a:r>
            <a:r>
              <a:rPr lang="en-US" altLang="zh-CN" sz="1400" dirty="0" err="1"/>
              <a:t>pid</a:t>
            </a:r>
            <a:r>
              <a:rPr lang="en-US" altLang="zh-CN" sz="1400" dirty="0"/>
              <a:t>  1956] </a:t>
            </a:r>
            <a:r>
              <a:rPr lang="en-US" altLang="zh-CN" sz="1400" dirty="0" err="1"/>
              <a:t>writev</a:t>
            </a:r>
            <a:r>
              <a:rPr lang="en-US" altLang="zh-CN" sz="1400" dirty="0"/>
              <a:t>(4, [{"x\0\0\0\0\0\0\0Q\3\0\0\0\0\0\0", 16}, {"\n\0\0\0\0\0\0\0\0\0\0\0\0\0\0\0$\0\0\0\0\0\0\0\6\0\0\0\0\0\0\0"..., 104}], 2) = 120</a:t>
            </a:r>
          </a:p>
          <a:p>
            <a:r>
              <a:rPr lang="en-US" altLang="zh-CN" sz="1400" dirty="0"/>
              <a:t>[</a:t>
            </a:r>
            <a:r>
              <a:rPr lang="en-US" altLang="zh-CN" sz="1400" dirty="0" err="1"/>
              <a:t>pid</a:t>
            </a:r>
            <a:r>
              <a:rPr lang="en-US" altLang="zh-CN" sz="1400" dirty="0"/>
              <a:t>  1956] read(4, "@\0\0\0\31\0\0\0R\3\0\0\0\0\0\0\3207h\260\0\0\0\0\0\0\0\0\0\0\0\0"..., 262224) = 64</a:t>
            </a:r>
          </a:p>
          <a:p>
            <a:r>
              <a:rPr lang="en-US" altLang="zh-CN" sz="1400" dirty="0"/>
              <a:t>[</a:t>
            </a:r>
            <a:r>
              <a:rPr lang="en-US" altLang="zh-CN" sz="1400" dirty="0" err="1"/>
              <a:t>pid</a:t>
            </a:r>
            <a:r>
              <a:rPr lang="en-US" altLang="zh-CN" sz="1400" dirty="0"/>
              <a:t>  1956] write(4, "\20\0\0\0\0\0\0\0R\3\0\0\0\0\0\0", 16) = 16</a:t>
            </a:r>
          </a:p>
          <a:p>
            <a:r>
              <a:rPr lang="en-US" altLang="zh-CN" sz="1400" dirty="0"/>
              <a:t>[</a:t>
            </a:r>
            <a:r>
              <a:rPr lang="en-US" altLang="zh-CN" sz="1400" dirty="0" err="1"/>
              <a:t>pid</a:t>
            </a:r>
            <a:r>
              <a:rPr lang="en-US" altLang="zh-CN" sz="1400" dirty="0"/>
              <a:t>  1956] read(4, "@\0\0\0\22\0\0\0S\3\0\0\0\0\0\0\3207h\260\0\0\0\0\0\0\0\0\0\0\0\0"..., 262224) = 64</a:t>
            </a:r>
          </a:p>
          <a:p>
            <a:r>
              <a:rPr lang="en-US" altLang="zh-CN" sz="1400" dirty="0"/>
              <a:t>[</a:t>
            </a:r>
            <a:r>
              <a:rPr lang="en-US" altLang="zh-CN" sz="1400" dirty="0" err="1"/>
              <a:t>pid</a:t>
            </a:r>
            <a:r>
              <a:rPr lang="en-US" altLang="zh-CN" sz="1400" dirty="0"/>
              <a:t>  1956] close(14)                   = 0</a:t>
            </a:r>
          </a:p>
          <a:p>
            <a:r>
              <a:rPr lang="en-US" altLang="zh-CN" sz="1400" dirty="0"/>
              <a:t>[</a:t>
            </a:r>
            <a:r>
              <a:rPr lang="en-US" altLang="zh-CN" sz="1400" dirty="0" err="1"/>
              <a:t>pid</a:t>
            </a:r>
            <a:r>
              <a:rPr lang="en-US" altLang="zh-CN" sz="1400" dirty="0"/>
              <a:t>  1956] write(4, "\20\0\0\0\0\0\0\0S\3\0\0\0\0\0\0", 16) = 16</a:t>
            </a:r>
          </a:p>
          <a:p>
            <a:r>
              <a:rPr lang="en-US" altLang="zh-CN" sz="1400" dirty="0"/>
              <a:t>[</a:t>
            </a:r>
            <a:r>
              <a:rPr lang="en-US" altLang="zh-CN" sz="1400" dirty="0" err="1"/>
              <a:t>pid</a:t>
            </a:r>
            <a:r>
              <a:rPr lang="en-US" altLang="zh-CN" sz="1400" dirty="0"/>
              <a:t>  1956] read(4,</a:t>
            </a:r>
            <a:endParaRPr lang="zh-CN" altLang="en-US" sz="1400" dirty="0"/>
          </a:p>
        </p:txBody>
      </p:sp>
    </p:spTree>
    <p:extLst>
      <p:ext uri="{BB962C8B-B14F-4D97-AF65-F5344CB8AC3E}">
        <p14:creationId xmlns:p14="http://schemas.microsoft.com/office/powerpoint/2010/main" val="20156799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3" name="文本框 2"/>
          <p:cNvSpPr txBox="1"/>
          <p:nvPr/>
        </p:nvSpPr>
        <p:spPr>
          <a:xfrm>
            <a:off x="634313" y="1356411"/>
            <a:ext cx="10659762" cy="276999"/>
          </a:xfrm>
          <a:prstGeom prst="rect">
            <a:avLst/>
          </a:prstGeom>
          <a:noFill/>
        </p:spPr>
        <p:txBody>
          <a:bodyPr wrap="square" rtlCol="0">
            <a:spAutoFit/>
          </a:bodyPr>
          <a:lstStyle/>
          <a:p>
            <a:endParaRPr lang="zh-CN" altLang="en-US" sz="1200" dirty="0"/>
          </a:p>
        </p:txBody>
      </p:sp>
      <p:sp>
        <p:nvSpPr>
          <p:cNvPr id="2" name="文本框 1"/>
          <p:cNvSpPr txBox="1"/>
          <p:nvPr/>
        </p:nvSpPr>
        <p:spPr>
          <a:xfrm>
            <a:off x="724930" y="950421"/>
            <a:ext cx="7694140" cy="3323987"/>
          </a:xfrm>
          <a:prstGeom prst="rect">
            <a:avLst/>
          </a:prstGeom>
          <a:noFill/>
        </p:spPr>
        <p:txBody>
          <a:bodyPr wrap="square" rtlCol="0">
            <a:spAutoFit/>
          </a:bodyPr>
          <a:lstStyle/>
          <a:p>
            <a:pPr marL="342900" indent="-342900">
              <a:buAutoNum type="arabicPeriod"/>
            </a:pPr>
            <a:r>
              <a:rPr lang="en-US" altLang="zh-CN" sz="1400" dirty="0" smtClean="0"/>
              <a:t>cat</a:t>
            </a:r>
            <a:r>
              <a:rPr lang="zh-CN" altLang="en-US" sz="1400" dirty="0"/>
              <a:t>程序的系统调用将由内核的</a:t>
            </a:r>
            <a:r>
              <a:rPr lang="en-US" altLang="zh-CN" sz="1400" dirty="0"/>
              <a:t>Fuse</a:t>
            </a:r>
            <a:r>
              <a:rPr lang="zh-CN" altLang="en-US" sz="1400" dirty="0"/>
              <a:t>驱动</a:t>
            </a:r>
            <a:r>
              <a:rPr lang="zh-CN" altLang="en-US" sz="1400" dirty="0" smtClean="0"/>
              <a:t>处理</a:t>
            </a:r>
            <a:endParaRPr lang="en-US" altLang="zh-CN" sz="1400" dirty="0" smtClean="0"/>
          </a:p>
          <a:p>
            <a:endParaRPr lang="zh-CN" altLang="en-US" sz="1400" dirty="0"/>
          </a:p>
          <a:p>
            <a:r>
              <a:rPr lang="en-US" altLang="zh-CN" sz="1400" dirty="0"/>
              <a:t>2. Fuse</a:t>
            </a:r>
            <a:r>
              <a:rPr lang="zh-CN" altLang="en-US" sz="1400" dirty="0"/>
              <a:t>驱动通知</a:t>
            </a:r>
            <a:r>
              <a:rPr lang="en-US" altLang="zh-CN" sz="1400" dirty="0" err="1"/>
              <a:t>userspace</a:t>
            </a:r>
            <a:r>
              <a:rPr lang="zh-CN" altLang="en-US" sz="1400" dirty="0"/>
              <a:t>守护进程</a:t>
            </a:r>
            <a:r>
              <a:rPr lang="en-US" altLang="zh-CN" sz="1400" dirty="0"/>
              <a:t>(</a:t>
            </a:r>
            <a:r>
              <a:rPr lang="en-US" altLang="zh-CN" sz="1400" dirty="0" err="1"/>
              <a:t>sdcard</a:t>
            </a:r>
            <a:r>
              <a:rPr lang="en-US" altLang="zh-CN" sz="1400" dirty="0"/>
              <a:t>)</a:t>
            </a:r>
            <a:r>
              <a:rPr lang="zh-CN" altLang="en-US" sz="1400" dirty="0"/>
              <a:t>有关新请求的</a:t>
            </a:r>
            <a:r>
              <a:rPr lang="zh-CN" altLang="en-US" sz="1400" dirty="0" smtClean="0"/>
              <a:t>信息</a:t>
            </a:r>
            <a:endParaRPr lang="en-US" altLang="zh-CN" sz="1400" dirty="0" smtClean="0"/>
          </a:p>
          <a:p>
            <a:endParaRPr lang="zh-CN" altLang="en-US" sz="1400" dirty="0"/>
          </a:p>
          <a:p>
            <a:r>
              <a:rPr lang="en-US" altLang="zh-CN" sz="1400" dirty="0"/>
              <a:t>3. </a:t>
            </a:r>
            <a:r>
              <a:rPr lang="en-US" altLang="zh-CN" sz="1400" dirty="0" err="1"/>
              <a:t>userspace</a:t>
            </a:r>
            <a:r>
              <a:rPr lang="zh-CN" altLang="en-US" sz="1400" dirty="0"/>
              <a:t>守护进程</a:t>
            </a:r>
            <a:r>
              <a:rPr lang="en-US" altLang="zh-CN" sz="1400" dirty="0" err="1"/>
              <a:t>sdcard</a:t>
            </a:r>
            <a:r>
              <a:rPr lang="zh-CN" altLang="en-US" sz="1400" dirty="0"/>
              <a:t>读取 </a:t>
            </a:r>
            <a:r>
              <a:rPr lang="en-US" altLang="zh-CN" sz="1400" dirty="0"/>
              <a:t>/</a:t>
            </a:r>
            <a:r>
              <a:rPr lang="en-US" altLang="zh-CN" sz="1400" dirty="0" err="1" smtClean="0"/>
              <a:t>dev</a:t>
            </a:r>
            <a:r>
              <a:rPr lang="en-US" altLang="zh-CN" sz="1400" dirty="0" smtClean="0"/>
              <a:t>/fuse</a:t>
            </a:r>
          </a:p>
          <a:p>
            <a:endParaRPr lang="en-US" altLang="zh-CN" sz="1400" dirty="0"/>
          </a:p>
          <a:p>
            <a:r>
              <a:rPr lang="en-US" altLang="zh-CN" sz="1400" dirty="0"/>
              <a:t>4. </a:t>
            </a:r>
            <a:r>
              <a:rPr lang="en-US" altLang="zh-CN" sz="1400" dirty="0" err="1"/>
              <a:t>sdcard</a:t>
            </a:r>
            <a:r>
              <a:rPr lang="zh-CN" altLang="en-US" sz="1400" dirty="0"/>
              <a:t>解析命令并识别文件操作，如：</a:t>
            </a:r>
            <a:r>
              <a:rPr lang="en-US" altLang="zh-CN" sz="1400" dirty="0"/>
              <a:t>open</a:t>
            </a:r>
            <a:r>
              <a:rPr lang="zh-CN" altLang="en-US" sz="1400" dirty="0"/>
              <a:t>、</a:t>
            </a:r>
            <a:r>
              <a:rPr lang="en-US" altLang="zh-CN" sz="1400" dirty="0" smtClean="0"/>
              <a:t>read</a:t>
            </a:r>
          </a:p>
          <a:p>
            <a:endParaRPr lang="en-US" altLang="zh-CN" sz="1400" dirty="0"/>
          </a:p>
          <a:p>
            <a:r>
              <a:rPr lang="en-US" altLang="zh-CN" sz="1400" dirty="0"/>
              <a:t>5. </a:t>
            </a:r>
            <a:r>
              <a:rPr lang="en-US" altLang="zh-CN" sz="1400" dirty="0" err="1"/>
              <a:t>sdcard</a:t>
            </a:r>
            <a:r>
              <a:rPr lang="zh-CN" altLang="en-US" sz="1400" dirty="0"/>
              <a:t>调用实际的底层文件系统，如</a:t>
            </a:r>
            <a:r>
              <a:rPr lang="en-US" altLang="zh-CN" sz="1400" dirty="0"/>
              <a:t>EXT4</a:t>
            </a:r>
            <a:r>
              <a:rPr lang="zh-CN" altLang="en-US" sz="1400" dirty="0"/>
              <a:t>、</a:t>
            </a:r>
            <a:r>
              <a:rPr lang="en-US" altLang="zh-CN" sz="1400" dirty="0" smtClean="0"/>
              <a:t>F2FS</a:t>
            </a:r>
          </a:p>
          <a:p>
            <a:endParaRPr lang="en-US" altLang="zh-CN" sz="1400" dirty="0"/>
          </a:p>
          <a:p>
            <a:r>
              <a:rPr lang="en-US" altLang="zh-CN" sz="1400" dirty="0"/>
              <a:t>6. </a:t>
            </a:r>
            <a:r>
              <a:rPr lang="zh-CN" altLang="en-US" sz="1400" dirty="0"/>
              <a:t>真实文件系统在内核处理请求并返回</a:t>
            </a:r>
            <a:r>
              <a:rPr lang="en-US" altLang="zh-CN" sz="1400" dirty="0" err="1" smtClean="0"/>
              <a:t>userspace</a:t>
            </a:r>
            <a:endParaRPr lang="en-US" altLang="zh-CN" sz="1400" dirty="0" smtClean="0"/>
          </a:p>
          <a:p>
            <a:endParaRPr lang="en-US" altLang="zh-CN" sz="1400" dirty="0"/>
          </a:p>
          <a:p>
            <a:r>
              <a:rPr lang="en-US" altLang="zh-CN" sz="1400" dirty="0"/>
              <a:t>7. </a:t>
            </a:r>
            <a:r>
              <a:rPr lang="zh-CN" altLang="en-US" sz="1400" dirty="0"/>
              <a:t>如果</a:t>
            </a:r>
            <a:r>
              <a:rPr lang="en-US" altLang="zh-CN" sz="1400" dirty="0" err="1"/>
              <a:t>userspace</a:t>
            </a:r>
            <a:r>
              <a:rPr lang="zh-CN" altLang="en-US" sz="1400" dirty="0"/>
              <a:t>修改文件数据其将再次通过</a:t>
            </a:r>
            <a:r>
              <a:rPr lang="en-US" altLang="zh-CN" sz="1400" dirty="0"/>
              <a:t>/</a:t>
            </a:r>
            <a:r>
              <a:rPr lang="en-US" altLang="zh-CN" sz="1400" dirty="0" err="1"/>
              <a:t>dev</a:t>
            </a:r>
            <a:r>
              <a:rPr lang="en-US" altLang="zh-CN" sz="1400" dirty="0"/>
              <a:t>/fuse/</a:t>
            </a:r>
            <a:r>
              <a:rPr lang="zh-CN" altLang="en-US" sz="1400" dirty="0"/>
              <a:t>传递给</a:t>
            </a:r>
            <a:r>
              <a:rPr lang="zh-CN" altLang="en-US" sz="1400" dirty="0" smtClean="0"/>
              <a:t>内核</a:t>
            </a:r>
            <a:endParaRPr lang="en-US" altLang="zh-CN" sz="1400" dirty="0" smtClean="0"/>
          </a:p>
          <a:p>
            <a:endParaRPr lang="zh-CN" altLang="en-US" sz="1400" dirty="0"/>
          </a:p>
          <a:p>
            <a:r>
              <a:rPr lang="en-US" altLang="zh-CN" sz="1400" dirty="0"/>
              <a:t>8. </a:t>
            </a:r>
            <a:r>
              <a:rPr lang="zh-CN" altLang="en-US" sz="1400" dirty="0"/>
              <a:t>内核完成底层真实文件系统调用并将数据移动到</a:t>
            </a:r>
            <a:r>
              <a:rPr lang="en-US" altLang="zh-CN" sz="1400" dirty="0" err="1"/>
              <a:t>userspace</a:t>
            </a:r>
            <a:r>
              <a:rPr lang="zh-CN" altLang="en-US" sz="1400" dirty="0"/>
              <a:t>的应用程序</a:t>
            </a:r>
            <a:r>
              <a:rPr lang="en-US" altLang="zh-CN" sz="1400" dirty="0"/>
              <a:t>(</a:t>
            </a:r>
            <a:r>
              <a:rPr lang="zh-CN" altLang="en-US" sz="1400" dirty="0"/>
              <a:t>此处的</a:t>
            </a:r>
            <a:r>
              <a:rPr lang="en-US" altLang="zh-CN" sz="1400" dirty="0"/>
              <a:t>cat</a:t>
            </a:r>
            <a:r>
              <a:rPr lang="zh-CN" altLang="en-US" sz="1400" dirty="0"/>
              <a:t>程序）</a:t>
            </a:r>
          </a:p>
        </p:txBody>
      </p:sp>
    </p:spTree>
    <p:extLst>
      <p:ext uri="{BB962C8B-B14F-4D97-AF65-F5344CB8AC3E}">
        <p14:creationId xmlns:p14="http://schemas.microsoft.com/office/powerpoint/2010/main" val="237447623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3" name="文本框 2"/>
          <p:cNvSpPr txBox="1"/>
          <p:nvPr/>
        </p:nvSpPr>
        <p:spPr>
          <a:xfrm>
            <a:off x="634313" y="1426176"/>
            <a:ext cx="10659762" cy="276999"/>
          </a:xfrm>
          <a:prstGeom prst="rect">
            <a:avLst/>
          </a:prstGeom>
          <a:noFill/>
        </p:spPr>
        <p:txBody>
          <a:bodyPr wrap="square" rtlCol="0">
            <a:spAutoFit/>
          </a:bodyPr>
          <a:lstStyle/>
          <a:p>
            <a:endParaRPr lang="zh-CN" altLang="en-US" sz="1200" dirty="0"/>
          </a:p>
        </p:txBody>
      </p:sp>
      <p:sp>
        <p:nvSpPr>
          <p:cNvPr id="2" name="文本框 1"/>
          <p:cNvSpPr txBox="1"/>
          <p:nvPr/>
        </p:nvSpPr>
        <p:spPr>
          <a:xfrm>
            <a:off x="634313" y="950421"/>
            <a:ext cx="7694140" cy="307777"/>
          </a:xfrm>
          <a:prstGeom prst="rect">
            <a:avLst/>
          </a:prstGeom>
          <a:noFill/>
        </p:spPr>
        <p:txBody>
          <a:bodyPr wrap="square" rtlCol="0">
            <a:spAutoFit/>
          </a:bodyPr>
          <a:lstStyle/>
          <a:p>
            <a:r>
              <a:rPr lang="zh-CN" altLang="en-US" sz="1400" dirty="0"/>
              <a:t>拷贝单个大文件对比</a:t>
            </a:r>
          </a:p>
        </p:txBody>
      </p:sp>
      <p:pic>
        <p:nvPicPr>
          <p:cNvPr id="4" name="图片 3"/>
          <p:cNvPicPr>
            <a:picLocks noChangeAspect="1"/>
          </p:cNvPicPr>
          <p:nvPr/>
        </p:nvPicPr>
        <p:blipFill>
          <a:blip r:embed="rId4"/>
          <a:stretch>
            <a:fillRect/>
          </a:stretch>
        </p:blipFill>
        <p:spPr>
          <a:xfrm>
            <a:off x="634313" y="1564675"/>
            <a:ext cx="7047619" cy="3685714"/>
          </a:xfrm>
          <a:prstGeom prst="rect">
            <a:avLst/>
          </a:prstGeom>
        </p:spPr>
      </p:pic>
    </p:spTree>
    <p:extLst>
      <p:ext uri="{BB962C8B-B14F-4D97-AF65-F5344CB8AC3E}">
        <p14:creationId xmlns:p14="http://schemas.microsoft.com/office/powerpoint/2010/main" val="21663091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3" name="文本框 2"/>
          <p:cNvSpPr txBox="1"/>
          <p:nvPr/>
        </p:nvSpPr>
        <p:spPr>
          <a:xfrm>
            <a:off x="634313" y="1426176"/>
            <a:ext cx="10659762" cy="276999"/>
          </a:xfrm>
          <a:prstGeom prst="rect">
            <a:avLst/>
          </a:prstGeom>
          <a:noFill/>
        </p:spPr>
        <p:txBody>
          <a:bodyPr wrap="square" rtlCol="0">
            <a:spAutoFit/>
          </a:bodyPr>
          <a:lstStyle/>
          <a:p>
            <a:endParaRPr lang="zh-CN" altLang="en-US" sz="1200" dirty="0"/>
          </a:p>
        </p:txBody>
      </p:sp>
      <p:sp>
        <p:nvSpPr>
          <p:cNvPr id="2" name="文本框 1"/>
          <p:cNvSpPr txBox="1"/>
          <p:nvPr/>
        </p:nvSpPr>
        <p:spPr>
          <a:xfrm>
            <a:off x="634313" y="950421"/>
            <a:ext cx="7694140" cy="307777"/>
          </a:xfrm>
          <a:prstGeom prst="rect">
            <a:avLst/>
          </a:prstGeom>
          <a:noFill/>
        </p:spPr>
        <p:txBody>
          <a:bodyPr wrap="square" rtlCol="0">
            <a:spAutoFit/>
          </a:bodyPr>
          <a:lstStyle/>
          <a:p>
            <a:r>
              <a:rPr lang="zh-CN" altLang="en-US" sz="1400" dirty="0" smtClean="0"/>
              <a:t>拷贝</a:t>
            </a:r>
            <a:r>
              <a:rPr lang="en-US" altLang="zh-CN" sz="1400" dirty="0" smtClean="0"/>
              <a:t>10000</a:t>
            </a:r>
            <a:r>
              <a:rPr lang="zh-CN" altLang="en-US" sz="1400" dirty="0" smtClean="0"/>
              <a:t>个</a:t>
            </a:r>
            <a:r>
              <a:rPr lang="en-US" altLang="zh-CN" sz="1400" dirty="0" smtClean="0"/>
              <a:t>5K</a:t>
            </a:r>
            <a:r>
              <a:rPr lang="zh-CN" altLang="en-US" sz="1400" dirty="0" smtClean="0"/>
              <a:t>大小的文件</a:t>
            </a:r>
            <a:r>
              <a:rPr lang="zh-CN" altLang="en-US" sz="1400" dirty="0"/>
              <a:t>对比</a:t>
            </a:r>
          </a:p>
        </p:txBody>
      </p:sp>
      <p:pic>
        <p:nvPicPr>
          <p:cNvPr id="6" name="图片 5"/>
          <p:cNvPicPr>
            <a:picLocks noChangeAspect="1"/>
          </p:cNvPicPr>
          <p:nvPr/>
        </p:nvPicPr>
        <p:blipFill>
          <a:blip r:embed="rId4"/>
          <a:stretch>
            <a:fillRect/>
          </a:stretch>
        </p:blipFill>
        <p:spPr>
          <a:xfrm>
            <a:off x="634313" y="1871153"/>
            <a:ext cx="5809524" cy="2990476"/>
          </a:xfrm>
          <a:prstGeom prst="rect">
            <a:avLst/>
          </a:prstGeom>
        </p:spPr>
      </p:pic>
    </p:spTree>
    <p:extLst>
      <p:ext uri="{BB962C8B-B14F-4D97-AF65-F5344CB8AC3E}">
        <p14:creationId xmlns:p14="http://schemas.microsoft.com/office/powerpoint/2010/main" val="15053063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46099" y="470290"/>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en-US" altLang="zh-CN" dirty="0"/>
              <a:t>Android</a:t>
            </a:r>
            <a:r>
              <a:rPr lang="zh-CN" altLang="en-US" dirty="0" smtClean="0"/>
              <a:t>里</a:t>
            </a:r>
            <a:r>
              <a:rPr lang="en-US" altLang="zh-CN" dirty="0" smtClean="0"/>
              <a:t>fuse-</a:t>
            </a:r>
            <a:r>
              <a:rPr lang="zh-CN" altLang="en-US" dirty="0"/>
              <a:t>性能测试</a:t>
            </a:r>
          </a:p>
          <a:p>
            <a:endParaRPr lang="zh-CN" altLang="en-US" dirty="0"/>
          </a:p>
        </p:txBody>
      </p:sp>
      <p:sp>
        <p:nvSpPr>
          <p:cNvPr id="3" name="文本框 2"/>
          <p:cNvSpPr txBox="1"/>
          <p:nvPr/>
        </p:nvSpPr>
        <p:spPr>
          <a:xfrm>
            <a:off x="634313" y="1426176"/>
            <a:ext cx="10659762" cy="276999"/>
          </a:xfrm>
          <a:prstGeom prst="rect">
            <a:avLst/>
          </a:prstGeom>
          <a:noFill/>
        </p:spPr>
        <p:txBody>
          <a:bodyPr wrap="square" rtlCol="0">
            <a:spAutoFit/>
          </a:bodyPr>
          <a:lstStyle/>
          <a:p>
            <a:endParaRPr lang="zh-CN" altLang="en-US" sz="1200" dirty="0"/>
          </a:p>
        </p:txBody>
      </p:sp>
      <p:sp>
        <p:nvSpPr>
          <p:cNvPr id="2" name="文本框 1"/>
          <p:cNvSpPr txBox="1"/>
          <p:nvPr/>
        </p:nvSpPr>
        <p:spPr>
          <a:xfrm>
            <a:off x="634312" y="950421"/>
            <a:ext cx="8732109" cy="307777"/>
          </a:xfrm>
          <a:prstGeom prst="rect">
            <a:avLst/>
          </a:prstGeom>
          <a:noFill/>
        </p:spPr>
        <p:txBody>
          <a:bodyPr wrap="square" rtlCol="0">
            <a:spAutoFit/>
          </a:bodyPr>
          <a:lstStyle/>
          <a:p>
            <a:r>
              <a:rPr lang="zh-CN" altLang="en-US" sz="1400" dirty="0"/>
              <a:t>由于谷歌声称在</a:t>
            </a:r>
            <a:r>
              <a:rPr lang="en-US" altLang="zh-CN" sz="1400" dirty="0"/>
              <a:t>Android 11</a:t>
            </a:r>
            <a:r>
              <a:rPr lang="zh-CN" altLang="en-US" sz="1400" dirty="0"/>
              <a:t>里对</a:t>
            </a:r>
            <a:r>
              <a:rPr lang="en-US" altLang="zh-CN" sz="1400" dirty="0"/>
              <a:t>fuse</a:t>
            </a:r>
            <a:r>
              <a:rPr lang="zh-CN" altLang="en-US" sz="1400" dirty="0"/>
              <a:t>做了</a:t>
            </a:r>
            <a:r>
              <a:rPr lang="zh-CN" altLang="en-US" sz="1400" dirty="0" smtClean="0"/>
              <a:t>优化，我们基于</a:t>
            </a:r>
            <a:r>
              <a:rPr lang="en-US" altLang="zh-CN" sz="1400" dirty="0" smtClean="0"/>
              <a:t>Android 11</a:t>
            </a:r>
            <a:r>
              <a:rPr lang="zh-CN" altLang="en-US" sz="1400" dirty="0" smtClean="0"/>
              <a:t>再做一次测试，和</a:t>
            </a:r>
            <a:r>
              <a:rPr lang="en-US" altLang="zh-CN" sz="1400" dirty="0" smtClean="0"/>
              <a:t>Android 7</a:t>
            </a:r>
            <a:r>
              <a:rPr lang="zh-CN" altLang="en-US" sz="1400" dirty="0" smtClean="0"/>
              <a:t>对比</a:t>
            </a:r>
            <a:endParaRPr lang="zh-CN" altLang="en-US" sz="1400" dirty="0"/>
          </a:p>
        </p:txBody>
      </p:sp>
      <p:pic>
        <p:nvPicPr>
          <p:cNvPr id="4" name="图片 3"/>
          <p:cNvPicPr>
            <a:picLocks noChangeAspect="1"/>
          </p:cNvPicPr>
          <p:nvPr/>
        </p:nvPicPr>
        <p:blipFill>
          <a:blip r:embed="rId4"/>
          <a:stretch>
            <a:fillRect/>
          </a:stretch>
        </p:blipFill>
        <p:spPr>
          <a:xfrm>
            <a:off x="634312" y="1426176"/>
            <a:ext cx="5485714" cy="1876190"/>
          </a:xfrm>
          <a:prstGeom prst="rect">
            <a:avLst/>
          </a:prstGeom>
        </p:spPr>
      </p:pic>
      <p:sp>
        <p:nvSpPr>
          <p:cNvPr id="7" name="文本框 6"/>
          <p:cNvSpPr txBox="1"/>
          <p:nvPr/>
        </p:nvSpPr>
        <p:spPr>
          <a:xfrm>
            <a:off x="774357" y="3534032"/>
            <a:ext cx="9242854" cy="923330"/>
          </a:xfrm>
          <a:prstGeom prst="rect">
            <a:avLst/>
          </a:prstGeom>
          <a:noFill/>
        </p:spPr>
        <p:txBody>
          <a:bodyPr wrap="square" rtlCol="0">
            <a:spAutoFit/>
          </a:bodyPr>
          <a:lstStyle/>
          <a:p>
            <a:r>
              <a:rPr lang="zh-CN" altLang="en-US" dirty="0" smtClean="0"/>
              <a:t>从</a:t>
            </a:r>
            <a:r>
              <a:rPr lang="en-US" altLang="zh-CN" dirty="0" smtClean="0"/>
              <a:t>Android 7</a:t>
            </a:r>
            <a:r>
              <a:rPr lang="zh-CN" altLang="en-US" dirty="0" smtClean="0"/>
              <a:t>的</a:t>
            </a:r>
            <a:r>
              <a:rPr lang="en-US" altLang="zh-CN" dirty="0" smtClean="0"/>
              <a:t>18s</a:t>
            </a:r>
            <a:r>
              <a:rPr lang="zh-CN" altLang="en-US" dirty="0" smtClean="0"/>
              <a:t>提升到了</a:t>
            </a:r>
            <a:r>
              <a:rPr lang="en-US" altLang="zh-CN" dirty="0" smtClean="0"/>
              <a:t>9s</a:t>
            </a:r>
            <a:r>
              <a:rPr lang="zh-CN" altLang="en-US" dirty="0"/>
              <a:t>。但是还是和直接访问底层文件系统有很大</a:t>
            </a:r>
            <a:r>
              <a:rPr lang="zh-CN" altLang="en-US" dirty="0" smtClean="0"/>
              <a:t>差距。</a:t>
            </a:r>
            <a:endParaRPr lang="en-US" altLang="zh-CN" dirty="0" smtClean="0"/>
          </a:p>
          <a:p>
            <a:endParaRPr lang="en-US" altLang="zh-CN" dirty="0" smtClean="0"/>
          </a:p>
          <a:p>
            <a:r>
              <a:rPr lang="zh-CN" altLang="en-US" dirty="0" smtClean="0"/>
              <a:t>对比</a:t>
            </a:r>
            <a:r>
              <a:rPr lang="en-US" altLang="zh-CN" dirty="0" err="1" smtClean="0"/>
              <a:t>SDCardFS</a:t>
            </a:r>
            <a:r>
              <a:rPr lang="zh-CN" altLang="en-US" dirty="0" smtClean="0"/>
              <a:t>的性能：</a:t>
            </a:r>
            <a:endParaRPr lang="zh-CN" altLang="en-US" dirty="0"/>
          </a:p>
        </p:txBody>
      </p:sp>
      <p:pic>
        <p:nvPicPr>
          <p:cNvPr id="8" name="图片 7"/>
          <p:cNvPicPr>
            <a:picLocks noChangeAspect="1"/>
          </p:cNvPicPr>
          <p:nvPr/>
        </p:nvPicPr>
        <p:blipFill>
          <a:blip r:embed="rId5"/>
          <a:stretch>
            <a:fillRect/>
          </a:stretch>
        </p:blipFill>
        <p:spPr>
          <a:xfrm>
            <a:off x="774357" y="4607571"/>
            <a:ext cx="4800000" cy="723810"/>
          </a:xfrm>
          <a:prstGeom prst="rect">
            <a:avLst/>
          </a:prstGeom>
        </p:spPr>
      </p:pic>
      <p:sp>
        <p:nvSpPr>
          <p:cNvPr id="9" name="文本框 8"/>
          <p:cNvSpPr txBox="1"/>
          <p:nvPr/>
        </p:nvSpPr>
        <p:spPr>
          <a:xfrm>
            <a:off x="774357" y="5585254"/>
            <a:ext cx="7792994" cy="369332"/>
          </a:xfrm>
          <a:prstGeom prst="rect">
            <a:avLst/>
          </a:prstGeom>
          <a:noFill/>
        </p:spPr>
        <p:txBody>
          <a:bodyPr wrap="square" rtlCol="0">
            <a:spAutoFit/>
          </a:bodyPr>
          <a:lstStyle/>
          <a:p>
            <a:r>
              <a:rPr lang="zh-CN" altLang="en-US" dirty="0" smtClean="0"/>
              <a:t>和直接访问底层文件系统几乎没有区别</a:t>
            </a:r>
            <a:endParaRPr lang="zh-CN" altLang="en-US" dirty="0"/>
          </a:p>
        </p:txBody>
      </p:sp>
    </p:spTree>
    <p:extLst>
      <p:ext uri="{BB962C8B-B14F-4D97-AF65-F5344CB8AC3E}">
        <p14:creationId xmlns:p14="http://schemas.microsoft.com/office/powerpoint/2010/main" val="160931548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a:t>关键</a:t>
            </a:r>
            <a:r>
              <a:rPr lang="zh-CN" altLang="en-US" dirty="0" smtClean="0"/>
              <a:t>代码</a:t>
            </a:r>
            <a:endParaRPr lang="zh-CN" altLang="en-US" dirty="0"/>
          </a:p>
        </p:txBody>
      </p:sp>
      <p:sp>
        <p:nvSpPr>
          <p:cNvPr id="3" name="文本框 2"/>
          <p:cNvSpPr txBox="1"/>
          <p:nvPr/>
        </p:nvSpPr>
        <p:spPr>
          <a:xfrm>
            <a:off x="520555" y="832885"/>
            <a:ext cx="4017662" cy="923330"/>
          </a:xfrm>
          <a:prstGeom prst="rect">
            <a:avLst/>
          </a:prstGeom>
          <a:noFill/>
        </p:spPr>
        <p:txBody>
          <a:bodyPr wrap="square" rtlCol="0">
            <a:spAutoFit/>
          </a:bodyPr>
          <a:lstStyle/>
          <a:p>
            <a:r>
              <a:rPr lang="zh-CN" altLang="en-US" dirty="0"/>
              <a:t>外置存储</a:t>
            </a:r>
            <a:r>
              <a:rPr lang="en-US" altLang="zh-CN" dirty="0"/>
              <a:t>-</a:t>
            </a:r>
            <a:r>
              <a:rPr lang="zh-CN" altLang="en-US" dirty="0"/>
              <a:t>创建节点</a:t>
            </a:r>
          </a:p>
          <a:p>
            <a:endParaRPr lang="en-US" altLang="zh-CN" dirty="0" smtClean="0"/>
          </a:p>
          <a:p>
            <a:r>
              <a:rPr lang="zh-CN" altLang="en-US" dirty="0" smtClean="0"/>
              <a:t>从</a:t>
            </a:r>
            <a:r>
              <a:rPr lang="en-US" altLang="zh-CN" dirty="0" err="1" smtClean="0"/>
              <a:t>vold</a:t>
            </a:r>
            <a:r>
              <a:rPr lang="zh-CN" altLang="en-US" dirty="0" smtClean="0"/>
              <a:t>收到</a:t>
            </a:r>
            <a:r>
              <a:rPr lang="en-US" altLang="zh-CN" dirty="0" err="1" smtClean="0"/>
              <a:t>uevent</a:t>
            </a:r>
            <a:r>
              <a:rPr lang="zh-CN" altLang="en-US" dirty="0" smtClean="0"/>
              <a:t>开始：</a:t>
            </a:r>
            <a:endParaRPr lang="zh-CN" altLang="en-US" dirty="0"/>
          </a:p>
        </p:txBody>
      </p:sp>
      <p:pic>
        <p:nvPicPr>
          <p:cNvPr id="4" name="图片 3"/>
          <p:cNvPicPr>
            <a:picLocks noChangeAspect="1"/>
          </p:cNvPicPr>
          <p:nvPr/>
        </p:nvPicPr>
        <p:blipFill>
          <a:blip r:embed="rId4"/>
          <a:stretch>
            <a:fillRect/>
          </a:stretch>
        </p:blipFill>
        <p:spPr>
          <a:xfrm>
            <a:off x="546100" y="1798673"/>
            <a:ext cx="3542857" cy="1276190"/>
          </a:xfrm>
          <a:prstGeom prst="rect">
            <a:avLst/>
          </a:prstGeom>
        </p:spPr>
      </p:pic>
      <p:pic>
        <p:nvPicPr>
          <p:cNvPr id="5" name="图片 4"/>
          <p:cNvPicPr>
            <a:picLocks noChangeAspect="1"/>
          </p:cNvPicPr>
          <p:nvPr/>
        </p:nvPicPr>
        <p:blipFill>
          <a:blip r:embed="rId5"/>
          <a:stretch>
            <a:fillRect/>
          </a:stretch>
        </p:blipFill>
        <p:spPr>
          <a:xfrm>
            <a:off x="4793719" y="1990532"/>
            <a:ext cx="4180952" cy="942857"/>
          </a:xfrm>
          <a:prstGeom prst="rect">
            <a:avLst/>
          </a:prstGeom>
        </p:spPr>
      </p:pic>
      <p:pic>
        <p:nvPicPr>
          <p:cNvPr id="8" name="图片 7"/>
          <p:cNvPicPr>
            <a:picLocks noChangeAspect="1"/>
          </p:cNvPicPr>
          <p:nvPr/>
        </p:nvPicPr>
        <p:blipFill>
          <a:blip r:embed="rId6"/>
          <a:stretch>
            <a:fillRect/>
          </a:stretch>
        </p:blipFill>
        <p:spPr>
          <a:xfrm>
            <a:off x="520555" y="3305653"/>
            <a:ext cx="4247619" cy="533333"/>
          </a:xfrm>
          <a:prstGeom prst="rect">
            <a:avLst/>
          </a:prstGeom>
        </p:spPr>
      </p:pic>
      <p:pic>
        <p:nvPicPr>
          <p:cNvPr id="10" name="图片 9"/>
          <p:cNvPicPr>
            <a:picLocks noChangeAspect="1"/>
          </p:cNvPicPr>
          <p:nvPr/>
        </p:nvPicPr>
        <p:blipFill>
          <a:blip r:embed="rId7"/>
          <a:stretch>
            <a:fillRect/>
          </a:stretch>
        </p:blipFill>
        <p:spPr>
          <a:xfrm>
            <a:off x="1356352" y="4069776"/>
            <a:ext cx="5228571" cy="2390476"/>
          </a:xfrm>
          <a:prstGeom prst="rect">
            <a:avLst/>
          </a:prstGeom>
        </p:spPr>
      </p:pic>
      <p:cxnSp>
        <p:nvCxnSpPr>
          <p:cNvPr id="7" name="直接箭头连接符 6"/>
          <p:cNvCxnSpPr/>
          <p:nvPr/>
        </p:nvCxnSpPr>
        <p:spPr>
          <a:xfrm flipV="1">
            <a:off x="3220995" y="2347784"/>
            <a:ext cx="1572724" cy="2553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曲线连接符 12"/>
          <p:cNvCxnSpPr/>
          <p:nvPr/>
        </p:nvCxnSpPr>
        <p:spPr>
          <a:xfrm rot="10800000" flipV="1">
            <a:off x="3220996" y="2850292"/>
            <a:ext cx="1754659" cy="494270"/>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5007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a:t>关键</a:t>
            </a:r>
            <a:r>
              <a:rPr lang="zh-CN" altLang="en-US" dirty="0" smtClean="0"/>
              <a:t>代码</a:t>
            </a:r>
            <a:endParaRPr lang="zh-CN" altLang="en-US" dirty="0"/>
          </a:p>
        </p:txBody>
      </p:sp>
      <p:pic>
        <p:nvPicPr>
          <p:cNvPr id="2" name="图片 1"/>
          <p:cNvPicPr>
            <a:picLocks noChangeAspect="1"/>
          </p:cNvPicPr>
          <p:nvPr/>
        </p:nvPicPr>
        <p:blipFill>
          <a:blip r:embed="rId4"/>
          <a:stretch>
            <a:fillRect/>
          </a:stretch>
        </p:blipFill>
        <p:spPr>
          <a:xfrm>
            <a:off x="546100" y="1313600"/>
            <a:ext cx="5352381" cy="2695238"/>
          </a:xfrm>
          <a:prstGeom prst="rect">
            <a:avLst/>
          </a:prstGeom>
        </p:spPr>
      </p:pic>
      <p:pic>
        <p:nvPicPr>
          <p:cNvPr id="7" name="图片 6"/>
          <p:cNvPicPr>
            <a:picLocks noChangeAspect="1"/>
          </p:cNvPicPr>
          <p:nvPr/>
        </p:nvPicPr>
        <p:blipFill>
          <a:blip r:embed="rId5"/>
          <a:stretch>
            <a:fillRect/>
          </a:stretch>
        </p:blipFill>
        <p:spPr>
          <a:xfrm>
            <a:off x="6304683" y="1444979"/>
            <a:ext cx="4657143" cy="2238095"/>
          </a:xfrm>
          <a:prstGeom prst="rect">
            <a:avLst/>
          </a:prstGeom>
        </p:spPr>
      </p:pic>
      <p:pic>
        <p:nvPicPr>
          <p:cNvPr id="11" name="图片 10"/>
          <p:cNvPicPr>
            <a:picLocks noChangeAspect="1"/>
          </p:cNvPicPr>
          <p:nvPr/>
        </p:nvPicPr>
        <p:blipFill>
          <a:blip r:embed="rId6"/>
          <a:stretch>
            <a:fillRect/>
          </a:stretch>
        </p:blipFill>
        <p:spPr>
          <a:xfrm>
            <a:off x="654262" y="4362319"/>
            <a:ext cx="5457143" cy="2038095"/>
          </a:xfrm>
          <a:prstGeom prst="rect">
            <a:avLst/>
          </a:prstGeom>
        </p:spPr>
      </p:pic>
      <p:sp>
        <p:nvSpPr>
          <p:cNvPr id="3" name="文本框 2"/>
          <p:cNvSpPr txBox="1"/>
          <p:nvPr/>
        </p:nvSpPr>
        <p:spPr>
          <a:xfrm>
            <a:off x="654261" y="854146"/>
            <a:ext cx="3159857" cy="369332"/>
          </a:xfrm>
          <a:prstGeom prst="rect">
            <a:avLst/>
          </a:prstGeom>
          <a:noFill/>
        </p:spPr>
        <p:txBody>
          <a:bodyPr wrap="square" rtlCol="0">
            <a:spAutoFit/>
          </a:bodyPr>
          <a:lstStyle/>
          <a:p>
            <a:r>
              <a:rPr lang="zh-CN" altLang="en-US" dirty="0"/>
              <a:t>外置存储</a:t>
            </a:r>
            <a:r>
              <a:rPr lang="en-US" altLang="zh-CN" dirty="0"/>
              <a:t>-</a:t>
            </a:r>
            <a:r>
              <a:rPr lang="zh-CN" altLang="en-US" dirty="0"/>
              <a:t>创建</a:t>
            </a:r>
            <a:r>
              <a:rPr lang="zh-CN" altLang="en-US" dirty="0" smtClean="0"/>
              <a:t>节点</a:t>
            </a:r>
            <a:endParaRPr lang="zh-CN" altLang="en-US" dirty="0"/>
          </a:p>
        </p:txBody>
      </p:sp>
    </p:spTree>
    <p:extLst>
      <p:ext uri="{BB962C8B-B14F-4D97-AF65-F5344CB8AC3E}">
        <p14:creationId xmlns:p14="http://schemas.microsoft.com/office/powerpoint/2010/main" val="13004854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100" y="374015"/>
            <a:ext cx="6473544"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a:t>关键</a:t>
            </a:r>
            <a:r>
              <a:rPr lang="zh-CN" altLang="en-US" dirty="0" smtClean="0"/>
              <a:t>代码</a:t>
            </a:r>
            <a:r>
              <a:rPr lang="en-US" altLang="zh-CN" dirty="0" smtClean="0"/>
              <a:t>-</a:t>
            </a:r>
            <a:r>
              <a:rPr lang="zh-CN" altLang="en-US" dirty="0" smtClean="0"/>
              <a:t>挂载外置存储分区</a:t>
            </a:r>
            <a:endParaRPr lang="zh-CN" altLang="en-US" dirty="0"/>
          </a:p>
        </p:txBody>
      </p:sp>
      <p:pic>
        <p:nvPicPr>
          <p:cNvPr id="5" name="图片 4"/>
          <p:cNvPicPr>
            <a:picLocks noChangeAspect="1"/>
          </p:cNvPicPr>
          <p:nvPr/>
        </p:nvPicPr>
        <p:blipFill>
          <a:blip r:embed="rId4"/>
          <a:stretch>
            <a:fillRect/>
          </a:stretch>
        </p:blipFill>
        <p:spPr>
          <a:xfrm>
            <a:off x="476787" y="979876"/>
            <a:ext cx="6542857" cy="2076190"/>
          </a:xfrm>
          <a:prstGeom prst="rect">
            <a:avLst/>
          </a:prstGeom>
        </p:spPr>
      </p:pic>
      <p:sp>
        <p:nvSpPr>
          <p:cNvPr id="8" name="上弧形箭头 7"/>
          <p:cNvSpPr/>
          <p:nvPr/>
        </p:nvSpPr>
        <p:spPr>
          <a:xfrm>
            <a:off x="6598509" y="1589603"/>
            <a:ext cx="1573427" cy="428368"/>
          </a:xfrm>
          <a:prstGeom prst="curved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solidFill>
                <a:schemeClr val="tx1"/>
              </a:solidFill>
              <a:latin typeface="+mn-ea"/>
              <a:sym typeface="Arial" panose="020B0604020202020204" pitchFamily="34" charset="0"/>
            </a:endParaRPr>
          </a:p>
        </p:txBody>
      </p:sp>
      <p:pic>
        <p:nvPicPr>
          <p:cNvPr id="10" name="图片 9"/>
          <p:cNvPicPr>
            <a:picLocks noChangeAspect="1"/>
          </p:cNvPicPr>
          <p:nvPr/>
        </p:nvPicPr>
        <p:blipFill>
          <a:blip r:embed="rId5"/>
          <a:stretch>
            <a:fillRect/>
          </a:stretch>
        </p:blipFill>
        <p:spPr>
          <a:xfrm>
            <a:off x="7492803" y="2017971"/>
            <a:ext cx="3714286" cy="1352381"/>
          </a:xfrm>
          <a:prstGeom prst="rect">
            <a:avLst/>
          </a:prstGeom>
        </p:spPr>
      </p:pic>
      <p:pic>
        <p:nvPicPr>
          <p:cNvPr id="12" name="图片 11"/>
          <p:cNvPicPr>
            <a:picLocks noChangeAspect="1"/>
          </p:cNvPicPr>
          <p:nvPr/>
        </p:nvPicPr>
        <p:blipFill>
          <a:blip r:embed="rId6"/>
          <a:stretch>
            <a:fillRect/>
          </a:stretch>
        </p:blipFill>
        <p:spPr>
          <a:xfrm>
            <a:off x="1439749" y="3798720"/>
            <a:ext cx="7104762" cy="2323809"/>
          </a:xfrm>
          <a:prstGeom prst="rect">
            <a:avLst/>
          </a:prstGeom>
        </p:spPr>
      </p:pic>
      <p:sp>
        <p:nvSpPr>
          <p:cNvPr id="13" name="右弧形箭头 12"/>
          <p:cNvSpPr/>
          <p:nvPr/>
        </p:nvSpPr>
        <p:spPr>
          <a:xfrm>
            <a:off x="8651602" y="3190102"/>
            <a:ext cx="1021492" cy="1433384"/>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solidFill>
                <a:schemeClr val="tx1"/>
              </a:solidFill>
              <a:latin typeface="+mn-ea"/>
              <a:sym typeface="Arial" panose="020B0604020202020204" pitchFamily="34" charset="0"/>
            </a:endParaRPr>
          </a:p>
        </p:txBody>
      </p:sp>
    </p:spTree>
    <p:extLst>
      <p:ext uri="{BB962C8B-B14F-4D97-AF65-F5344CB8AC3E}">
        <p14:creationId xmlns:p14="http://schemas.microsoft.com/office/powerpoint/2010/main" val="187576142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099" y="374015"/>
            <a:ext cx="8639090"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a:t>关键</a:t>
            </a:r>
            <a:r>
              <a:rPr lang="zh-CN" altLang="en-US" dirty="0" smtClean="0"/>
              <a:t>代码</a:t>
            </a:r>
            <a:r>
              <a:rPr lang="en-US" altLang="zh-CN" dirty="0" smtClean="0"/>
              <a:t>-</a:t>
            </a:r>
            <a:r>
              <a:rPr lang="zh-CN" altLang="en-US" dirty="0"/>
              <a:t>挂载外置存储</a:t>
            </a:r>
            <a:r>
              <a:rPr lang="zh-CN" altLang="en-US" dirty="0" smtClean="0"/>
              <a:t>分区</a:t>
            </a:r>
            <a:r>
              <a:rPr lang="en-US" altLang="zh-CN" dirty="0" smtClean="0"/>
              <a:t>-</a:t>
            </a:r>
            <a:r>
              <a:rPr lang="en-US" altLang="zh-CN" dirty="0" err="1" smtClean="0"/>
              <a:t>doMount</a:t>
            </a:r>
            <a:endParaRPr lang="zh-CN" altLang="en-US" dirty="0"/>
          </a:p>
        </p:txBody>
      </p:sp>
      <p:pic>
        <p:nvPicPr>
          <p:cNvPr id="3" name="图片 2"/>
          <p:cNvPicPr>
            <a:picLocks noChangeAspect="1"/>
          </p:cNvPicPr>
          <p:nvPr/>
        </p:nvPicPr>
        <p:blipFill>
          <a:blip r:embed="rId4"/>
          <a:stretch>
            <a:fillRect/>
          </a:stretch>
        </p:blipFill>
        <p:spPr>
          <a:xfrm>
            <a:off x="474700" y="1085850"/>
            <a:ext cx="6123809" cy="2590476"/>
          </a:xfrm>
          <a:prstGeom prst="rect">
            <a:avLst/>
          </a:prstGeom>
        </p:spPr>
      </p:pic>
      <p:pic>
        <p:nvPicPr>
          <p:cNvPr id="7" name="图片 6"/>
          <p:cNvPicPr>
            <a:picLocks noChangeAspect="1"/>
          </p:cNvPicPr>
          <p:nvPr/>
        </p:nvPicPr>
        <p:blipFill>
          <a:blip r:embed="rId5"/>
          <a:stretch>
            <a:fillRect/>
          </a:stretch>
        </p:blipFill>
        <p:spPr>
          <a:xfrm>
            <a:off x="3382834" y="3676326"/>
            <a:ext cx="7133333" cy="2723809"/>
          </a:xfrm>
          <a:prstGeom prst="rect">
            <a:avLst/>
          </a:prstGeom>
        </p:spPr>
      </p:pic>
      <p:sp>
        <p:nvSpPr>
          <p:cNvPr id="11" name="圆角右箭头 10"/>
          <p:cNvSpPr/>
          <p:nvPr/>
        </p:nvSpPr>
        <p:spPr>
          <a:xfrm rot="5661945">
            <a:off x="4585344" y="3347437"/>
            <a:ext cx="999182" cy="542064"/>
          </a:xfrm>
          <a:prstGeom prst="ben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solidFill>
                <a:schemeClr val="tx1"/>
              </a:solidFill>
              <a:latin typeface="+mn-ea"/>
              <a:sym typeface="Arial" panose="020B0604020202020204" pitchFamily="34" charset="0"/>
            </a:endParaRPr>
          </a:p>
        </p:txBody>
      </p:sp>
    </p:spTree>
    <p:extLst>
      <p:ext uri="{BB962C8B-B14F-4D97-AF65-F5344CB8AC3E}">
        <p14:creationId xmlns:p14="http://schemas.microsoft.com/office/powerpoint/2010/main" val="168061486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84480" y="499745"/>
            <a:ext cx="2572385" cy="460375"/>
          </a:xfrm>
          <a:prstGeom prst="rect">
            <a:avLst/>
          </a:prstGeom>
          <a:noFill/>
        </p:spPr>
        <p:txBody>
          <a:bodyPr wrap="square" rtlCol="0">
            <a:spAutoFit/>
          </a:bodyPr>
          <a:lstStyle/>
          <a:p>
            <a:endParaRPr lang="zh-CN" altLang="en-US" sz="2400" b="1" dirty="0"/>
          </a:p>
        </p:txBody>
      </p:sp>
      <p:sp>
        <p:nvSpPr>
          <p:cNvPr id="6" name="文本框 5"/>
          <p:cNvSpPr txBox="1"/>
          <p:nvPr>
            <p:custDataLst>
              <p:tags r:id="rId1"/>
            </p:custDataLst>
          </p:nvPr>
        </p:nvSpPr>
        <p:spPr>
          <a:xfrm>
            <a:off x="546099" y="374015"/>
            <a:ext cx="8062441"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a:t>关键</a:t>
            </a:r>
            <a:r>
              <a:rPr lang="zh-CN" altLang="en-US" dirty="0" smtClean="0"/>
              <a:t>代码</a:t>
            </a:r>
            <a:r>
              <a:rPr lang="en-US" altLang="zh-CN" dirty="0" smtClean="0"/>
              <a:t>-</a:t>
            </a:r>
            <a:r>
              <a:rPr lang="zh-CN" altLang="en-US" dirty="0" smtClean="0"/>
              <a:t>挂载</a:t>
            </a:r>
            <a:r>
              <a:rPr lang="zh-CN" altLang="en-US" dirty="0" smtClean="0"/>
              <a:t>分区</a:t>
            </a:r>
            <a:r>
              <a:rPr lang="en-US" altLang="zh-CN" dirty="0" smtClean="0"/>
              <a:t>-</a:t>
            </a:r>
            <a:r>
              <a:rPr lang="zh-CN" altLang="en-US" dirty="0" smtClean="0"/>
              <a:t>创建</a:t>
            </a:r>
            <a:r>
              <a:rPr lang="en-US" altLang="zh-CN" dirty="0" smtClean="0"/>
              <a:t>fuse</a:t>
            </a:r>
            <a:r>
              <a:rPr lang="zh-CN" altLang="en-US" dirty="0" smtClean="0"/>
              <a:t>挂载点</a:t>
            </a:r>
            <a:endParaRPr lang="zh-CN" altLang="en-US" dirty="0"/>
          </a:p>
        </p:txBody>
      </p:sp>
      <p:pic>
        <p:nvPicPr>
          <p:cNvPr id="2" name="图片 1"/>
          <p:cNvPicPr>
            <a:picLocks noChangeAspect="1"/>
          </p:cNvPicPr>
          <p:nvPr/>
        </p:nvPicPr>
        <p:blipFill>
          <a:blip r:embed="rId4"/>
          <a:stretch>
            <a:fillRect/>
          </a:stretch>
        </p:blipFill>
        <p:spPr>
          <a:xfrm>
            <a:off x="546100" y="1085850"/>
            <a:ext cx="6076190" cy="619048"/>
          </a:xfrm>
          <a:prstGeom prst="rect">
            <a:avLst/>
          </a:prstGeom>
        </p:spPr>
      </p:pic>
      <p:pic>
        <p:nvPicPr>
          <p:cNvPr id="4" name="图片 3"/>
          <p:cNvPicPr>
            <a:picLocks noChangeAspect="1"/>
          </p:cNvPicPr>
          <p:nvPr/>
        </p:nvPicPr>
        <p:blipFill>
          <a:blip r:embed="rId5"/>
          <a:stretch>
            <a:fillRect/>
          </a:stretch>
        </p:blipFill>
        <p:spPr>
          <a:xfrm>
            <a:off x="546100" y="2199504"/>
            <a:ext cx="7590476" cy="1619048"/>
          </a:xfrm>
          <a:prstGeom prst="rect">
            <a:avLst/>
          </a:prstGeom>
        </p:spPr>
      </p:pic>
      <p:sp>
        <p:nvSpPr>
          <p:cNvPr id="8" name="下箭头 7"/>
          <p:cNvSpPr/>
          <p:nvPr/>
        </p:nvSpPr>
        <p:spPr>
          <a:xfrm>
            <a:off x="2215979" y="1587492"/>
            <a:ext cx="164756" cy="61201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latin typeface="+mn-ea"/>
              <a:sym typeface="Arial" panose="020B0604020202020204" pitchFamily="34" charset="0"/>
            </a:endParaRPr>
          </a:p>
        </p:txBody>
      </p:sp>
      <p:sp>
        <p:nvSpPr>
          <p:cNvPr id="12" name="文本框 11"/>
          <p:cNvSpPr txBox="1"/>
          <p:nvPr/>
        </p:nvSpPr>
        <p:spPr>
          <a:xfrm>
            <a:off x="546100" y="4291914"/>
            <a:ext cx="7419889" cy="646331"/>
          </a:xfrm>
          <a:prstGeom prst="rect">
            <a:avLst/>
          </a:prstGeom>
          <a:noFill/>
        </p:spPr>
        <p:txBody>
          <a:bodyPr wrap="square" rtlCol="0">
            <a:spAutoFit/>
          </a:bodyPr>
          <a:lstStyle/>
          <a:p>
            <a:r>
              <a:rPr lang="zh-CN" altLang="en-US" dirty="0" smtClean="0"/>
              <a:t>截止到这里，已经 </a:t>
            </a:r>
            <a:r>
              <a:rPr lang="en-US" altLang="zh-CN" dirty="0" smtClean="0"/>
              <a:t>mount </a:t>
            </a:r>
            <a:r>
              <a:rPr lang="en-US" altLang="zh-CN" dirty="0"/>
              <a:t>/</a:t>
            </a:r>
            <a:r>
              <a:rPr lang="en-US" altLang="zh-CN" dirty="0" err="1"/>
              <a:t>dev</a:t>
            </a:r>
            <a:r>
              <a:rPr lang="en-US" altLang="zh-CN" dirty="0"/>
              <a:t>/fuse /</a:t>
            </a:r>
            <a:r>
              <a:rPr lang="en-US" altLang="zh-CN" dirty="0" err="1" smtClean="0"/>
              <a:t>mnt</a:t>
            </a:r>
            <a:r>
              <a:rPr lang="en-US" altLang="zh-CN" dirty="0" smtClean="0"/>
              <a:t>/user/0/3236-3939</a:t>
            </a:r>
            <a:r>
              <a:rPr lang="zh-CN" altLang="en-US" dirty="0" smtClean="0"/>
              <a:t>，但是“</a:t>
            </a:r>
            <a:r>
              <a:rPr lang="en-US" altLang="zh-CN" dirty="0" smtClean="0"/>
              <a:t>/</a:t>
            </a:r>
            <a:r>
              <a:rPr lang="en-US" altLang="zh-CN" dirty="0" err="1" smtClean="0"/>
              <a:t>mnt</a:t>
            </a:r>
            <a:r>
              <a:rPr lang="en-US" altLang="zh-CN" dirty="0" smtClean="0"/>
              <a:t>/user/0/3236-3939</a:t>
            </a:r>
            <a:r>
              <a:rPr lang="zh-CN" altLang="en-US" dirty="0" smtClean="0"/>
              <a:t>”和</a:t>
            </a:r>
            <a:r>
              <a:rPr lang="en-US" altLang="zh-CN" dirty="0" smtClean="0"/>
              <a:t>`/</a:t>
            </a:r>
            <a:r>
              <a:rPr lang="en-US" altLang="zh-CN" dirty="0" err="1"/>
              <a:t>mnt</a:t>
            </a:r>
            <a:r>
              <a:rPr lang="en-US" altLang="zh-CN" dirty="0"/>
              <a:t>/</a:t>
            </a:r>
            <a:r>
              <a:rPr lang="en-US" altLang="zh-CN" dirty="0" err="1"/>
              <a:t>media_rw</a:t>
            </a:r>
            <a:r>
              <a:rPr lang="en-US" altLang="zh-CN" dirty="0"/>
              <a:t>/3236-3939</a:t>
            </a:r>
            <a:r>
              <a:rPr lang="en-US" altLang="zh-CN" dirty="0" smtClean="0"/>
              <a:t>`</a:t>
            </a:r>
            <a:r>
              <a:rPr lang="zh-CN" altLang="en-US" dirty="0" smtClean="0"/>
              <a:t>没关联起来。</a:t>
            </a:r>
            <a:endParaRPr lang="zh-CN" altLang="en-US" dirty="0"/>
          </a:p>
        </p:txBody>
      </p:sp>
    </p:spTree>
    <p:extLst>
      <p:ext uri="{BB962C8B-B14F-4D97-AF65-F5344CB8AC3E}">
        <p14:creationId xmlns:p14="http://schemas.microsoft.com/office/powerpoint/2010/main" val="17576384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50789" y="891628"/>
            <a:ext cx="11137557" cy="307777"/>
          </a:xfrm>
          <a:prstGeom prst="rect">
            <a:avLst/>
          </a:prstGeom>
          <a:noFill/>
        </p:spPr>
        <p:txBody>
          <a:bodyPr wrap="square" rtlCol="0">
            <a:spAutoFit/>
          </a:bodyPr>
          <a:lstStyle/>
          <a:p>
            <a:r>
              <a:rPr lang="zh-CN" altLang="en-US" sz="1400" dirty="0" smtClean="0"/>
              <a:t>回到</a:t>
            </a:r>
            <a:r>
              <a:rPr lang="en-US" altLang="zh-CN" sz="1400" dirty="0" err="1" smtClean="0"/>
              <a:t>mVold.mount</a:t>
            </a:r>
            <a:r>
              <a:rPr lang="zh-CN" altLang="en-US" sz="1400" dirty="0" smtClean="0"/>
              <a:t>处，会传入一个回</a:t>
            </a:r>
            <a:r>
              <a:rPr lang="zh-CN" altLang="en-US" sz="1400" dirty="0"/>
              <a:t>调。在</a:t>
            </a:r>
            <a:r>
              <a:rPr lang="en-US" altLang="zh-CN" sz="1400" dirty="0"/>
              <a:t>fuse mount</a:t>
            </a:r>
            <a:r>
              <a:rPr lang="zh-CN" altLang="en-US" sz="1400" dirty="0"/>
              <a:t>结束后</a:t>
            </a:r>
            <a:r>
              <a:rPr lang="zh-CN" altLang="en-US" sz="1400" dirty="0" smtClean="0"/>
              <a:t>，经这个回调通知</a:t>
            </a:r>
            <a:r>
              <a:rPr lang="en-US" altLang="zh-CN" sz="1400" dirty="0" err="1"/>
              <a:t>StorageManagerService</a:t>
            </a:r>
            <a:endParaRPr lang="zh-CN" altLang="en-US" sz="1400"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smtClean="0"/>
              <a:t>挂载</a:t>
            </a:r>
            <a:r>
              <a:rPr lang="zh-CN" altLang="en-US" dirty="0" smtClean="0"/>
              <a:t>分区</a:t>
            </a:r>
            <a:r>
              <a:rPr lang="en-US" altLang="zh-CN" dirty="0" smtClean="0"/>
              <a:t>-</a:t>
            </a:r>
            <a:r>
              <a:rPr lang="zh-CN" altLang="en-US" dirty="0" smtClean="0"/>
              <a:t>启动</a:t>
            </a:r>
            <a:r>
              <a:rPr lang="en-US" altLang="zh-CN" dirty="0" smtClean="0"/>
              <a:t>fuse daemon</a:t>
            </a:r>
            <a:endParaRPr lang="zh-CN" altLang="en-US" dirty="0"/>
          </a:p>
        </p:txBody>
      </p:sp>
      <p:pic>
        <p:nvPicPr>
          <p:cNvPr id="7" name="图片 6"/>
          <p:cNvPicPr>
            <a:picLocks noChangeAspect="1"/>
          </p:cNvPicPr>
          <p:nvPr/>
        </p:nvPicPr>
        <p:blipFill>
          <a:blip r:embed="rId4"/>
          <a:stretch>
            <a:fillRect/>
          </a:stretch>
        </p:blipFill>
        <p:spPr>
          <a:xfrm>
            <a:off x="546100" y="1368992"/>
            <a:ext cx="7657143" cy="1533333"/>
          </a:xfrm>
          <a:prstGeom prst="rect">
            <a:avLst/>
          </a:prstGeom>
        </p:spPr>
      </p:pic>
      <p:sp>
        <p:nvSpPr>
          <p:cNvPr id="11" name="下箭头 10"/>
          <p:cNvSpPr/>
          <p:nvPr/>
        </p:nvSpPr>
        <p:spPr>
          <a:xfrm>
            <a:off x="1606378" y="2902325"/>
            <a:ext cx="247136" cy="78254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latin typeface="+mn-ea"/>
              <a:sym typeface="Arial" panose="020B0604020202020204" pitchFamily="34" charset="0"/>
            </a:endParaRPr>
          </a:p>
        </p:txBody>
      </p:sp>
      <p:pic>
        <p:nvPicPr>
          <p:cNvPr id="12" name="图片 11"/>
          <p:cNvPicPr>
            <a:picLocks noChangeAspect="1"/>
          </p:cNvPicPr>
          <p:nvPr/>
        </p:nvPicPr>
        <p:blipFill>
          <a:blip r:embed="rId5"/>
          <a:stretch>
            <a:fillRect/>
          </a:stretch>
        </p:blipFill>
        <p:spPr>
          <a:xfrm>
            <a:off x="546100" y="3684869"/>
            <a:ext cx="8857143" cy="1819048"/>
          </a:xfrm>
          <a:prstGeom prst="rect">
            <a:avLst/>
          </a:prstGeom>
        </p:spPr>
      </p:pic>
    </p:spTree>
    <p:extLst>
      <p:ext uri="{BB962C8B-B14F-4D97-AF65-F5344CB8AC3E}">
        <p14:creationId xmlns:p14="http://schemas.microsoft.com/office/powerpoint/2010/main" val="34367209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50789" y="891628"/>
            <a:ext cx="11137557" cy="738664"/>
          </a:xfrm>
          <a:prstGeom prst="rect">
            <a:avLst/>
          </a:prstGeom>
          <a:noFill/>
        </p:spPr>
        <p:txBody>
          <a:bodyPr wrap="square" rtlCol="0">
            <a:spAutoFit/>
          </a:bodyPr>
          <a:lstStyle/>
          <a:p>
            <a:r>
              <a:rPr lang="en-US" altLang="zh-CN" sz="1400" dirty="0" smtClean="0"/>
              <a:t>packages/providers/</a:t>
            </a:r>
            <a:r>
              <a:rPr lang="en-US" altLang="zh-CN" sz="1400" dirty="0" err="1" smtClean="0"/>
              <a:t>MediaProvider</a:t>
            </a:r>
            <a:r>
              <a:rPr lang="en-US" altLang="zh-CN" sz="1400" dirty="0" smtClean="0"/>
              <a:t>  -&gt; </a:t>
            </a:r>
            <a:r>
              <a:rPr lang="en-US" altLang="zh-CN" sz="1400" dirty="0"/>
              <a:t>FuseDaemon.java</a:t>
            </a:r>
          </a:p>
          <a:p>
            <a:endParaRPr lang="en-US" altLang="zh-CN" sz="1400" dirty="0" smtClean="0"/>
          </a:p>
          <a:p>
            <a:r>
              <a:rPr lang="en-US" altLang="zh-CN" sz="1400" dirty="0"/>
              <a:t>FuseDaemon.java</a:t>
            </a:r>
            <a:r>
              <a:rPr lang="zh-CN" altLang="en-US" sz="1400" dirty="0"/>
              <a:t>是一个</a:t>
            </a:r>
            <a:r>
              <a:rPr lang="en-US" altLang="zh-CN" sz="1400" dirty="0" smtClean="0"/>
              <a:t>Thread</a:t>
            </a:r>
            <a:r>
              <a:rPr lang="zh-CN" altLang="en-US" sz="1400" dirty="0" smtClean="0"/>
              <a:t>子类</a:t>
            </a:r>
            <a:endParaRPr lang="zh-CN" altLang="en-US" sz="1400" dirty="0"/>
          </a:p>
        </p:txBody>
      </p:sp>
      <p:sp>
        <p:nvSpPr>
          <p:cNvPr id="6" name="文本框 5"/>
          <p:cNvSpPr txBox="1"/>
          <p:nvPr>
            <p:custDataLst>
              <p:tags r:id="rId1"/>
            </p:custDataLst>
          </p:nvPr>
        </p:nvSpPr>
        <p:spPr>
          <a:xfrm>
            <a:off x="546100" y="374015"/>
            <a:ext cx="5673468"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smtClean="0"/>
              <a:t>挂载</a:t>
            </a:r>
            <a:r>
              <a:rPr lang="zh-CN" altLang="en-US" dirty="0" smtClean="0"/>
              <a:t>分区</a:t>
            </a:r>
            <a:r>
              <a:rPr lang="en-US" altLang="zh-CN" dirty="0" smtClean="0"/>
              <a:t>-</a:t>
            </a:r>
            <a:r>
              <a:rPr lang="zh-CN" altLang="en-US" dirty="0" smtClean="0"/>
              <a:t>启动</a:t>
            </a:r>
            <a:r>
              <a:rPr lang="en-US" altLang="zh-CN" dirty="0" smtClean="0"/>
              <a:t>fuse daemon</a:t>
            </a:r>
            <a:endParaRPr lang="zh-CN" altLang="en-US" dirty="0"/>
          </a:p>
        </p:txBody>
      </p:sp>
      <p:pic>
        <p:nvPicPr>
          <p:cNvPr id="2" name="图片 1"/>
          <p:cNvPicPr>
            <a:picLocks noChangeAspect="1"/>
          </p:cNvPicPr>
          <p:nvPr/>
        </p:nvPicPr>
        <p:blipFill>
          <a:blip r:embed="rId4"/>
          <a:stretch>
            <a:fillRect/>
          </a:stretch>
        </p:blipFill>
        <p:spPr>
          <a:xfrm>
            <a:off x="870778" y="1811658"/>
            <a:ext cx="6380952" cy="3761905"/>
          </a:xfrm>
          <a:prstGeom prst="rect">
            <a:avLst/>
          </a:prstGeom>
        </p:spPr>
      </p:pic>
      <p:pic>
        <p:nvPicPr>
          <p:cNvPr id="3" name="图片 2"/>
          <p:cNvPicPr>
            <a:picLocks noChangeAspect="1"/>
          </p:cNvPicPr>
          <p:nvPr/>
        </p:nvPicPr>
        <p:blipFill>
          <a:blip r:embed="rId5"/>
          <a:stretch>
            <a:fillRect/>
          </a:stretch>
        </p:blipFill>
        <p:spPr>
          <a:xfrm>
            <a:off x="6712156" y="4087136"/>
            <a:ext cx="5076190" cy="2209524"/>
          </a:xfrm>
          <a:prstGeom prst="rect">
            <a:avLst/>
          </a:prstGeom>
        </p:spPr>
      </p:pic>
      <p:cxnSp>
        <p:nvCxnSpPr>
          <p:cNvPr id="5" name="直接箭头连接符 4"/>
          <p:cNvCxnSpPr/>
          <p:nvPr/>
        </p:nvCxnSpPr>
        <p:spPr>
          <a:xfrm flipV="1">
            <a:off x="2570205" y="4530811"/>
            <a:ext cx="4681525" cy="2965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32650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smtClean="0"/>
              <a:t>挂载</a:t>
            </a:r>
            <a:r>
              <a:rPr lang="zh-CN" altLang="en-US" dirty="0" smtClean="0"/>
              <a:t>分区</a:t>
            </a:r>
            <a:r>
              <a:rPr lang="en-US" altLang="zh-CN" dirty="0"/>
              <a:t>- MEDIA_MOUNTED</a:t>
            </a:r>
            <a:r>
              <a:rPr lang="zh-CN" altLang="en-US" dirty="0"/>
              <a:t>广播通知</a:t>
            </a:r>
          </a:p>
        </p:txBody>
      </p:sp>
      <p:pic>
        <p:nvPicPr>
          <p:cNvPr id="7" name="图片 6"/>
          <p:cNvPicPr>
            <a:picLocks noChangeAspect="1"/>
          </p:cNvPicPr>
          <p:nvPr/>
        </p:nvPicPr>
        <p:blipFill>
          <a:blip r:embed="rId4"/>
          <a:stretch>
            <a:fillRect/>
          </a:stretch>
        </p:blipFill>
        <p:spPr>
          <a:xfrm>
            <a:off x="546100" y="1007049"/>
            <a:ext cx="5485714" cy="1647619"/>
          </a:xfrm>
          <a:prstGeom prst="rect">
            <a:avLst/>
          </a:prstGeom>
        </p:spPr>
      </p:pic>
      <p:pic>
        <p:nvPicPr>
          <p:cNvPr id="8" name="图片 7"/>
          <p:cNvPicPr>
            <a:picLocks noChangeAspect="1"/>
          </p:cNvPicPr>
          <p:nvPr/>
        </p:nvPicPr>
        <p:blipFill>
          <a:blip r:embed="rId5"/>
          <a:stretch>
            <a:fillRect/>
          </a:stretch>
        </p:blipFill>
        <p:spPr>
          <a:xfrm>
            <a:off x="7348036" y="1007049"/>
            <a:ext cx="4333333" cy="1323810"/>
          </a:xfrm>
          <a:prstGeom prst="rect">
            <a:avLst/>
          </a:prstGeom>
        </p:spPr>
      </p:pic>
      <p:pic>
        <p:nvPicPr>
          <p:cNvPr id="10" name="图片 9"/>
          <p:cNvPicPr>
            <a:picLocks noChangeAspect="1"/>
          </p:cNvPicPr>
          <p:nvPr/>
        </p:nvPicPr>
        <p:blipFill>
          <a:blip r:embed="rId6"/>
          <a:stretch>
            <a:fillRect/>
          </a:stretch>
        </p:blipFill>
        <p:spPr>
          <a:xfrm>
            <a:off x="5757560" y="2964765"/>
            <a:ext cx="5923809" cy="714286"/>
          </a:xfrm>
          <a:prstGeom prst="rect">
            <a:avLst/>
          </a:prstGeom>
        </p:spPr>
      </p:pic>
      <p:pic>
        <p:nvPicPr>
          <p:cNvPr id="11" name="图片 10"/>
          <p:cNvPicPr>
            <a:picLocks noChangeAspect="1"/>
          </p:cNvPicPr>
          <p:nvPr/>
        </p:nvPicPr>
        <p:blipFill>
          <a:blip r:embed="rId7"/>
          <a:stretch>
            <a:fillRect/>
          </a:stretch>
        </p:blipFill>
        <p:spPr>
          <a:xfrm>
            <a:off x="127052" y="4132212"/>
            <a:ext cx="5904762" cy="942857"/>
          </a:xfrm>
          <a:prstGeom prst="rect">
            <a:avLst/>
          </a:prstGeom>
        </p:spPr>
      </p:pic>
      <p:pic>
        <p:nvPicPr>
          <p:cNvPr id="12" name="图片 11"/>
          <p:cNvPicPr>
            <a:picLocks noChangeAspect="1"/>
          </p:cNvPicPr>
          <p:nvPr/>
        </p:nvPicPr>
        <p:blipFill>
          <a:blip r:embed="rId8"/>
          <a:stretch>
            <a:fillRect/>
          </a:stretch>
        </p:blipFill>
        <p:spPr>
          <a:xfrm>
            <a:off x="6211692" y="4312957"/>
            <a:ext cx="5790476" cy="1714286"/>
          </a:xfrm>
          <a:prstGeom prst="rect">
            <a:avLst/>
          </a:prstGeom>
        </p:spPr>
      </p:pic>
      <p:sp>
        <p:nvSpPr>
          <p:cNvPr id="13" name="右箭头 12"/>
          <p:cNvSpPr/>
          <p:nvPr/>
        </p:nvSpPr>
        <p:spPr>
          <a:xfrm>
            <a:off x="6031814" y="1488052"/>
            <a:ext cx="1316222" cy="18090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latin typeface="+mn-ea"/>
              <a:sym typeface="Arial" panose="020B0604020202020204" pitchFamily="34" charset="0"/>
            </a:endParaRPr>
          </a:p>
        </p:txBody>
      </p:sp>
      <p:sp>
        <p:nvSpPr>
          <p:cNvPr id="14" name="右弧形箭头 13"/>
          <p:cNvSpPr/>
          <p:nvPr/>
        </p:nvSpPr>
        <p:spPr>
          <a:xfrm>
            <a:off x="9012195" y="2330859"/>
            <a:ext cx="189470" cy="817239"/>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solidFill>
                <a:schemeClr val="tx1"/>
              </a:solidFill>
              <a:latin typeface="+mn-ea"/>
              <a:sym typeface="Arial" panose="020B0604020202020204" pitchFamily="34" charset="0"/>
            </a:endParaRPr>
          </a:p>
        </p:txBody>
      </p:sp>
      <p:cxnSp>
        <p:nvCxnSpPr>
          <p:cNvPr id="16" name="直接箭头连接符 15"/>
          <p:cNvCxnSpPr/>
          <p:nvPr/>
        </p:nvCxnSpPr>
        <p:spPr>
          <a:xfrm flipH="1">
            <a:off x="2224216" y="3321908"/>
            <a:ext cx="5684108" cy="8958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下弧形箭头 16"/>
          <p:cNvSpPr/>
          <p:nvPr/>
        </p:nvSpPr>
        <p:spPr>
          <a:xfrm>
            <a:off x="5656134" y="4974862"/>
            <a:ext cx="931238" cy="486824"/>
          </a:xfrm>
          <a:prstGeom prst="curved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lnSpc>
                <a:spcPct val="150000"/>
              </a:lnSpc>
              <a:buFont typeface="Arial" panose="020B0604020202020204" pitchFamily="34" charset="0"/>
              <a:buChar char="•"/>
            </a:pPr>
            <a:endParaRPr lang="zh-CN" altLang="en-US" sz="1100" dirty="0">
              <a:solidFill>
                <a:schemeClr val="tx1"/>
              </a:solidFill>
              <a:latin typeface="+mn-ea"/>
              <a:sym typeface="Arial" panose="020B0604020202020204" pitchFamily="34" charset="0"/>
            </a:endParaRPr>
          </a:p>
        </p:txBody>
      </p:sp>
    </p:spTree>
    <p:extLst>
      <p:ext uri="{BB962C8B-B14F-4D97-AF65-F5344CB8AC3E}">
        <p14:creationId xmlns:p14="http://schemas.microsoft.com/office/powerpoint/2010/main" val="11697839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46100" y="374015"/>
            <a:ext cx="8095392" cy="480131"/>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70C0"/>
                </a:solidFill>
                <a:latin typeface="微软雅黑" panose="020B0503020204020204" pitchFamily="34" charset="-122"/>
                <a:ea typeface="微软雅黑" panose="020B0503020204020204" pitchFamily="34" charset="-122"/>
                <a:cs typeface="+mj-cs"/>
              </a:defRPr>
            </a:lvl1pPr>
          </a:lstStyle>
          <a:p>
            <a:r>
              <a:rPr lang="zh-CN" altLang="en-US" dirty="0"/>
              <a:t>附录</a:t>
            </a:r>
            <a:r>
              <a:rPr lang="en-US" altLang="zh-CN" dirty="0"/>
              <a:t>-</a:t>
            </a:r>
            <a:r>
              <a:rPr lang="zh-CN" altLang="en-US" dirty="0" smtClean="0"/>
              <a:t>内置</a:t>
            </a:r>
            <a:r>
              <a:rPr lang="zh-CN" altLang="en-US" dirty="0" smtClean="0"/>
              <a:t>挂载流程</a:t>
            </a:r>
            <a:r>
              <a:rPr lang="en-US" altLang="zh-CN" dirty="0" smtClean="0"/>
              <a:t>-</a:t>
            </a:r>
            <a:r>
              <a:rPr lang="en-US" altLang="zh-CN" dirty="0" err="1" smtClean="0"/>
              <a:t>doMount</a:t>
            </a:r>
            <a:endParaRPr lang="zh-CN" altLang="en-US" dirty="0"/>
          </a:p>
        </p:txBody>
      </p:sp>
      <p:sp>
        <p:nvSpPr>
          <p:cNvPr id="2" name="矩形 1"/>
          <p:cNvSpPr/>
          <p:nvPr/>
        </p:nvSpPr>
        <p:spPr>
          <a:xfrm>
            <a:off x="546099" y="1067482"/>
            <a:ext cx="7823543" cy="1754326"/>
          </a:xfrm>
          <a:prstGeom prst="rect">
            <a:avLst/>
          </a:prstGeom>
        </p:spPr>
        <p:txBody>
          <a:bodyPr wrap="square">
            <a:spAutoFit/>
          </a:bodyPr>
          <a:lstStyle/>
          <a:p>
            <a:r>
              <a:rPr lang="zh-CN" altLang="en-US" dirty="0"/>
              <a:t>先记录下EmulatedVolume里的几个成员变量的值</a:t>
            </a:r>
            <a:r>
              <a:rPr lang="zh-CN" altLang="en-US" dirty="0" smtClean="0"/>
              <a:t>：</a:t>
            </a:r>
            <a:endParaRPr lang="en-US" altLang="zh-CN" dirty="0" smtClean="0"/>
          </a:p>
          <a:p>
            <a:pPr marL="285750" indent="-285750">
              <a:buFont typeface="Arial" panose="020B0604020202020204" pitchFamily="34" charset="0"/>
              <a:buChar char="•"/>
            </a:pPr>
            <a:r>
              <a:rPr lang="zh-CN" altLang="en-US" dirty="0" smtClean="0"/>
              <a:t>mRawPath </a:t>
            </a:r>
            <a:r>
              <a:rPr lang="zh-CN" altLang="en-US" dirty="0"/>
              <a:t>= "/data/</a:t>
            </a:r>
            <a:r>
              <a:rPr lang="zh-CN" altLang="en-US" dirty="0" smtClean="0"/>
              <a:t>media“</a:t>
            </a:r>
            <a:endParaRPr lang="en-US" altLang="zh-CN" dirty="0" smtClean="0"/>
          </a:p>
          <a:p>
            <a:pPr marL="285750" indent="-285750">
              <a:buFont typeface="Arial" panose="020B0604020202020204" pitchFamily="34" charset="0"/>
              <a:buChar char="•"/>
            </a:pPr>
            <a:r>
              <a:rPr lang="zh-CN" altLang="en-US" dirty="0" smtClean="0"/>
              <a:t>userId </a:t>
            </a:r>
            <a:r>
              <a:rPr lang="zh-CN" altLang="en-US" dirty="0"/>
              <a:t>= 0， mId="emulated;</a:t>
            </a:r>
            <a:r>
              <a:rPr lang="zh-CN" altLang="en-US" dirty="0" smtClean="0"/>
              <a:t>0“</a:t>
            </a:r>
            <a:endParaRPr lang="en-US" altLang="zh-CN" dirty="0" smtClean="0"/>
          </a:p>
          <a:p>
            <a:pPr marL="285750" indent="-285750">
              <a:buFont typeface="Arial" panose="020B0604020202020204" pitchFamily="34" charset="0"/>
              <a:buChar char="•"/>
            </a:pPr>
            <a:r>
              <a:rPr lang="zh-CN" altLang="en-US" dirty="0" smtClean="0"/>
              <a:t>mLabel </a:t>
            </a:r>
            <a:r>
              <a:rPr lang="zh-CN" altLang="en-US" dirty="0"/>
              <a:t>= "</a:t>
            </a:r>
            <a:r>
              <a:rPr lang="zh-CN" altLang="en-US" dirty="0" smtClean="0"/>
              <a:t>emulated“</a:t>
            </a:r>
            <a:endParaRPr lang="en-US" altLang="zh-CN" dirty="0" smtClean="0"/>
          </a:p>
          <a:p>
            <a:pPr marL="285750" indent="-285750">
              <a:buFont typeface="Arial" panose="020B0604020202020204" pitchFamily="34" charset="0"/>
              <a:buChar char="•"/>
            </a:pPr>
            <a:r>
              <a:rPr lang="zh-CN" altLang="en-US" dirty="0" smtClean="0"/>
              <a:t>mUseSdcardFs </a:t>
            </a:r>
            <a:r>
              <a:rPr lang="zh-CN" altLang="en-US" dirty="0"/>
              <a:t>= </a:t>
            </a:r>
            <a:r>
              <a:rPr lang="zh-CN" altLang="en-US" dirty="0" smtClean="0"/>
              <a:t>false</a:t>
            </a:r>
            <a:endParaRPr lang="en-US" altLang="zh-CN" dirty="0" smtClean="0"/>
          </a:p>
          <a:p>
            <a:pPr marL="285750" indent="-285750">
              <a:buFont typeface="Arial" panose="020B0604020202020204" pitchFamily="34" charset="0"/>
              <a:buChar char="•"/>
            </a:pPr>
            <a:r>
              <a:rPr lang="zh-CN" altLang="en-US" dirty="0" smtClean="0"/>
              <a:t>mFuseMounted</a:t>
            </a:r>
            <a:r>
              <a:rPr lang="zh-CN" altLang="en-US" dirty="0"/>
              <a:t>初始为false，MountUserFuse后设置为true</a:t>
            </a:r>
          </a:p>
        </p:txBody>
      </p:sp>
      <p:pic>
        <p:nvPicPr>
          <p:cNvPr id="4" name="图片 3"/>
          <p:cNvPicPr>
            <a:picLocks noChangeAspect="1"/>
          </p:cNvPicPr>
          <p:nvPr/>
        </p:nvPicPr>
        <p:blipFill>
          <a:blip r:embed="rId4"/>
          <a:stretch>
            <a:fillRect/>
          </a:stretch>
        </p:blipFill>
        <p:spPr>
          <a:xfrm>
            <a:off x="546099" y="2919814"/>
            <a:ext cx="4723809" cy="723810"/>
          </a:xfrm>
          <a:prstGeom prst="rect">
            <a:avLst/>
          </a:prstGeom>
        </p:spPr>
      </p:pic>
      <p:pic>
        <p:nvPicPr>
          <p:cNvPr id="5" name="图片 4"/>
          <p:cNvPicPr>
            <a:picLocks noChangeAspect="1"/>
          </p:cNvPicPr>
          <p:nvPr/>
        </p:nvPicPr>
        <p:blipFill>
          <a:blip r:embed="rId5"/>
          <a:stretch>
            <a:fillRect/>
          </a:stretch>
        </p:blipFill>
        <p:spPr>
          <a:xfrm>
            <a:off x="546099" y="4308389"/>
            <a:ext cx="3961905" cy="1380952"/>
          </a:xfrm>
          <a:prstGeom prst="rect">
            <a:avLst/>
          </a:prstGeom>
        </p:spPr>
      </p:pic>
      <p:pic>
        <p:nvPicPr>
          <p:cNvPr id="7" name="图片 6"/>
          <p:cNvPicPr>
            <a:picLocks noChangeAspect="1"/>
          </p:cNvPicPr>
          <p:nvPr/>
        </p:nvPicPr>
        <p:blipFill>
          <a:blip r:embed="rId6"/>
          <a:stretch>
            <a:fillRect/>
          </a:stretch>
        </p:blipFill>
        <p:spPr>
          <a:xfrm>
            <a:off x="4708846" y="3511708"/>
            <a:ext cx="6514286" cy="3228571"/>
          </a:xfrm>
          <a:prstGeom prst="rect">
            <a:avLst/>
          </a:prstGeom>
        </p:spPr>
      </p:pic>
      <p:cxnSp>
        <p:nvCxnSpPr>
          <p:cNvPr id="9" name="直接箭头连接符 8"/>
          <p:cNvCxnSpPr/>
          <p:nvPr/>
        </p:nvCxnSpPr>
        <p:spPr>
          <a:xfrm flipH="1">
            <a:off x="2084173" y="3643624"/>
            <a:ext cx="57665" cy="66476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4255657" y="4308389"/>
            <a:ext cx="453189" cy="583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32642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70391" y="3105835"/>
            <a:ext cx="7387930" cy="646331"/>
          </a:xfrm>
          <a:prstGeom prst="rect">
            <a:avLst/>
          </a:prstGeom>
        </p:spPr>
        <p:txBody>
          <a:bodyPr wrap="square">
            <a:spAutoFit/>
          </a:bodyPr>
          <a:lstStyle/>
          <a:p>
            <a:r>
              <a:rPr lang="en-US" altLang="zh-CN" sz="36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Thank You</a:t>
            </a:r>
            <a:endParaRPr lang="zh-CN" altLang="en-US" sz="3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a18adb86-5929-4bf5-a1c6-bcf101f86030"/>
  <p:tag name="KSO_WPP_MARK_KEY" val="bfaec05c-b6b6-4739-a45d-7df803bfcfeb"/>
  <p:tag name="COMMONDATA" val="eyJoZGlkIjoiNzk2OWRhOWE1YzhjODRjY2FlNmJmOWJlNTJiNzUyYWIifQ=="/>
</p:tagLst>
</file>

<file path=ppt/tags/tag2.xml><?xml version="1.0" encoding="utf-8"?>
<p:tagLst xmlns:a="http://schemas.openxmlformats.org/drawingml/2006/main" xmlns:r="http://schemas.openxmlformats.org/officeDocument/2006/relationships" xmlns:p="http://schemas.openxmlformats.org/presentationml/2006/main">
  <p:tag name="ISLIDE.VECTOR" val="969b7ff7-461c-4c06-8a93-c57159ac15d3"/>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主题5">
  <a:themeElements>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marL="171450" indent="-171450">
          <a:lnSpc>
            <a:spcPct val="150000"/>
          </a:lnSpc>
          <a:buFont typeface="Arial" panose="020B0604020202020204" pitchFamily="34" charset="0"/>
          <a:buChar char="•"/>
          <a:defRPr sz="1100" dirty="0">
            <a:latin typeface="+mn-ea"/>
            <a:sym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4140</Words>
  <Application>Microsoft Office PowerPoint</Application>
  <PresentationFormat>宽屏</PresentationFormat>
  <Paragraphs>546</Paragraphs>
  <Slides>71</Slides>
  <Notes>60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71</vt:i4>
      </vt:variant>
    </vt:vector>
  </HeadingPairs>
  <TitlesOfParts>
    <vt:vector size="80" baseType="lpstr">
      <vt:lpstr>Open Sans</vt:lpstr>
      <vt:lpstr>宋体</vt:lpstr>
      <vt:lpstr>微软雅黑</vt:lpstr>
      <vt:lpstr>微软雅黑 Light</vt:lpstr>
      <vt:lpstr>Arial</vt:lpstr>
      <vt:lpstr>Calibri</vt:lpstr>
      <vt:lpstr>Calibri Light</vt:lpstr>
      <vt:lpstr>主题5</vt:lpstr>
      <vt:lpstr>自定义设计方案</vt:lpstr>
      <vt:lpstr>Android 11 存储管理  --安卓系统服务开发科</vt:lpstr>
      <vt:lpstr>目录</vt:lpstr>
      <vt:lpstr>PowerPoint 演示文稿</vt:lpstr>
      <vt:lpstr>PowerPoint 演示文稿</vt:lpstr>
      <vt:lpstr>PowerPoint 演示文稿</vt:lpstr>
      <vt:lpstr>PowerPoint 演示文稿</vt:lpstr>
      <vt:lpstr>PowerPoint 演示文稿</vt:lpstr>
      <vt:lpstr>PowerPoint 演示文稿</vt:lpstr>
      <vt:lpstr>StorageManager的接口</vt:lpstr>
      <vt:lpstr>PowerPoint 演示文稿</vt:lpstr>
      <vt:lpstr>存储与多用户</vt:lpstr>
      <vt:lpstr>存储与多用户</vt:lpstr>
      <vt:lpstr>多用户存储隔离的原理</vt:lpstr>
      <vt:lpstr>命令行示例 </vt:lpstr>
      <vt:lpstr>演示 </vt:lpstr>
      <vt:lpstr>演示 </vt:lpstr>
      <vt:lpstr>演示 </vt:lpstr>
      <vt:lpstr>检查 </vt:lpstr>
      <vt:lpstr>android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薛翔宇</cp:lastModifiedBy>
  <cp:revision>3767</cp:revision>
  <cp:lastPrinted>2019-12-11T08:28:00Z</cp:lastPrinted>
  <dcterms:created xsi:type="dcterms:W3CDTF">2018-02-05T16:00:00Z</dcterms:created>
  <dcterms:modified xsi:type="dcterms:W3CDTF">2023-07-12T03:49:06Z</dcterms:modified>
  <cp:category>business proposal;oral defense;training courseware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a18adb86-5929-4bf5-a1c6-bcf101f86030</vt:lpwstr>
  </property>
  <property fmtid="{D5CDD505-2E9C-101B-9397-08002B2CF9AE}" pid="3" name="KSOProductBuildVer">
    <vt:lpwstr>2052-11.1.0.14309</vt:lpwstr>
  </property>
  <property fmtid="{D5CDD505-2E9C-101B-9397-08002B2CF9AE}" pid="4" name="ICV">
    <vt:lpwstr>D06307BE6881495B829DC0950AFDCCDF</vt:lpwstr>
  </property>
</Properties>
</file>