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462" r:id="rId2"/>
    <p:sldId id="497" r:id="rId3"/>
    <p:sldId id="500" r:id="rId4"/>
    <p:sldId id="498" r:id="rId5"/>
    <p:sldId id="499" r:id="rId6"/>
    <p:sldId id="501" r:id="rId7"/>
    <p:sldId id="502" r:id="rId8"/>
    <p:sldId id="505" r:id="rId9"/>
    <p:sldId id="504" r:id="rId10"/>
    <p:sldId id="503" r:id="rId11"/>
    <p:sldId id="506" r:id="rId12"/>
    <p:sldId id="512" r:id="rId13"/>
    <p:sldId id="513" r:id="rId14"/>
    <p:sldId id="507" r:id="rId15"/>
    <p:sldId id="508" r:id="rId16"/>
    <p:sldId id="511" r:id="rId17"/>
    <p:sldId id="514" r:id="rId18"/>
    <p:sldId id="515" r:id="rId19"/>
    <p:sldId id="516" r:id="rId20"/>
    <p:sldId id="489" r:id="rId21"/>
    <p:sldId id="491" r:id="rId22"/>
    <p:sldId id="492" r:id="rId23"/>
    <p:sldId id="517" r:id="rId24"/>
    <p:sldId id="518" r:id="rId25"/>
    <p:sldId id="519" r:id="rId26"/>
    <p:sldId id="520" r:id="rId27"/>
    <p:sldId id="521" r:id="rId28"/>
    <p:sldId id="494" r:id="rId29"/>
    <p:sldId id="493" r:id="rId30"/>
    <p:sldId id="522" r:id="rId31"/>
    <p:sldId id="523" r:id="rId32"/>
    <p:sldId id="524" r:id="rId33"/>
    <p:sldId id="525" r:id="rId34"/>
    <p:sldId id="526" r:id="rId35"/>
    <p:sldId id="527" r:id="rId36"/>
    <p:sldId id="528" r:id="rId37"/>
    <p:sldId id="529" r:id="rId38"/>
    <p:sldId id="530" r:id="rId39"/>
    <p:sldId id="531" r:id="rId40"/>
    <p:sldId id="532" r:id="rId41"/>
    <p:sldId id="536" r:id="rId42"/>
    <p:sldId id="533" r:id="rId43"/>
    <p:sldId id="534" r:id="rId44"/>
    <p:sldId id="535" r:id="rId45"/>
    <p:sldId id="537" r:id="rId46"/>
    <p:sldId id="538" r:id="rId47"/>
    <p:sldId id="539" r:id="rId48"/>
    <p:sldId id="540" r:id="rId49"/>
    <p:sldId id="541" r:id="rId50"/>
    <p:sldId id="542" r:id="rId51"/>
    <p:sldId id="457" r:id="rId52"/>
  </p:sldIdLst>
  <p:sldSz cx="12192000" cy="6858000"/>
  <p:notesSz cx="7315200" cy="9601200"/>
  <p:custDataLst>
    <p:tags r:id="rId5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78B418B-98C2-4F37-A65D-70AE4D795273}">
          <p14:sldIdLst>
            <p14:sldId id="462"/>
            <p14:sldId id="497"/>
            <p14:sldId id="500"/>
            <p14:sldId id="498"/>
            <p14:sldId id="499"/>
            <p14:sldId id="501"/>
            <p14:sldId id="502"/>
            <p14:sldId id="505"/>
            <p14:sldId id="504"/>
            <p14:sldId id="503"/>
            <p14:sldId id="506"/>
            <p14:sldId id="512"/>
            <p14:sldId id="513"/>
            <p14:sldId id="507"/>
            <p14:sldId id="508"/>
            <p14:sldId id="511"/>
            <p14:sldId id="514"/>
            <p14:sldId id="515"/>
            <p14:sldId id="516"/>
            <p14:sldId id="489"/>
            <p14:sldId id="491"/>
            <p14:sldId id="492"/>
            <p14:sldId id="517"/>
            <p14:sldId id="518"/>
            <p14:sldId id="519"/>
            <p14:sldId id="520"/>
            <p14:sldId id="521"/>
            <p14:sldId id="494"/>
            <p14:sldId id="493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6"/>
            <p14:sldId id="533"/>
            <p14:sldId id="534"/>
            <p14:sldId id="535"/>
            <p14:sldId id="537"/>
            <p14:sldId id="538"/>
            <p14:sldId id="539"/>
            <p14:sldId id="540"/>
            <p14:sldId id="541"/>
            <p14:sldId id="542"/>
          </p14:sldIdLst>
        </p14:section>
        <p14:section name="04 尾页" id="{18EC4E07-A0E4-4B6E-A703-5185B578C16C}">
          <p14:sldIdLst>
            <p14:sldId id="457"/>
          </p14:sldIdLst>
        </p14:section>
      </p14:sectionLst>
    </p:ext>
    <p:ext uri="{EFAFB233-063F-42B5-8137-9DF3F51BA10A}">
      <p15:sldGuideLst xmlns:p15="http://schemas.microsoft.com/office/powerpoint/2012/main">
        <p15:guide id="1" pos="3863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薛翔宇" initials="薛翔宇" lastIdx="1" clrIdx="0">
    <p:extLst>
      <p:ext uri="{19B8F6BF-5375-455C-9EA6-DF929625EA0E}">
        <p15:presenceInfo xmlns:p15="http://schemas.microsoft.com/office/powerpoint/2012/main" userId="S-1-5-21-4120487998-2987955093-1907839292-17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698FCE"/>
    <a:srgbClr val="5B9BD5"/>
    <a:srgbClr val="ED7D31"/>
    <a:srgbClr val="EAEFF7"/>
    <a:srgbClr val="D2DEEF"/>
    <a:srgbClr val="234B69"/>
    <a:srgbClr val="506478"/>
    <a:srgbClr val="65ADE0"/>
    <a:srgbClr val="00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40" autoAdjust="0"/>
    <p:restoredTop sz="83180" autoAdjust="0"/>
  </p:normalViewPr>
  <p:slideViewPr>
    <p:cSldViewPr snapToGrid="0">
      <p:cViewPr varScale="1">
        <p:scale>
          <a:sx n="96" d="100"/>
          <a:sy n="96" d="100"/>
        </p:scale>
        <p:origin x="1422" y="96"/>
      </p:cViewPr>
      <p:guideLst>
        <p:guide pos="3863"/>
        <p:guide orient="horz" pos="2160"/>
      </p:guideLst>
    </p:cSldViewPr>
  </p:slideViewPr>
  <p:outlineViewPr>
    <p:cViewPr>
      <p:scale>
        <a:sx n="33" d="100"/>
        <a:sy n="33" d="100"/>
      </p:scale>
      <p:origin x="0" y="-7278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25" d="100"/>
        <a:sy n="125" d="100"/>
      </p:scale>
      <p:origin x="0" y="-20412"/>
    </p:cViewPr>
  </p:sorterViewPr>
  <p:notesViewPr>
    <p:cSldViewPr snapToGrid="0" showGuides="1">
      <p:cViewPr varScale="1">
        <p:scale>
          <a:sx n="51" d="100"/>
          <a:sy n="51" d="100"/>
        </p:scale>
        <p:origin x="201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1EE8B-D289-4982-8DA6-393B02BCD2AE}" type="datetimeFigureOut">
              <a:rPr lang="zh-CN" altLang="en-US" smtClean="0"/>
              <a:t>2022/7/26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DC033-7BEA-4C6E-A430-5D509879A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29445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6606CF4-FA77-4E71-BDBB-B62F97D48318}" type="datetimeFigureOut">
              <a:rPr lang="zh-CN" altLang="en-US" smtClean="0"/>
              <a:t>2022/7/26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A7EA511-84E0-4AE0-9842-AB0E10994B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111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4283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3914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3493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4251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3549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6890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6429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8946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8654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4355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2294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7072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6465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28449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20848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90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43807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1205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ïṩḷídê"/>
          <p:cNvSpPr/>
          <p:nvPr userDrawn="1"/>
        </p:nvSpPr>
        <p:spPr>
          <a:xfrm>
            <a:off x="0" y="0"/>
            <a:ext cx="12192000" cy="46529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6057265" y="5714996"/>
            <a:ext cx="577408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13" name="标题 9801"/>
          <p:cNvSpPr>
            <a:spLocks noGrp="1"/>
          </p:cNvSpPr>
          <p:nvPr>
            <p:ph type="ctrTitle"/>
          </p:nvPr>
        </p:nvSpPr>
        <p:spPr>
          <a:xfrm>
            <a:off x="2105892" y="1863222"/>
            <a:ext cx="9727046" cy="1266373"/>
          </a:xfrm>
        </p:spPr>
        <p:txBody>
          <a:bodyPr anchor="ctr">
            <a:noAutofit/>
          </a:bodyPr>
          <a:lstStyle>
            <a:lvl1pPr algn="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058854" y="5280173"/>
            <a:ext cx="577408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" name="969b7ff7-461c-4c06-8a93-c57159ac15d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755217" y="3065320"/>
            <a:ext cx="6900559" cy="1622664"/>
            <a:chOff x="2776538" y="2559050"/>
            <a:chExt cx="7108825" cy="1671638"/>
          </a:xfrm>
          <a:solidFill>
            <a:schemeClr val="bg1">
              <a:alpha val="32000"/>
            </a:schemeClr>
          </a:solidFill>
        </p:grpSpPr>
        <p:sp>
          <p:nvSpPr>
            <p:cNvPr id="16" name="iślíďè"/>
            <p:cNvSpPr/>
            <p:nvPr userDrawn="1"/>
          </p:nvSpPr>
          <p:spPr bwMode="auto">
            <a:xfrm>
              <a:off x="4356100" y="2890838"/>
              <a:ext cx="1452563" cy="1339850"/>
            </a:xfrm>
            <a:custGeom>
              <a:avLst/>
              <a:gdLst>
                <a:gd name="T0" fmla="*/ 915 w 915"/>
                <a:gd name="T1" fmla="*/ 801 h 844"/>
                <a:gd name="T2" fmla="*/ 884 w 915"/>
                <a:gd name="T3" fmla="*/ 801 h 844"/>
                <a:gd name="T4" fmla="*/ 884 w 915"/>
                <a:gd name="T5" fmla="*/ 544 h 844"/>
                <a:gd name="T6" fmla="*/ 828 w 915"/>
                <a:gd name="T7" fmla="*/ 544 h 844"/>
                <a:gd name="T8" fmla="*/ 828 w 915"/>
                <a:gd name="T9" fmla="*/ 282 h 844"/>
                <a:gd name="T10" fmla="*/ 789 w 915"/>
                <a:gd name="T11" fmla="*/ 282 h 844"/>
                <a:gd name="T12" fmla="*/ 789 w 915"/>
                <a:gd name="T13" fmla="*/ 86 h 844"/>
                <a:gd name="T14" fmla="*/ 665 w 915"/>
                <a:gd name="T15" fmla="*/ 146 h 844"/>
                <a:gd name="T16" fmla="*/ 665 w 915"/>
                <a:gd name="T17" fmla="*/ 282 h 844"/>
                <a:gd name="T18" fmla="*/ 644 w 915"/>
                <a:gd name="T19" fmla="*/ 282 h 844"/>
                <a:gd name="T20" fmla="*/ 644 w 915"/>
                <a:gd name="T21" fmla="*/ 166 h 844"/>
                <a:gd name="T22" fmla="*/ 601 w 915"/>
                <a:gd name="T23" fmla="*/ 88 h 844"/>
                <a:gd name="T24" fmla="*/ 583 w 915"/>
                <a:gd name="T25" fmla="*/ 88 h 844"/>
                <a:gd name="T26" fmla="*/ 577 w 915"/>
                <a:gd name="T27" fmla="*/ 50 h 844"/>
                <a:gd name="T28" fmla="*/ 569 w 915"/>
                <a:gd name="T29" fmla="*/ 0 h 844"/>
                <a:gd name="T30" fmla="*/ 561 w 915"/>
                <a:gd name="T31" fmla="*/ 50 h 844"/>
                <a:gd name="T32" fmla="*/ 555 w 915"/>
                <a:gd name="T33" fmla="*/ 88 h 844"/>
                <a:gd name="T34" fmla="*/ 533 w 915"/>
                <a:gd name="T35" fmla="*/ 88 h 844"/>
                <a:gd name="T36" fmla="*/ 488 w 915"/>
                <a:gd name="T37" fmla="*/ 166 h 844"/>
                <a:gd name="T38" fmla="*/ 488 w 915"/>
                <a:gd name="T39" fmla="*/ 360 h 844"/>
                <a:gd name="T40" fmla="*/ 468 w 915"/>
                <a:gd name="T41" fmla="*/ 360 h 844"/>
                <a:gd name="T42" fmla="*/ 468 w 915"/>
                <a:gd name="T43" fmla="*/ 614 h 844"/>
                <a:gd name="T44" fmla="*/ 450 w 915"/>
                <a:gd name="T45" fmla="*/ 614 h 844"/>
                <a:gd name="T46" fmla="*/ 450 w 915"/>
                <a:gd name="T47" fmla="*/ 494 h 844"/>
                <a:gd name="T48" fmla="*/ 339 w 915"/>
                <a:gd name="T49" fmla="*/ 494 h 844"/>
                <a:gd name="T50" fmla="*/ 339 w 915"/>
                <a:gd name="T51" fmla="*/ 343 h 844"/>
                <a:gd name="T52" fmla="*/ 293 w 915"/>
                <a:gd name="T53" fmla="*/ 343 h 844"/>
                <a:gd name="T54" fmla="*/ 293 w 915"/>
                <a:gd name="T55" fmla="*/ 302 h 844"/>
                <a:gd name="T56" fmla="*/ 280 w 915"/>
                <a:gd name="T57" fmla="*/ 302 h 844"/>
                <a:gd name="T58" fmla="*/ 280 w 915"/>
                <a:gd name="T59" fmla="*/ 268 h 844"/>
                <a:gd name="T60" fmla="*/ 271 w 915"/>
                <a:gd name="T61" fmla="*/ 268 h 844"/>
                <a:gd name="T62" fmla="*/ 271 w 915"/>
                <a:gd name="T63" fmla="*/ 302 h 844"/>
                <a:gd name="T64" fmla="*/ 254 w 915"/>
                <a:gd name="T65" fmla="*/ 302 h 844"/>
                <a:gd name="T66" fmla="*/ 254 w 915"/>
                <a:gd name="T67" fmla="*/ 245 h 844"/>
                <a:gd name="T68" fmla="*/ 248 w 915"/>
                <a:gd name="T69" fmla="*/ 245 h 844"/>
                <a:gd name="T70" fmla="*/ 248 w 915"/>
                <a:gd name="T71" fmla="*/ 302 h 844"/>
                <a:gd name="T72" fmla="*/ 236 w 915"/>
                <a:gd name="T73" fmla="*/ 302 h 844"/>
                <a:gd name="T74" fmla="*/ 236 w 915"/>
                <a:gd name="T75" fmla="*/ 343 h 844"/>
                <a:gd name="T76" fmla="*/ 219 w 915"/>
                <a:gd name="T77" fmla="*/ 343 h 844"/>
                <a:gd name="T78" fmla="*/ 219 w 915"/>
                <a:gd name="T79" fmla="*/ 566 h 844"/>
                <a:gd name="T80" fmla="*/ 188 w 915"/>
                <a:gd name="T81" fmla="*/ 566 h 844"/>
                <a:gd name="T82" fmla="*/ 188 w 915"/>
                <a:gd name="T83" fmla="*/ 488 h 844"/>
                <a:gd name="T84" fmla="*/ 28 w 915"/>
                <a:gd name="T85" fmla="*/ 488 h 844"/>
                <a:gd name="T86" fmla="*/ 28 w 915"/>
                <a:gd name="T87" fmla="*/ 801 h 844"/>
                <a:gd name="T88" fmla="*/ 0 w 915"/>
                <a:gd name="T89" fmla="*/ 801 h 844"/>
                <a:gd name="T90" fmla="*/ 0 w 915"/>
                <a:gd name="T91" fmla="*/ 844 h 844"/>
                <a:gd name="T92" fmla="*/ 915 w 915"/>
                <a:gd name="T93" fmla="*/ 844 h 844"/>
                <a:gd name="T94" fmla="*/ 915 w 915"/>
                <a:gd name="T95" fmla="*/ 801 h 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15" h="844">
                  <a:moveTo>
                    <a:pt x="915" y="801"/>
                  </a:moveTo>
                  <a:lnTo>
                    <a:pt x="884" y="801"/>
                  </a:lnTo>
                  <a:lnTo>
                    <a:pt x="884" y="544"/>
                  </a:lnTo>
                  <a:lnTo>
                    <a:pt x="828" y="544"/>
                  </a:lnTo>
                  <a:lnTo>
                    <a:pt x="828" y="282"/>
                  </a:lnTo>
                  <a:lnTo>
                    <a:pt x="789" y="282"/>
                  </a:lnTo>
                  <a:lnTo>
                    <a:pt x="789" y="86"/>
                  </a:lnTo>
                  <a:lnTo>
                    <a:pt x="665" y="146"/>
                  </a:lnTo>
                  <a:lnTo>
                    <a:pt x="665" y="282"/>
                  </a:lnTo>
                  <a:lnTo>
                    <a:pt x="644" y="282"/>
                  </a:lnTo>
                  <a:lnTo>
                    <a:pt x="644" y="166"/>
                  </a:lnTo>
                  <a:lnTo>
                    <a:pt x="601" y="88"/>
                  </a:lnTo>
                  <a:lnTo>
                    <a:pt x="583" y="88"/>
                  </a:lnTo>
                  <a:lnTo>
                    <a:pt x="577" y="50"/>
                  </a:lnTo>
                  <a:lnTo>
                    <a:pt x="569" y="0"/>
                  </a:lnTo>
                  <a:lnTo>
                    <a:pt x="561" y="50"/>
                  </a:lnTo>
                  <a:lnTo>
                    <a:pt x="555" y="88"/>
                  </a:lnTo>
                  <a:lnTo>
                    <a:pt x="533" y="88"/>
                  </a:lnTo>
                  <a:lnTo>
                    <a:pt x="488" y="166"/>
                  </a:lnTo>
                  <a:lnTo>
                    <a:pt x="488" y="360"/>
                  </a:lnTo>
                  <a:lnTo>
                    <a:pt x="468" y="360"/>
                  </a:lnTo>
                  <a:lnTo>
                    <a:pt x="468" y="614"/>
                  </a:lnTo>
                  <a:lnTo>
                    <a:pt x="450" y="614"/>
                  </a:lnTo>
                  <a:lnTo>
                    <a:pt x="450" y="494"/>
                  </a:lnTo>
                  <a:lnTo>
                    <a:pt x="339" y="494"/>
                  </a:lnTo>
                  <a:lnTo>
                    <a:pt x="339" y="343"/>
                  </a:lnTo>
                  <a:lnTo>
                    <a:pt x="293" y="343"/>
                  </a:lnTo>
                  <a:lnTo>
                    <a:pt x="293" y="302"/>
                  </a:lnTo>
                  <a:lnTo>
                    <a:pt x="280" y="302"/>
                  </a:lnTo>
                  <a:lnTo>
                    <a:pt x="280" y="268"/>
                  </a:lnTo>
                  <a:lnTo>
                    <a:pt x="271" y="268"/>
                  </a:lnTo>
                  <a:lnTo>
                    <a:pt x="271" y="302"/>
                  </a:lnTo>
                  <a:lnTo>
                    <a:pt x="254" y="302"/>
                  </a:lnTo>
                  <a:lnTo>
                    <a:pt x="254" y="245"/>
                  </a:lnTo>
                  <a:lnTo>
                    <a:pt x="248" y="245"/>
                  </a:lnTo>
                  <a:lnTo>
                    <a:pt x="248" y="302"/>
                  </a:lnTo>
                  <a:lnTo>
                    <a:pt x="236" y="302"/>
                  </a:lnTo>
                  <a:lnTo>
                    <a:pt x="236" y="343"/>
                  </a:lnTo>
                  <a:lnTo>
                    <a:pt x="219" y="343"/>
                  </a:lnTo>
                  <a:lnTo>
                    <a:pt x="219" y="566"/>
                  </a:lnTo>
                  <a:lnTo>
                    <a:pt x="188" y="566"/>
                  </a:lnTo>
                  <a:lnTo>
                    <a:pt x="188" y="488"/>
                  </a:lnTo>
                  <a:lnTo>
                    <a:pt x="28" y="488"/>
                  </a:lnTo>
                  <a:lnTo>
                    <a:pt x="28" y="801"/>
                  </a:lnTo>
                  <a:lnTo>
                    <a:pt x="0" y="801"/>
                  </a:lnTo>
                  <a:lnTo>
                    <a:pt x="0" y="844"/>
                  </a:lnTo>
                  <a:lnTo>
                    <a:pt x="915" y="844"/>
                  </a:lnTo>
                  <a:lnTo>
                    <a:pt x="915" y="8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17" name="îŝḷíḓé"/>
            <p:cNvSpPr/>
            <p:nvPr userDrawn="1"/>
          </p:nvSpPr>
          <p:spPr bwMode="auto">
            <a:xfrm>
              <a:off x="9344025" y="3665538"/>
              <a:ext cx="541338" cy="492125"/>
            </a:xfrm>
            <a:custGeom>
              <a:avLst/>
              <a:gdLst>
                <a:gd name="T0" fmla="*/ 0 w 335"/>
                <a:gd name="T1" fmla="*/ 124 h 304"/>
                <a:gd name="T2" fmla="*/ 21 w 335"/>
                <a:gd name="T3" fmla="*/ 124 h 304"/>
                <a:gd name="T4" fmla="*/ 21 w 335"/>
                <a:gd name="T5" fmla="*/ 112 h 304"/>
                <a:gd name="T6" fmla="*/ 54 w 335"/>
                <a:gd name="T7" fmla="*/ 33 h 304"/>
                <a:gd name="T8" fmla="*/ 133 w 335"/>
                <a:gd name="T9" fmla="*/ 0 h 304"/>
                <a:gd name="T10" fmla="*/ 206 w 335"/>
                <a:gd name="T11" fmla="*/ 0 h 304"/>
                <a:gd name="T12" fmla="*/ 286 w 335"/>
                <a:gd name="T13" fmla="*/ 33 h 304"/>
                <a:gd name="T14" fmla="*/ 318 w 335"/>
                <a:gd name="T15" fmla="*/ 112 h 304"/>
                <a:gd name="T16" fmla="*/ 318 w 335"/>
                <a:gd name="T17" fmla="*/ 124 h 304"/>
                <a:gd name="T18" fmla="*/ 335 w 335"/>
                <a:gd name="T19" fmla="*/ 124 h 304"/>
                <a:gd name="T20" fmla="*/ 335 w 335"/>
                <a:gd name="T21" fmla="*/ 251 h 304"/>
                <a:gd name="T22" fmla="*/ 306 w 335"/>
                <a:gd name="T23" fmla="*/ 251 h 304"/>
                <a:gd name="T24" fmla="*/ 306 w 335"/>
                <a:gd name="T25" fmla="*/ 304 h 304"/>
                <a:gd name="T26" fmla="*/ 243 w 335"/>
                <a:gd name="T27" fmla="*/ 304 h 304"/>
                <a:gd name="T28" fmla="*/ 243 w 335"/>
                <a:gd name="T29" fmla="*/ 251 h 304"/>
                <a:gd name="T30" fmla="*/ 91 w 335"/>
                <a:gd name="T31" fmla="*/ 251 h 304"/>
                <a:gd name="T32" fmla="*/ 91 w 335"/>
                <a:gd name="T33" fmla="*/ 304 h 304"/>
                <a:gd name="T34" fmla="*/ 28 w 335"/>
                <a:gd name="T35" fmla="*/ 304 h 304"/>
                <a:gd name="T36" fmla="*/ 28 w 335"/>
                <a:gd name="T37" fmla="*/ 251 h 304"/>
                <a:gd name="T38" fmla="*/ 0 w 335"/>
                <a:gd name="T39" fmla="*/ 251 h 304"/>
                <a:gd name="T40" fmla="*/ 0 w 335"/>
                <a:gd name="T41" fmla="*/ 124 h 304"/>
                <a:gd name="T42" fmla="*/ 67 w 335"/>
                <a:gd name="T43" fmla="*/ 124 h 304"/>
                <a:gd name="T44" fmla="*/ 272 w 335"/>
                <a:gd name="T45" fmla="*/ 124 h 304"/>
                <a:gd name="T46" fmla="*/ 272 w 335"/>
                <a:gd name="T47" fmla="*/ 112 h 304"/>
                <a:gd name="T48" fmla="*/ 253 w 335"/>
                <a:gd name="T49" fmla="*/ 66 h 304"/>
                <a:gd name="T50" fmla="*/ 206 w 335"/>
                <a:gd name="T51" fmla="*/ 46 h 304"/>
                <a:gd name="T52" fmla="*/ 133 w 335"/>
                <a:gd name="T53" fmla="*/ 46 h 304"/>
                <a:gd name="T54" fmla="*/ 86 w 335"/>
                <a:gd name="T55" fmla="*/ 66 h 304"/>
                <a:gd name="T56" fmla="*/ 67 w 335"/>
                <a:gd name="T57" fmla="*/ 112 h 304"/>
                <a:gd name="T58" fmla="*/ 67 w 335"/>
                <a:gd name="T59" fmla="*/ 124 h 304"/>
                <a:gd name="T60" fmla="*/ 304 w 335"/>
                <a:gd name="T61" fmla="*/ 162 h 304"/>
                <a:gd name="T62" fmla="*/ 230 w 335"/>
                <a:gd name="T63" fmla="*/ 173 h 304"/>
                <a:gd name="T64" fmla="*/ 230 w 335"/>
                <a:gd name="T65" fmla="*/ 206 h 304"/>
                <a:gd name="T66" fmla="*/ 272 w 335"/>
                <a:gd name="T67" fmla="*/ 206 h 304"/>
                <a:gd name="T68" fmla="*/ 304 w 335"/>
                <a:gd name="T69" fmla="*/ 206 h 304"/>
                <a:gd name="T70" fmla="*/ 304 w 335"/>
                <a:gd name="T71" fmla="*/ 162 h 304"/>
                <a:gd name="T72" fmla="*/ 30 w 335"/>
                <a:gd name="T73" fmla="*/ 162 h 304"/>
                <a:gd name="T74" fmla="*/ 30 w 335"/>
                <a:gd name="T75" fmla="*/ 206 h 304"/>
                <a:gd name="T76" fmla="*/ 67 w 335"/>
                <a:gd name="T77" fmla="*/ 206 h 304"/>
                <a:gd name="T78" fmla="*/ 104 w 335"/>
                <a:gd name="T79" fmla="*/ 206 h 304"/>
                <a:gd name="T80" fmla="*/ 104 w 335"/>
                <a:gd name="T81" fmla="*/ 173 h 304"/>
                <a:gd name="T82" fmla="*/ 30 w 335"/>
                <a:gd name="T83" fmla="*/ 162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5" h="304">
                  <a:moveTo>
                    <a:pt x="0" y="124"/>
                  </a:moveTo>
                  <a:cubicBezTo>
                    <a:pt x="21" y="124"/>
                    <a:pt x="21" y="124"/>
                    <a:pt x="21" y="124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81"/>
                    <a:pt x="33" y="53"/>
                    <a:pt x="54" y="33"/>
                  </a:cubicBezTo>
                  <a:cubicBezTo>
                    <a:pt x="74" y="12"/>
                    <a:pt x="102" y="0"/>
                    <a:pt x="133" y="0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237" y="0"/>
                    <a:pt x="265" y="12"/>
                    <a:pt x="286" y="33"/>
                  </a:cubicBezTo>
                  <a:cubicBezTo>
                    <a:pt x="306" y="53"/>
                    <a:pt x="318" y="81"/>
                    <a:pt x="318" y="112"/>
                  </a:cubicBezTo>
                  <a:cubicBezTo>
                    <a:pt x="318" y="124"/>
                    <a:pt x="318" y="124"/>
                    <a:pt x="318" y="124"/>
                  </a:cubicBezTo>
                  <a:cubicBezTo>
                    <a:pt x="335" y="124"/>
                    <a:pt x="335" y="124"/>
                    <a:pt x="335" y="124"/>
                  </a:cubicBezTo>
                  <a:cubicBezTo>
                    <a:pt x="335" y="251"/>
                    <a:pt x="335" y="251"/>
                    <a:pt x="335" y="251"/>
                  </a:cubicBezTo>
                  <a:cubicBezTo>
                    <a:pt x="306" y="251"/>
                    <a:pt x="306" y="251"/>
                    <a:pt x="306" y="251"/>
                  </a:cubicBezTo>
                  <a:cubicBezTo>
                    <a:pt x="306" y="304"/>
                    <a:pt x="306" y="304"/>
                    <a:pt x="306" y="304"/>
                  </a:cubicBezTo>
                  <a:cubicBezTo>
                    <a:pt x="243" y="304"/>
                    <a:pt x="243" y="304"/>
                    <a:pt x="243" y="304"/>
                  </a:cubicBezTo>
                  <a:cubicBezTo>
                    <a:pt x="243" y="251"/>
                    <a:pt x="243" y="251"/>
                    <a:pt x="243" y="251"/>
                  </a:cubicBezTo>
                  <a:cubicBezTo>
                    <a:pt x="91" y="251"/>
                    <a:pt x="91" y="251"/>
                    <a:pt x="91" y="251"/>
                  </a:cubicBezTo>
                  <a:cubicBezTo>
                    <a:pt x="91" y="304"/>
                    <a:pt x="91" y="304"/>
                    <a:pt x="91" y="304"/>
                  </a:cubicBezTo>
                  <a:cubicBezTo>
                    <a:pt x="28" y="304"/>
                    <a:pt x="28" y="304"/>
                    <a:pt x="28" y="304"/>
                  </a:cubicBezTo>
                  <a:cubicBezTo>
                    <a:pt x="28" y="251"/>
                    <a:pt x="28" y="251"/>
                    <a:pt x="28" y="251"/>
                  </a:cubicBezTo>
                  <a:cubicBezTo>
                    <a:pt x="0" y="251"/>
                    <a:pt x="0" y="251"/>
                    <a:pt x="0" y="251"/>
                  </a:cubicBezTo>
                  <a:cubicBezTo>
                    <a:pt x="0" y="124"/>
                    <a:pt x="0" y="124"/>
                    <a:pt x="0" y="124"/>
                  </a:cubicBezTo>
                  <a:close/>
                  <a:moveTo>
                    <a:pt x="67" y="124"/>
                  </a:moveTo>
                  <a:cubicBezTo>
                    <a:pt x="272" y="124"/>
                    <a:pt x="272" y="124"/>
                    <a:pt x="272" y="124"/>
                  </a:cubicBezTo>
                  <a:cubicBezTo>
                    <a:pt x="272" y="112"/>
                    <a:pt x="272" y="112"/>
                    <a:pt x="272" y="112"/>
                  </a:cubicBezTo>
                  <a:cubicBezTo>
                    <a:pt x="272" y="94"/>
                    <a:pt x="265" y="77"/>
                    <a:pt x="253" y="66"/>
                  </a:cubicBezTo>
                  <a:cubicBezTo>
                    <a:pt x="241" y="54"/>
                    <a:pt x="224" y="46"/>
                    <a:pt x="206" y="46"/>
                  </a:cubicBezTo>
                  <a:cubicBezTo>
                    <a:pt x="133" y="46"/>
                    <a:pt x="133" y="46"/>
                    <a:pt x="133" y="46"/>
                  </a:cubicBezTo>
                  <a:cubicBezTo>
                    <a:pt x="115" y="46"/>
                    <a:pt x="98" y="54"/>
                    <a:pt x="86" y="66"/>
                  </a:cubicBezTo>
                  <a:cubicBezTo>
                    <a:pt x="75" y="77"/>
                    <a:pt x="67" y="94"/>
                    <a:pt x="67" y="112"/>
                  </a:cubicBezTo>
                  <a:cubicBezTo>
                    <a:pt x="67" y="124"/>
                    <a:pt x="67" y="124"/>
                    <a:pt x="67" y="124"/>
                  </a:cubicBezTo>
                  <a:close/>
                  <a:moveTo>
                    <a:pt x="304" y="162"/>
                  </a:moveTo>
                  <a:cubicBezTo>
                    <a:pt x="230" y="173"/>
                    <a:pt x="230" y="173"/>
                    <a:pt x="230" y="173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72" y="206"/>
                    <a:pt x="272" y="206"/>
                    <a:pt x="272" y="206"/>
                  </a:cubicBezTo>
                  <a:cubicBezTo>
                    <a:pt x="304" y="206"/>
                    <a:pt x="304" y="206"/>
                    <a:pt x="304" y="206"/>
                  </a:cubicBezTo>
                  <a:cubicBezTo>
                    <a:pt x="304" y="162"/>
                    <a:pt x="304" y="162"/>
                    <a:pt x="304" y="162"/>
                  </a:cubicBezTo>
                  <a:close/>
                  <a:moveTo>
                    <a:pt x="30" y="162"/>
                  </a:moveTo>
                  <a:cubicBezTo>
                    <a:pt x="30" y="206"/>
                    <a:pt x="30" y="206"/>
                    <a:pt x="30" y="206"/>
                  </a:cubicBezTo>
                  <a:cubicBezTo>
                    <a:pt x="67" y="206"/>
                    <a:pt x="67" y="206"/>
                    <a:pt x="67" y="206"/>
                  </a:cubicBezTo>
                  <a:cubicBezTo>
                    <a:pt x="104" y="206"/>
                    <a:pt x="104" y="206"/>
                    <a:pt x="104" y="206"/>
                  </a:cubicBezTo>
                  <a:cubicBezTo>
                    <a:pt x="104" y="173"/>
                    <a:pt x="104" y="173"/>
                    <a:pt x="104" y="173"/>
                  </a:cubicBezTo>
                  <a:lnTo>
                    <a:pt x="30" y="1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18" name="ïsḷiḍe"/>
            <p:cNvSpPr/>
            <p:nvPr userDrawn="1"/>
          </p:nvSpPr>
          <p:spPr bwMode="auto">
            <a:xfrm>
              <a:off x="5667375" y="3552825"/>
              <a:ext cx="700088" cy="627063"/>
            </a:xfrm>
            <a:custGeom>
              <a:avLst/>
              <a:gdLst>
                <a:gd name="T0" fmla="*/ 217 w 433"/>
                <a:gd name="T1" fmla="*/ 0 h 387"/>
                <a:gd name="T2" fmla="*/ 433 w 433"/>
                <a:gd name="T3" fmla="*/ 216 h 387"/>
                <a:gd name="T4" fmla="*/ 351 w 433"/>
                <a:gd name="T5" fmla="*/ 386 h 387"/>
                <a:gd name="T6" fmla="*/ 315 w 433"/>
                <a:gd name="T7" fmla="*/ 345 h 387"/>
                <a:gd name="T8" fmla="*/ 283 w 433"/>
                <a:gd name="T9" fmla="*/ 345 h 387"/>
                <a:gd name="T10" fmla="*/ 293 w 433"/>
                <a:gd name="T11" fmla="*/ 387 h 387"/>
                <a:gd name="T12" fmla="*/ 143 w 433"/>
                <a:gd name="T13" fmla="*/ 387 h 387"/>
                <a:gd name="T14" fmla="*/ 153 w 433"/>
                <a:gd name="T15" fmla="*/ 345 h 387"/>
                <a:gd name="T16" fmla="*/ 120 w 433"/>
                <a:gd name="T17" fmla="*/ 345 h 387"/>
                <a:gd name="T18" fmla="*/ 84 w 433"/>
                <a:gd name="T19" fmla="*/ 387 h 387"/>
                <a:gd name="T20" fmla="*/ 83 w 433"/>
                <a:gd name="T21" fmla="*/ 387 h 387"/>
                <a:gd name="T22" fmla="*/ 0 w 433"/>
                <a:gd name="T23" fmla="*/ 216 h 387"/>
                <a:gd name="T24" fmla="*/ 217 w 433"/>
                <a:gd name="T25" fmla="*/ 0 h 387"/>
                <a:gd name="T26" fmla="*/ 111 w 433"/>
                <a:gd name="T27" fmla="*/ 308 h 387"/>
                <a:gd name="T28" fmla="*/ 111 w 433"/>
                <a:gd name="T29" fmla="*/ 328 h 387"/>
                <a:gd name="T30" fmla="*/ 325 w 433"/>
                <a:gd name="T31" fmla="*/ 328 h 387"/>
                <a:gd name="T32" fmla="*/ 325 w 433"/>
                <a:gd name="T33" fmla="*/ 308 h 387"/>
                <a:gd name="T34" fmla="*/ 111 w 433"/>
                <a:gd name="T35" fmla="*/ 308 h 387"/>
                <a:gd name="T36" fmla="*/ 274 w 433"/>
                <a:gd name="T37" fmla="*/ 223 h 387"/>
                <a:gd name="T38" fmla="*/ 249 w 433"/>
                <a:gd name="T39" fmla="*/ 248 h 387"/>
                <a:gd name="T40" fmla="*/ 274 w 433"/>
                <a:gd name="T41" fmla="*/ 274 h 387"/>
                <a:gd name="T42" fmla="*/ 299 w 433"/>
                <a:gd name="T43" fmla="*/ 248 h 387"/>
                <a:gd name="T44" fmla="*/ 274 w 433"/>
                <a:gd name="T45" fmla="*/ 223 h 387"/>
                <a:gd name="T46" fmla="*/ 160 w 433"/>
                <a:gd name="T47" fmla="*/ 223 h 387"/>
                <a:gd name="T48" fmla="*/ 135 w 433"/>
                <a:gd name="T49" fmla="*/ 248 h 387"/>
                <a:gd name="T50" fmla="*/ 160 w 433"/>
                <a:gd name="T51" fmla="*/ 274 h 387"/>
                <a:gd name="T52" fmla="*/ 185 w 433"/>
                <a:gd name="T53" fmla="*/ 248 h 387"/>
                <a:gd name="T54" fmla="*/ 160 w 433"/>
                <a:gd name="T55" fmla="*/ 223 h 387"/>
                <a:gd name="T56" fmla="*/ 134 w 433"/>
                <a:gd name="T57" fmla="*/ 97 h 387"/>
                <a:gd name="T58" fmla="*/ 128 w 433"/>
                <a:gd name="T59" fmla="*/ 190 h 387"/>
                <a:gd name="T60" fmla="*/ 306 w 433"/>
                <a:gd name="T61" fmla="*/ 190 h 387"/>
                <a:gd name="T62" fmla="*/ 300 w 433"/>
                <a:gd name="T63" fmla="*/ 97 h 387"/>
                <a:gd name="T64" fmla="*/ 134 w 433"/>
                <a:gd name="T65" fmla="*/ 97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3" h="387">
                  <a:moveTo>
                    <a:pt x="217" y="0"/>
                  </a:moveTo>
                  <a:cubicBezTo>
                    <a:pt x="336" y="0"/>
                    <a:pt x="433" y="97"/>
                    <a:pt x="433" y="216"/>
                  </a:cubicBezTo>
                  <a:cubicBezTo>
                    <a:pt x="433" y="285"/>
                    <a:pt x="401" y="346"/>
                    <a:pt x="351" y="386"/>
                  </a:cubicBezTo>
                  <a:cubicBezTo>
                    <a:pt x="315" y="345"/>
                    <a:pt x="315" y="345"/>
                    <a:pt x="315" y="345"/>
                  </a:cubicBezTo>
                  <a:cubicBezTo>
                    <a:pt x="283" y="345"/>
                    <a:pt x="283" y="345"/>
                    <a:pt x="283" y="345"/>
                  </a:cubicBezTo>
                  <a:cubicBezTo>
                    <a:pt x="293" y="387"/>
                    <a:pt x="293" y="387"/>
                    <a:pt x="293" y="387"/>
                  </a:cubicBezTo>
                  <a:cubicBezTo>
                    <a:pt x="143" y="387"/>
                    <a:pt x="143" y="387"/>
                    <a:pt x="143" y="387"/>
                  </a:cubicBezTo>
                  <a:cubicBezTo>
                    <a:pt x="153" y="345"/>
                    <a:pt x="153" y="345"/>
                    <a:pt x="153" y="345"/>
                  </a:cubicBezTo>
                  <a:cubicBezTo>
                    <a:pt x="120" y="345"/>
                    <a:pt x="120" y="345"/>
                    <a:pt x="120" y="345"/>
                  </a:cubicBezTo>
                  <a:cubicBezTo>
                    <a:pt x="84" y="387"/>
                    <a:pt x="84" y="387"/>
                    <a:pt x="84" y="387"/>
                  </a:cubicBezTo>
                  <a:cubicBezTo>
                    <a:pt x="83" y="387"/>
                    <a:pt x="83" y="387"/>
                    <a:pt x="83" y="387"/>
                  </a:cubicBezTo>
                  <a:cubicBezTo>
                    <a:pt x="33" y="347"/>
                    <a:pt x="0" y="286"/>
                    <a:pt x="0" y="216"/>
                  </a:cubicBezTo>
                  <a:cubicBezTo>
                    <a:pt x="0" y="97"/>
                    <a:pt x="97" y="0"/>
                    <a:pt x="217" y="0"/>
                  </a:cubicBezTo>
                  <a:close/>
                  <a:moveTo>
                    <a:pt x="111" y="308"/>
                  </a:moveTo>
                  <a:cubicBezTo>
                    <a:pt x="111" y="328"/>
                    <a:pt x="111" y="328"/>
                    <a:pt x="111" y="328"/>
                  </a:cubicBezTo>
                  <a:cubicBezTo>
                    <a:pt x="325" y="328"/>
                    <a:pt x="325" y="328"/>
                    <a:pt x="325" y="328"/>
                  </a:cubicBezTo>
                  <a:cubicBezTo>
                    <a:pt x="325" y="308"/>
                    <a:pt x="325" y="308"/>
                    <a:pt x="325" y="308"/>
                  </a:cubicBezTo>
                  <a:cubicBezTo>
                    <a:pt x="111" y="308"/>
                    <a:pt x="111" y="308"/>
                    <a:pt x="111" y="308"/>
                  </a:cubicBezTo>
                  <a:close/>
                  <a:moveTo>
                    <a:pt x="274" y="223"/>
                  </a:moveTo>
                  <a:cubicBezTo>
                    <a:pt x="260" y="223"/>
                    <a:pt x="249" y="235"/>
                    <a:pt x="249" y="248"/>
                  </a:cubicBezTo>
                  <a:cubicBezTo>
                    <a:pt x="249" y="262"/>
                    <a:pt x="260" y="274"/>
                    <a:pt x="274" y="274"/>
                  </a:cubicBezTo>
                  <a:cubicBezTo>
                    <a:pt x="288" y="274"/>
                    <a:pt x="299" y="262"/>
                    <a:pt x="299" y="248"/>
                  </a:cubicBezTo>
                  <a:cubicBezTo>
                    <a:pt x="299" y="235"/>
                    <a:pt x="288" y="223"/>
                    <a:pt x="274" y="223"/>
                  </a:cubicBezTo>
                  <a:close/>
                  <a:moveTo>
                    <a:pt x="160" y="223"/>
                  </a:moveTo>
                  <a:cubicBezTo>
                    <a:pt x="146" y="223"/>
                    <a:pt x="135" y="235"/>
                    <a:pt x="135" y="248"/>
                  </a:cubicBezTo>
                  <a:cubicBezTo>
                    <a:pt x="135" y="262"/>
                    <a:pt x="146" y="274"/>
                    <a:pt x="160" y="274"/>
                  </a:cubicBezTo>
                  <a:cubicBezTo>
                    <a:pt x="174" y="274"/>
                    <a:pt x="185" y="262"/>
                    <a:pt x="185" y="248"/>
                  </a:cubicBezTo>
                  <a:cubicBezTo>
                    <a:pt x="185" y="235"/>
                    <a:pt x="174" y="223"/>
                    <a:pt x="160" y="223"/>
                  </a:cubicBezTo>
                  <a:close/>
                  <a:moveTo>
                    <a:pt x="134" y="97"/>
                  </a:moveTo>
                  <a:cubicBezTo>
                    <a:pt x="128" y="190"/>
                    <a:pt x="128" y="190"/>
                    <a:pt x="128" y="190"/>
                  </a:cubicBezTo>
                  <a:cubicBezTo>
                    <a:pt x="306" y="190"/>
                    <a:pt x="306" y="190"/>
                    <a:pt x="306" y="190"/>
                  </a:cubicBezTo>
                  <a:cubicBezTo>
                    <a:pt x="300" y="97"/>
                    <a:pt x="300" y="97"/>
                    <a:pt x="300" y="97"/>
                  </a:cubicBezTo>
                  <a:lnTo>
                    <a:pt x="134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19" name="îśḻîḍé"/>
            <p:cNvSpPr/>
            <p:nvPr userDrawn="1"/>
          </p:nvSpPr>
          <p:spPr bwMode="auto">
            <a:xfrm>
              <a:off x="3552825" y="3122613"/>
              <a:ext cx="1031875" cy="1079500"/>
            </a:xfrm>
            <a:custGeom>
              <a:avLst/>
              <a:gdLst>
                <a:gd name="T0" fmla="*/ 565 w 650"/>
                <a:gd name="T1" fmla="*/ 189 h 680"/>
                <a:gd name="T2" fmla="*/ 532 w 650"/>
                <a:gd name="T3" fmla="*/ 189 h 680"/>
                <a:gd name="T4" fmla="*/ 532 w 650"/>
                <a:gd name="T5" fmla="*/ 94 h 680"/>
                <a:gd name="T6" fmla="*/ 494 w 650"/>
                <a:gd name="T7" fmla="*/ 94 h 680"/>
                <a:gd name="T8" fmla="*/ 494 w 650"/>
                <a:gd name="T9" fmla="*/ 126 h 680"/>
                <a:gd name="T10" fmla="*/ 478 w 650"/>
                <a:gd name="T11" fmla="*/ 126 h 680"/>
                <a:gd name="T12" fmla="*/ 478 w 650"/>
                <a:gd name="T13" fmla="*/ 16 h 680"/>
                <a:gd name="T14" fmla="*/ 446 w 650"/>
                <a:gd name="T15" fmla="*/ 0 h 680"/>
                <a:gd name="T16" fmla="*/ 374 w 650"/>
                <a:gd name="T17" fmla="*/ 14 h 680"/>
                <a:gd name="T18" fmla="*/ 374 w 650"/>
                <a:gd name="T19" fmla="*/ 60 h 680"/>
                <a:gd name="T20" fmla="*/ 357 w 650"/>
                <a:gd name="T21" fmla="*/ 52 h 680"/>
                <a:gd name="T22" fmla="*/ 302 w 650"/>
                <a:gd name="T23" fmla="*/ 62 h 680"/>
                <a:gd name="T24" fmla="*/ 301 w 650"/>
                <a:gd name="T25" fmla="*/ 262 h 680"/>
                <a:gd name="T26" fmla="*/ 266 w 650"/>
                <a:gd name="T27" fmla="*/ 262 h 680"/>
                <a:gd name="T28" fmla="*/ 266 w 650"/>
                <a:gd name="T29" fmla="*/ 118 h 680"/>
                <a:gd name="T30" fmla="*/ 238 w 650"/>
                <a:gd name="T31" fmla="*/ 118 h 680"/>
                <a:gd name="T32" fmla="*/ 238 w 650"/>
                <a:gd name="T33" fmla="*/ 60 h 680"/>
                <a:gd name="T34" fmla="*/ 102 w 650"/>
                <a:gd name="T35" fmla="*/ 60 h 680"/>
                <a:gd name="T36" fmla="*/ 102 w 650"/>
                <a:gd name="T37" fmla="*/ 247 h 680"/>
                <a:gd name="T38" fmla="*/ 0 w 650"/>
                <a:gd name="T39" fmla="*/ 247 h 680"/>
                <a:gd name="T40" fmla="*/ 0 w 650"/>
                <a:gd name="T41" fmla="*/ 679 h 680"/>
                <a:gd name="T42" fmla="*/ 102 w 650"/>
                <a:gd name="T43" fmla="*/ 679 h 680"/>
                <a:gd name="T44" fmla="*/ 133 w 650"/>
                <a:gd name="T45" fmla="*/ 679 h 680"/>
                <a:gd name="T46" fmla="*/ 218 w 650"/>
                <a:gd name="T47" fmla="*/ 679 h 680"/>
                <a:gd name="T48" fmla="*/ 218 w 650"/>
                <a:gd name="T49" fmla="*/ 680 h 680"/>
                <a:gd name="T50" fmla="*/ 299 w 650"/>
                <a:gd name="T51" fmla="*/ 680 h 680"/>
                <a:gd name="T52" fmla="*/ 335 w 650"/>
                <a:gd name="T53" fmla="*/ 680 h 680"/>
                <a:gd name="T54" fmla="*/ 371 w 650"/>
                <a:gd name="T55" fmla="*/ 680 h 680"/>
                <a:gd name="T56" fmla="*/ 380 w 650"/>
                <a:gd name="T57" fmla="*/ 680 h 680"/>
                <a:gd name="T58" fmla="*/ 476 w 650"/>
                <a:gd name="T59" fmla="*/ 680 h 680"/>
                <a:gd name="T60" fmla="*/ 476 w 650"/>
                <a:gd name="T61" fmla="*/ 677 h 680"/>
                <a:gd name="T62" fmla="*/ 586 w 650"/>
                <a:gd name="T63" fmla="*/ 677 h 680"/>
                <a:gd name="T64" fmla="*/ 586 w 650"/>
                <a:gd name="T65" fmla="*/ 411 h 680"/>
                <a:gd name="T66" fmla="*/ 650 w 650"/>
                <a:gd name="T67" fmla="*/ 411 h 680"/>
                <a:gd name="T68" fmla="*/ 650 w 650"/>
                <a:gd name="T69" fmla="*/ 110 h 680"/>
                <a:gd name="T70" fmla="*/ 594 w 650"/>
                <a:gd name="T71" fmla="*/ 110 h 680"/>
                <a:gd name="T72" fmla="*/ 594 w 650"/>
                <a:gd name="T73" fmla="*/ 4 h 680"/>
                <a:gd name="T74" fmla="*/ 585 w 650"/>
                <a:gd name="T75" fmla="*/ 4 h 680"/>
                <a:gd name="T76" fmla="*/ 585 w 650"/>
                <a:gd name="T77" fmla="*/ 110 h 680"/>
                <a:gd name="T78" fmla="*/ 565 w 650"/>
                <a:gd name="T79" fmla="*/ 110 h 680"/>
                <a:gd name="T80" fmla="*/ 565 w 650"/>
                <a:gd name="T81" fmla="*/ 189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50" h="680">
                  <a:moveTo>
                    <a:pt x="565" y="189"/>
                  </a:moveTo>
                  <a:lnTo>
                    <a:pt x="532" y="189"/>
                  </a:lnTo>
                  <a:lnTo>
                    <a:pt x="532" y="94"/>
                  </a:lnTo>
                  <a:lnTo>
                    <a:pt x="494" y="94"/>
                  </a:lnTo>
                  <a:lnTo>
                    <a:pt x="494" y="126"/>
                  </a:lnTo>
                  <a:lnTo>
                    <a:pt x="478" y="126"/>
                  </a:lnTo>
                  <a:lnTo>
                    <a:pt x="478" y="16"/>
                  </a:lnTo>
                  <a:lnTo>
                    <a:pt x="446" y="0"/>
                  </a:lnTo>
                  <a:lnTo>
                    <a:pt x="374" y="14"/>
                  </a:lnTo>
                  <a:lnTo>
                    <a:pt x="374" y="60"/>
                  </a:lnTo>
                  <a:lnTo>
                    <a:pt x="357" y="52"/>
                  </a:lnTo>
                  <a:lnTo>
                    <a:pt x="302" y="62"/>
                  </a:lnTo>
                  <a:lnTo>
                    <a:pt x="301" y="262"/>
                  </a:lnTo>
                  <a:lnTo>
                    <a:pt x="266" y="262"/>
                  </a:lnTo>
                  <a:lnTo>
                    <a:pt x="266" y="118"/>
                  </a:lnTo>
                  <a:lnTo>
                    <a:pt x="238" y="118"/>
                  </a:lnTo>
                  <a:lnTo>
                    <a:pt x="238" y="60"/>
                  </a:lnTo>
                  <a:lnTo>
                    <a:pt x="102" y="60"/>
                  </a:lnTo>
                  <a:lnTo>
                    <a:pt x="102" y="247"/>
                  </a:lnTo>
                  <a:lnTo>
                    <a:pt x="0" y="247"/>
                  </a:lnTo>
                  <a:lnTo>
                    <a:pt x="0" y="679"/>
                  </a:lnTo>
                  <a:lnTo>
                    <a:pt x="102" y="679"/>
                  </a:lnTo>
                  <a:lnTo>
                    <a:pt x="133" y="679"/>
                  </a:lnTo>
                  <a:lnTo>
                    <a:pt x="218" y="679"/>
                  </a:lnTo>
                  <a:lnTo>
                    <a:pt x="218" y="680"/>
                  </a:lnTo>
                  <a:lnTo>
                    <a:pt x="299" y="680"/>
                  </a:lnTo>
                  <a:lnTo>
                    <a:pt x="335" y="680"/>
                  </a:lnTo>
                  <a:lnTo>
                    <a:pt x="371" y="680"/>
                  </a:lnTo>
                  <a:lnTo>
                    <a:pt x="380" y="680"/>
                  </a:lnTo>
                  <a:lnTo>
                    <a:pt x="476" y="680"/>
                  </a:lnTo>
                  <a:lnTo>
                    <a:pt x="476" y="677"/>
                  </a:lnTo>
                  <a:lnTo>
                    <a:pt x="586" y="677"/>
                  </a:lnTo>
                  <a:lnTo>
                    <a:pt x="586" y="411"/>
                  </a:lnTo>
                  <a:lnTo>
                    <a:pt x="650" y="411"/>
                  </a:lnTo>
                  <a:lnTo>
                    <a:pt x="650" y="110"/>
                  </a:lnTo>
                  <a:lnTo>
                    <a:pt x="594" y="110"/>
                  </a:lnTo>
                  <a:lnTo>
                    <a:pt x="594" y="4"/>
                  </a:lnTo>
                  <a:lnTo>
                    <a:pt x="585" y="4"/>
                  </a:lnTo>
                  <a:lnTo>
                    <a:pt x="585" y="110"/>
                  </a:lnTo>
                  <a:lnTo>
                    <a:pt x="565" y="110"/>
                  </a:lnTo>
                  <a:lnTo>
                    <a:pt x="565" y="1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0" name="ísḷïďe"/>
            <p:cNvSpPr/>
            <p:nvPr userDrawn="1"/>
          </p:nvSpPr>
          <p:spPr bwMode="auto">
            <a:xfrm>
              <a:off x="6718300" y="2859088"/>
              <a:ext cx="1022350" cy="1335088"/>
            </a:xfrm>
            <a:custGeom>
              <a:avLst/>
              <a:gdLst>
                <a:gd name="T0" fmla="*/ 188 w 644"/>
                <a:gd name="T1" fmla="*/ 138 h 841"/>
                <a:gd name="T2" fmla="*/ 188 w 644"/>
                <a:gd name="T3" fmla="*/ 553 h 841"/>
                <a:gd name="T4" fmla="*/ 270 w 644"/>
                <a:gd name="T5" fmla="*/ 553 h 841"/>
                <a:gd name="T6" fmla="*/ 270 w 644"/>
                <a:gd name="T7" fmla="*/ 322 h 841"/>
                <a:gd name="T8" fmla="*/ 395 w 644"/>
                <a:gd name="T9" fmla="*/ 322 h 841"/>
                <a:gd name="T10" fmla="*/ 395 w 644"/>
                <a:gd name="T11" fmla="*/ 276 h 841"/>
                <a:gd name="T12" fmla="*/ 432 w 644"/>
                <a:gd name="T13" fmla="*/ 243 h 841"/>
                <a:gd name="T14" fmla="*/ 515 w 644"/>
                <a:gd name="T15" fmla="*/ 276 h 841"/>
                <a:gd name="T16" fmla="*/ 515 w 644"/>
                <a:gd name="T17" fmla="*/ 442 h 841"/>
                <a:gd name="T18" fmla="*/ 566 w 644"/>
                <a:gd name="T19" fmla="*/ 442 h 841"/>
                <a:gd name="T20" fmla="*/ 566 w 644"/>
                <a:gd name="T21" fmla="*/ 389 h 841"/>
                <a:gd name="T22" fmla="*/ 609 w 644"/>
                <a:gd name="T23" fmla="*/ 389 h 841"/>
                <a:gd name="T24" fmla="*/ 609 w 644"/>
                <a:gd name="T25" fmla="*/ 321 h 841"/>
                <a:gd name="T26" fmla="*/ 644 w 644"/>
                <a:gd name="T27" fmla="*/ 321 h 841"/>
                <a:gd name="T28" fmla="*/ 644 w 644"/>
                <a:gd name="T29" fmla="*/ 389 h 841"/>
                <a:gd name="T30" fmla="*/ 644 w 644"/>
                <a:gd name="T31" fmla="*/ 630 h 841"/>
                <a:gd name="T32" fmla="*/ 644 w 644"/>
                <a:gd name="T33" fmla="*/ 638 h 841"/>
                <a:gd name="T34" fmla="*/ 611 w 644"/>
                <a:gd name="T35" fmla="*/ 638 h 841"/>
                <a:gd name="T36" fmla="*/ 611 w 644"/>
                <a:gd name="T37" fmla="*/ 841 h 841"/>
                <a:gd name="T38" fmla="*/ 501 w 644"/>
                <a:gd name="T39" fmla="*/ 841 h 841"/>
                <a:gd name="T40" fmla="*/ 501 w 644"/>
                <a:gd name="T41" fmla="*/ 839 h 841"/>
                <a:gd name="T42" fmla="*/ 395 w 644"/>
                <a:gd name="T43" fmla="*/ 839 h 841"/>
                <a:gd name="T44" fmla="*/ 395 w 644"/>
                <a:gd name="T45" fmla="*/ 831 h 841"/>
                <a:gd name="T46" fmla="*/ 188 w 644"/>
                <a:gd name="T47" fmla="*/ 831 h 841"/>
                <a:gd name="T48" fmla="*/ 188 w 644"/>
                <a:gd name="T49" fmla="*/ 834 h 841"/>
                <a:gd name="T50" fmla="*/ 0 w 644"/>
                <a:gd name="T51" fmla="*/ 834 h 841"/>
                <a:gd name="T52" fmla="*/ 0 w 644"/>
                <a:gd name="T53" fmla="*/ 138 h 841"/>
                <a:gd name="T54" fmla="*/ 47 w 644"/>
                <a:gd name="T55" fmla="*/ 68 h 841"/>
                <a:gd name="T56" fmla="*/ 94 w 644"/>
                <a:gd name="T57" fmla="*/ 0 h 841"/>
                <a:gd name="T58" fmla="*/ 141 w 644"/>
                <a:gd name="T59" fmla="*/ 68 h 841"/>
                <a:gd name="T60" fmla="*/ 188 w 644"/>
                <a:gd name="T61" fmla="*/ 138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44" h="841">
                  <a:moveTo>
                    <a:pt x="188" y="138"/>
                  </a:moveTo>
                  <a:lnTo>
                    <a:pt x="188" y="553"/>
                  </a:lnTo>
                  <a:lnTo>
                    <a:pt x="270" y="553"/>
                  </a:lnTo>
                  <a:lnTo>
                    <a:pt x="270" y="322"/>
                  </a:lnTo>
                  <a:lnTo>
                    <a:pt x="395" y="322"/>
                  </a:lnTo>
                  <a:lnTo>
                    <a:pt x="395" y="276"/>
                  </a:lnTo>
                  <a:lnTo>
                    <a:pt x="432" y="243"/>
                  </a:lnTo>
                  <a:lnTo>
                    <a:pt x="515" y="276"/>
                  </a:lnTo>
                  <a:lnTo>
                    <a:pt x="515" y="442"/>
                  </a:lnTo>
                  <a:lnTo>
                    <a:pt x="566" y="442"/>
                  </a:lnTo>
                  <a:lnTo>
                    <a:pt x="566" y="389"/>
                  </a:lnTo>
                  <a:lnTo>
                    <a:pt x="609" y="389"/>
                  </a:lnTo>
                  <a:lnTo>
                    <a:pt x="609" y="321"/>
                  </a:lnTo>
                  <a:lnTo>
                    <a:pt x="644" y="321"/>
                  </a:lnTo>
                  <a:lnTo>
                    <a:pt x="644" y="389"/>
                  </a:lnTo>
                  <a:lnTo>
                    <a:pt x="644" y="630"/>
                  </a:lnTo>
                  <a:lnTo>
                    <a:pt x="644" y="638"/>
                  </a:lnTo>
                  <a:lnTo>
                    <a:pt x="611" y="638"/>
                  </a:lnTo>
                  <a:lnTo>
                    <a:pt x="611" y="841"/>
                  </a:lnTo>
                  <a:lnTo>
                    <a:pt x="501" y="841"/>
                  </a:lnTo>
                  <a:lnTo>
                    <a:pt x="501" y="839"/>
                  </a:lnTo>
                  <a:lnTo>
                    <a:pt x="395" y="839"/>
                  </a:lnTo>
                  <a:lnTo>
                    <a:pt x="395" y="831"/>
                  </a:lnTo>
                  <a:lnTo>
                    <a:pt x="188" y="831"/>
                  </a:lnTo>
                  <a:lnTo>
                    <a:pt x="188" y="834"/>
                  </a:lnTo>
                  <a:lnTo>
                    <a:pt x="0" y="834"/>
                  </a:lnTo>
                  <a:lnTo>
                    <a:pt x="0" y="138"/>
                  </a:lnTo>
                  <a:lnTo>
                    <a:pt x="47" y="68"/>
                  </a:lnTo>
                  <a:lnTo>
                    <a:pt x="94" y="0"/>
                  </a:lnTo>
                  <a:lnTo>
                    <a:pt x="141" y="68"/>
                  </a:lnTo>
                  <a:lnTo>
                    <a:pt x="188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1" name="iṡlïďê"/>
            <p:cNvSpPr/>
            <p:nvPr userDrawn="1"/>
          </p:nvSpPr>
          <p:spPr bwMode="auto">
            <a:xfrm>
              <a:off x="7575550" y="3108325"/>
              <a:ext cx="611188" cy="1101725"/>
            </a:xfrm>
            <a:custGeom>
              <a:avLst/>
              <a:gdLst>
                <a:gd name="T0" fmla="*/ 126 w 385"/>
                <a:gd name="T1" fmla="*/ 365 h 694"/>
                <a:gd name="T2" fmla="*/ 229 w 385"/>
                <a:gd name="T3" fmla="*/ 365 h 694"/>
                <a:gd name="T4" fmla="*/ 229 w 385"/>
                <a:gd name="T5" fmla="*/ 262 h 694"/>
                <a:gd name="T6" fmla="*/ 235 w 385"/>
                <a:gd name="T7" fmla="*/ 262 h 694"/>
                <a:gd name="T8" fmla="*/ 235 w 385"/>
                <a:gd name="T9" fmla="*/ 187 h 694"/>
                <a:gd name="T10" fmla="*/ 280 w 385"/>
                <a:gd name="T11" fmla="*/ 187 h 694"/>
                <a:gd name="T12" fmla="*/ 280 w 385"/>
                <a:gd name="T13" fmla="*/ 138 h 694"/>
                <a:gd name="T14" fmla="*/ 284 w 385"/>
                <a:gd name="T15" fmla="*/ 138 h 694"/>
                <a:gd name="T16" fmla="*/ 284 w 385"/>
                <a:gd name="T17" fmla="*/ 0 h 694"/>
                <a:gd name="T18" fmla="*/ 296 w 385"/>
                <a:gd name="T19" fmla="*/ 0 h 694"/>
                <a:gd name="T20" fmla="*/ 296 w 385"/>
                <a:gd name="T21" fmla="*/ 138 h 694"/>
                <a:gd name="T22" fmla="*/ 327 w 385"/>
                <a:gd name="T23" fmla="*/ 138 h 694"/>
                <a:gd name="T24" fmla="*/ 327 w 385"/>
                <a:gd name="T25" fmla="*/ 262 h 694"/>
                <a:gd name="T26" fmla="*/ 366 w 385"/>
                <a:gd name="T27" fmla="*/ 262 h 694"/>
                <a:gd name="T28" fmla="*/ 366 w 385"/>
                <a:gd name="T29" fmla="*/ 376 h 694"/>
                <a:gd name="T30" fmla="*/ 385 w 385"/>
                <a:gd name="T31" fmla="*/ 376 h 694"/>
                <a:gd name="T32" fmla="*/ 385 w 385"/>
                <a:gd name="T33" fmla="*/ 663 h 694"/>
                <a:gd name="T34" fmla="*/ 366 w 385"/>
                <a:gd name="T35" fmla="*/ 663 h 694"/>
                <a:gd name="T36" fmla="*/ 366 w 385"/>
                <a:gd name="T37" fmla="*/ 694 h 694"/>
                <a:gd name="T38" fmla="*/ 229 w 385"/>
                <a:gd name="T39" fmla="*/ 694 h 694"/>
                <a:gd name="T40" fmla="*/ 229 w 385"/>
                <a:gd name="T41" fmla="*/ 689 h 694"/>
                <a:gd name="T42" fmla="*/ 126 w 385"/>
                <a:gd name="T43" fmla="*/ 689 h 694"/>
                <a:gd name="T44" fmla="*/ 126 w 385"/>
                <a:gd name="T45" fmla="*/ 683 h 694"/>
                <a:gd name="T46" fmla="*/ 0 w 385"/>
                <a:gd name="T47" fmla="*/ 683 h 694"/>
                <a:gd name="T48" fmla="*/ 0 w 385"/>
                <a:gd name="T49" fmla="*/ 445 h 694"/>
                <a:gd name="T50" fmla="*/ 126 w 385"/>
                <a:gd name="T51" fmla="*/ 445 h 694"/>
                <a:gd name="T52" fmla="*/ 126 w 385"/>
                <a:gd name="T53" fmla="*/ 365 h 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5" h="694">
                  <a:moveTo>
                    <a:pt x="126" y="365"/>
                  </a:moveTo>
                  <a:lnTo>
                    <a:pt x="229" y="365"/>
                  </a:lnTo>
                  <a:lnTo>
                    <a:pt x="229" y="262"/>
                  </a:lnTo>
                  <a:lnTo>
                    <a:pt x="235" y="262"/>
                  </a:lnTo>
                  <a:lnTo>
                    <a:pt x="235" y="187"/>
                  </a:lnTo>
                  <a:lnTo>
                    <a:pt x="280" y="187"/>
                  </a:lnTo>
                  <a:lnTo>
                    <a:pt x="280" y="138"/>
                  </a:lnTo>
                  <a:lnTo>
                    <a:pt x="284" y="138"/>
                  </a:lnTo>
                  <a:lnTo>
                    <a:pt x="284" y="0"/>
                  </a:lnTo>
                  <a:lnTo>
                    <a:pt x="296" y="0"/>
                  </a:lnTo>
                  <a:lnTo>
                    <a:pt x="296" y="138"/>
                  </a:lnTo>
                  <a:lnTo>
                    <a:pt x="327" y="138"/>
                  </a:lnTo>
                  <a:lnTo>
                    <a:pt x="327" y="262"/>
                  </a:lnTo>
                  <a:lnTo>
                    <a:pt x="366" y="262"/>
                  </a:lnTo>
                  <a:lnTo>
                    <a:pt x="366" y="376"/>
                  </a:lnTo>
                  <a:lnTo>
                    <a:pt x="385" y="376"/>
                  </a:lnTo>
                  <a:lnTo>
                    <a:pt x="385" y="663"/>
                  </a:lnTo>
                  <a:lnTo>
                    <a:pt x="366" y="663"/>
                  </a:lnTo>
                  <a:lnTo>
                    <a:pt x="366" y="694"/>
                  </a:lnTo>
                  <a:lnTo>
                    <a:pt x="229" y="694"/>
                  </a:lnTo>
                  <a:lnTo>
                    <a:pt x="229" y="689"/>
                  </a:lnTo>
                  <a:lnTo>
                    <a:pt x="126" y="689"/>
                  </a:lnTo>
                  <a:lnTo>
                    <a:pt x="126" y="683"/>
                  </a:lnTo>
                  <a:lnTo>
                    <a:pt x="0" y="683"/>
                  </a:lnTo>
                  <a:lnTo>
                    <a:pt x="0" y="445"/>
                  </a:lnTo>
                  <a:lnTo>
                    <a:pt x="126" y="445"/>
                  </a:lnTo>
                  <a:lnTo>
                    <a:pt x="126" y="3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2" name="iş1íde"/>
            <p:cNvSpPr/>
            <p:nvPr userDrawn="1"/>
          </p:nvSpPr>
          <p:spPr bwMode="auto">
            <a:xfrm>
              <a:off x="8215313" y="3255963"/>
              <a:ext cx="395288" cy="954088"/>
            </a:xfrm>
            <a:custGeom>
              <a:avLst/>
              <a:gdLst>
                <a:gd name="T0" fmla="*/ 0 w 249"/>
                <a:gd name="T1" fmla="*/ 270 h 601"/>
                <a:gd name="T2" fmla="*/ 78 w 249"/>
                <a:gd name="T3" fmla="*/ 270 h 601"/>
                <a:gd name="T4" fmla="*/ 78 w 249"/>
                <a:gd name="T5" fmla="*/ 144 h 601"/>
                <a:gd name="T6" fmla="*/ 110 w 249"/>
                <a:gd name="T7" fmla="*/ 144 h 601"/>
                <a:gd name="T8" fmla="*/ 110 w 249"/>
                <a:gd name="T9" fmla="*/ 0 h 601"/>
                <a:gd name="T10" fmla="*/ 120 w 249"/>
                <a:gd name="T11" fmla="*/ 0 h 601"/>
                <a:gd name="T12" fmla="*/ 120 w 249"/>
                <a:gd name="T13" fmla="*/ 144 h 601"/>
                <a:gd name="T14" fmla="*/ 164 w 249"/>
                <a:gd name="T15" fmla="*/ 144 h 601"/>
                <a:gd name="T16" fmla="*/ 164 w 249"/>
                <a:gd name="T17" fmla="*/ 81 h 601"/>
                <a:gd name="T18" fmla="*/ 249 w 249"/>
                <a:gd name="T19" fmla="*/ 81 h 601"/>
                <a:gd name="T20" fmla="*/ 249 w 249"/>
                <a:gd name="T21" fmla="*/ 144 h 601"/>
                <a:gd name="T22" fmla="*/ 249 w 249"/>
                <a:gd name="T23" fmla="*/ 163 h 601"/>
                <a:gd name="T24" fmla="*/ 249 w 249"/>
                <a:gd name="T25" fmla="*/ 601 h 601"/>
                <a:gd name="T26" fmla="*/ 78 w 249"/>
                <a:gd name="T27" fmla="*/ 601 h 601"/>
                <a:gd name="T28" fmla="*/ 78 w 249"/>
                <a:gd name="T29" fmla="*/ 582 h 601"/>
                <a:gd name="T30" fmla="*/ 0 w 249"/>
                <a:gd name="T31" fmla="*/ 582 h 601"/>
                <a:gd name="T32" fmla="*/ 0 w 249"/>
                <a:gd name="T33" fmla="*/ 27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9" h="601">
                  <a:moveTo>
                    <a:pt x="0" y="270"/>
                  </a:moveTo>
                  <a:lnTo>
                    <a:pt x="78" y="270"/>
                  </a:lnTo>
                  <a:lnTo>
                    <a:pt x="78" y="144"/>
                  </a:lnTo>
                  <a:lnTo>
                    <a:pt x="110" y="144"/>
                  </a:lnTo>
                  <a:lnTo>
                    <a:pt x="110" y="0"/>
                  </a:lnTo>
                  <a:lnTo>
                    <a:pt x="120" y="0"/>
                  </a:lnTo>
                  <a:lnTo>
                    <a:pt x="120" y="144"/>
                  </a:lnTo>
                  <a:lnTo>
                    <a:pt x="164" y="144"/>
                  </a:lnTo>
                  <a:lnTo>
                    <a:pt x="164" y="81"/>
                  </a:lnTo>
                  <a:lnTo>
                    <a:pt x="249" y="81"/>
                  </a:lnTo>
                  <a:lnTo>
                    <a:pt x="249" y="144"/>
                  </a:lnTo>
                  <a:lnTo>
                    <a:pt x="249" y="163"/>
                  </a:lnTo>
                  <a:lnTo>
                    <a:pt x="249" y="601"/>
                  </a:lnTo>
                  <a:lnTo>
                    <a:pt x="78" y="601"/>
                  </a:lnTo>
                  <a:lnTo>
                    <a:pt x="78" y="582"/>
                  </a:lnTo>
                  <a:lnTo>
                    <a:pt x="0" y="582"/>
                  </a:lnTo>
                  <a:lnTo>
                    <a:pt x="0" y="2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3" name="îşļíďe"/>
            <p:cNvSpPr/>
            <p:nvPr userDrawn="1"/>
          </p:nvSpPr>
          <p:spPr bwMode="auto">
            <a:xfrm>
              <a:off x="8680450" y="3362325"/>
              <a:ext cx="522288" cy="865188"/>
            </a:xfrm>
            <a:custGeom>
              <a:avLst/>
              <a:gdLst>
                <a:gd name="T0" fmla="*/ 0 w 329"/>
                <a:gd name="T1" fmla="*/ 240 h 545"/>
                <a:gd name="T2" fmla="*/ 86 w 329"/>
                <a:gd name="T3" fmla="*/ 155 h 545"/>
                <a:gd name="T4" fmla="*/ 151 w 329"/>
                <a:gd name="T5" fmla="*/ 209 h 545"/>
                <a:gd name="T6" fmla="*/ 151 w 329"/>
                <a:gd name="T7" fmla="*/ 116 h 545"/>
                <a:gd name="T8" fmla="*/ 329 w 329"/>
                <a:gd name="T9" fmla="*/ 0 h 545"/>
                <a:gd name="T10" fmla="*/ 329 w 329"/>
                <a:gd name="T11" fmla="*/ 536 h 545"/>
                <a:gd name="T12" fmla="*/ 186 w 329"/>
                <a:gd name="T13" fmla="*/ 536 h 545"/>
                <a:gd name="T14" fmla="*/ 186 w 329"/>
                <a:gd name="T15" fmla="*/ 545 h 545"/>
                <a:gd name="T16" fmla="*/ 0 w 329"/>
                <a:gd name="T17" fmla="*/ 545 h 545"/>
                <a:gd name="T18" fmla="*/ 0 w 329"/>
                <a:gd name="T19" fmla="*/ 240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9" h="545">
                  <a:moveTo>
                    <a:pt x="0" y="240"/>
                  </a:moveTo>
                  <a:lnTo>
                    <a:pt x="86" y="155"/>
                  </a:lnTo>
                  <a:lnTo>
                    <a:pt x="151" y="209"/>
                  </a:lnTo>
                  <a:lnTo>
                    <a:pt x="151" y="116"/>
                  </a:lnTo>
                  <a:lnTo>
                    <a:pt x="329" y="0"/>
                  </a:lnTo>
                  <a:lnTo>
                    <a:pt x="329" y="536"/>
                  </a:lnTo>
                  <a:lnTo>
                    <a:pt x="186" y="536"/>
                  </a:lnTo>
                  <a:lnTo>
                    <a:pt x="186" y="545"/>
                  </a:lnTo>
                  <a:lnTo>
                    <a:pt x="0" y="545"/>
                  </a:lnTo>
                  <a:lnTo>
                    <a:pt x="0" y="2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4" name="îş1îḓê"/>
            <p:cNvSpPr/>
            <p:nvPr userDrawn="1"/>
          </p:nvSpPr>
          <p:spPr bwMode="auto">
            <a:xfrm>
              <a:off x="2776538" y="3571875"/>
              <a:ext cx="731838" cy="631825"/>
            </a:xfrm>
            <a:custGeom>
              <a:avLst/>
              <a:gdLst>
                <a:gd name="T0" fmla="*/ 384 w 461"/>
                <a:gd name="T1" fmla="*/ 0 h 398"/>
                <a:gd name="T2" fmla="*/ 461 w 461"/>
                <a:gd name="T3" fmla="*/ 0 h 398"/>
                <a:gd name="T4" fmla="*/ 461 w 461"/>
                <a:gd name="T5" fmla="*/ 371 h 398"/>
                <a:gd name="T6" fmla="*/ 396 w 461"/>
                <a:gd name="T7" fmla="*/ 371 h 398"/>
                <a:gd name="T8" fmla="*/ 396 w 461"/>
                <a:gd name="T9" fmla="*/ 398 h 398"/>
                <a:gd name="T10" fmla="*/ 230 w 461"/>
                <a:gd name="T11" fmla="*/ 398 h 398"/>
                <a:gd name="T12" fmla="*/ 230 w 461"/>
                <a:gd name="T13" fmla="*/ 66 h 398"/>
                <a:gd name="T14" fmla="*/ 384 w 461"/>
                <a:gd name="T15" fmla="*/ 66 h 398"/>
                <a:gd name="T16" fmla="*/ 384 w 461"/>
                <a:gd name="T17" fmla="*/ 0 h 398"/>
                <a:gd name="T18" fmla="*/ 384 w 461"/>
                <a:gd name="T19" fmla="*/ 0 h 398"/>
                <a:gd name="T20" fmla="*/ 0 w 461"/>
                <a:gd name="T21" fmla="*/ 0 h 398"/>
                <a:gd name="T22" fmla="*/ 128 w 461"/>
                <a:gd name="T23" fmla="*/ 0 h 398"/>
                <a:gd name="T24" fmla="*/ 128 w 461"/>
                <a:gd name="T25" fmla="*/ 114 h 398"/>
                <a:gd name="T26" fmla="*/ 180 w 461"/>
                <a:gd name="T27" fmla="*/ 114 h 398"/>
                <a:gd name="T28" fmla="*/ 180 w 461"/>
                <a:gd name="T29" fmla="*/ 391 h 398"/>
                <a:gd name="T30" fmla="*/ 128 w 461"/>
                <a:gd name="T31" fmla="*/ 391 h 398"/>
                <a:gd name="T32" fmla="*/ 75 w 461"/>
                <a:gd name="T33" fmla="*/ 391 h 398"/>
                <a:gd name="T34" fmla="*/ 0 w 461"/>
                <a:gd name="T35" fmla="*/ 391 h 398"/>
                <a:gd name="T36" fmla="*/ 0 w 461"/>
                <a:gd name="T37" fmla="*/ 0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1" h="398">
                  <a:moveTo>
                    <a:pt x="384" y="0"/>
                  </a:moveTo>
                  <a:lnTo>
                    <a:pt x="461" y="0"/>
                  </a:lnTo>
                  <a:lnTo>
                    <a:pt x="461" y="371"/>
                  </a:lnTo>
                  <a:lnTo>
                    <a:pt x="396" y="371"/>
                  </a:lnTo>
                  <a:lnTo>
                    <a:pt x="396" y="398"/>
                  </a:lnTo>
                  <a:lnTo>
                    <a:pt x="230" y="398"/>
                  </a:lnTo>
                  <a:lnTo>
                    <a:pt x="230" y="66"/>
                  </a:lnTo>
                  <a:lnTo>
                    <a:pt x="384" y="66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0" y="0"/>
                  </a:moveTo>
                  <a:lnTo>
                    <a:pt x="128" y="0"/>
                  </a:lnTo>
                  <a:lnTo>
                    <a:pt x="128" y="114"/>
                  </a:lnTo>
                  <a:lnTo>
                    <a:pt x="180" y="114"/>
                  </a:lnTo>
                  <a:lnTo>
                    <a:pt x="180" y="391"/>
                  </a:lnTo>
                  <a:lnTo>
                    <a:pt x="128" y="391"/>
                  </a:lnTo>
                  <a:lnTo>
                    <a:pt x="75" y="391"/>
                  </a:lnTo>
                  <a:lnTo>
                    <a:pt x="0" y="3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5" name="iṥḷîďê"/>
            <p:cNvSpPr/>
            <p:nvPr userDrawn="1"/>
          </p:nvSpPr>
          <p:spPr bwMode="auto">
            <a:xfrm>
              <a:off x="6273800" y="2559050"/>
              <a:ext cx="477838" cy="1622425"/>
            </a:xfrm>
            <a:custGeom>
              <a:avLst/>
              <a:gdLst>
                <a:gd name="T0" fmla="*/ 281 w 295"/>
                <a:gd name="T1" fmla="*/ 1001 h 1001"/>
                <a:gd name="T2" fmla="*/ 226 w 295"/>
                <a:gd name="T3" fmla="*/ 93 h 1001"/>
                <a:gd name="T4" fmla="*/ 257 w 295"/>
                <a:gd name="T5" fmla="*/ 183 h 1001"/>
                <a:gd name="T6" fmla="*/ 75 w 295"/>
                <a:gd name="T7" fmla="*/ 183 h 1001"/>
                <a:gd name="T8" fmla="*/ 201 w 295"/>
                <a:gd name="T9" fmla="*/ 200 h 1001"/>
                <a:gd name="T10" fmla="*/ 43 w 295"/>
                <a:gd name="T11" fmla="*/ 200 h 1001"/>
                <a:gd name="T12" fmla="*/ 68 w 295"/>
                <a:gd name="T13" fmla="*/ 236 h 1001"/>
                <a:gd name="T14" fmla="*/ 257 w 295"/>
                <a:gd name="T15" fmla="*/ 291 h 1001"/>
                <a:gd name="T16" fmla="*/ 43 w 295"/>
                <a:gd name="T17" fmla="*/ 291 h 1001"/>
                <a:gd name="T18" fmla="*/ 201 w 295"/>
                <a:gd name="T19" fmla="*/ 308 h 1001"/>
                <a:gd name="T20" fmla="*/ 170 w 295"/>
                <a:gd name="T21" fmla="*/ 308 h 1001"/>
                <a:gd name="T22" fmla="*/ 99 w 295"/>
                <a:gd name="T23" fmla="*/ 308 h 1001"/>
                <a:gd name="T24" fmla="*/ 163 w 295"/>
                <a:gd name="T25" fmla="*/ 363 h 1001"/>
                <a:gd name="T26" fmla="*/ 75 w 295"/>
                <a:gd name="T27" fmla="*/ 363 h 1001"/>
                <a:gd name="T28" fmla="*/ 201 w 295"/>
                <a:gd name="T29" fmla="*/ 380 h 1001"/>
                <a:gd name="T30" fmla="*/ 107 w 295"/>
                <a:gd name="T31" fmla="*/ 380 h 1001"/>
                <a:gd name="T32" fmla="*/ 257 w 295"/>
                <a:gd name="T33" fmla="*/ 416 h 1001"/>
                <a:gd name="T34" fmla="*/ 163 w 295"/>
                <a:gd name="T35" fmla="*/ 435 h 1001"/>
                <a:gd name="T36" fmla="*/ 43 w 295"/>
                <a:gd name="T37" fmla="*/ 435 h 1001"/>
                <a:gd name="T38" fmla="*/ 233 w 295"/>
                <a:gd name="T39" fmla="*/ 452 h 1001"/>
                <a:gd name="T40" fmla="*/ 170 w 295"/>
                <a:gd name="T41" fmla="*/ 452 h 1001"/>
                <a:gd name="T42" fmla="*/ 131 w 295"/>
                <a:gd name="T43" fmla="*/ 452 h 1001"/>
                <a:gd name="T44" fmla="*/ 226 w 295"/>
                <a:gd name="T45" fmla="*/ 507 h 1001"/>
                <a:gd name="T46" fmla="*/ 138 w 295"/>
                <a:gd name="T47" fmla="*/ 507 h 1001"/>
                <a:gd name="T48" fmla="*/ 43 w 295"/>
                <a:gd name="T49" fmla="*/ 488 h 1001"/>
                <a:gd name="T50" fmla="*/ 75 w 295"/>
                <a:gd name="T51" fmla="*/ 488 h 1001"/>
                <a:gd name="T52" fmla="*/ 226 w 295"/>
                <a:gd name="T53" fmla="*/ 524 h 1001"/>
                <a:gd name="T54" fmla="*/ 68 w 295"/>
                <a:gd name="T55" fmla="*/ 542 h 1001"/>
                <a:gd name="T56" fmla="*/ 201 w 295"/>
                <a:gd name="T57" fmla="*/ 578 h 1001"/>
                <a:gd name="T58" fmla="*/ 107 w 295"/>
                <a:gd name="T59" fmla="*/ 560 h 1001"/>
                <a:gd name="T60" fmla="*/ 43 w 295"/>
                <a:gd name="T61" fmla="*/ 560 h 1001"/>
                <a:gd name="T62" fmla="*/ 257 w 295"/>
                <a:gd name="T63" fmla="*/ 595 h 1001"/>
                <a:gd name="T64" fmla="*/ 194 w 295"/>
                <a:gd name="T65" fmla="*/ 614 h 1001"/>
                <a:gd name="T66" fmla="*/ 43 w 295"/>
                <a:gd name="T67" fmla="*/ 614 h 1001"/>
                <a:gd name="T68" fmla="*/ 201 w 295"/>
                <a:gd name="T69" fmla="*/ 631 h 1001"/>
                <a:gd name="T70" fmla="*/ 170 w 295"/>
                <a:gd name="T71" fmla="*/ 631 h 1001"/>
                <a:gd name="T72" fmla="*/ 257 w 295"/>
                <a:gd name="T73" fmla="*/ 667 h 1001"/>
                <a:gd name="T74" fmla="*/ 194 w 295"/>
                <a:gd name="T75" fmla="*/ 686 h 1001"/>
                <a:gd name="T76" fmla="*/ 201 w 295"/>
                <a:gd name="T77" fmla="*/ 722 h 1001"/>
                <a:gd name="T78" fmla="*/ 107 w 295"/>
                <a:gd name="T79" fmla="*/ 703 h 1001"/>
                <a:gd name="T80" fmla="*/ 43 w 295"/>
                <a:gd name="T81" fmla="*/ 703 h 1001"/>
                <a:gd name="T82" fmla="*/ 226 w 295"/>
                <a:gd name="T83" fmla="*/ 739 h 1001"/>
                <a:gd name="T84" fmla="*/ 163 w 295"/>
                <a:gd name="T85" fmla="*/ 758 h 1001"/>
                <a:gd name="T86" fmla="*/ 233 w 295"/>
                <a:gd name="T87" fmla="*/ 794 h 1001"/>
                <a:gd name="T88" fmla="*/ 138 w 295"/>
                <a:gd name="T89" fmla="*/ 775 h 1001"/>
                <a:gd name="T90" fmla="*/ 107 w 295"/>
                <a:gd name="T91" fmla="*/ 775 h 1001"/>
                <a:gd name="T92" fmla="*/ 257 w 295"/>
                <a:gd name="T93" fmla="*/ 811 h 1001"/>
                <a:gd name="T94" fmla="*/ 194 w 295"/>
                <a:gd name="T95" fmla="*/ 830 h 1001"/>
                <a:gd name="T96" fmla="*/ 75 w 295"/>
                <a:gd name="T97" fmla="*/ 830 h 1001"/>
                <a:gd name="T98" fmla="*/ 201 w 295"/>
                <a:gd name="T99" fmla="*/ 847 h 1001"/>
                <a:gd name="T100" fmla="*/ 138 w 295"/>
                <a:gd name="T101" fmla="*/ 847 h 1001"/>
                <a:gd name="T102" fmla="*/ 68 w 295"/>
                <a:gd name="T103" fmla="*/ 847 h 1001"/>
                <a:gd name="T104" fmla="*/ 257 w 295"/>
                <a:gd name="T105" fmla="*/ 902 h 1001"/>
                <a:gd name="T106" fmla="*/ 170 w 295"/>
                <a:gd name="T107" fmla="*/ 902 h 1001"/>
                <a:gd name="T108" fmla="*/ 43 w 295"/>
                <a:gd name="T109" fmla="*/ 883 h 1001"/>
                <a:gd name="T110" fmla="*/ 75 w 295"/>
                <a:gd name="T111" fmla="*/ 883 h 1001"/>
                <a:gd name="T112" fmla="*/ 68 w 295"/>
                <a:gd name="T113" fmla="*/ 57 h 1001"/>
                <a:gd name="T114" fmla="*/ 257 w 295"/>
                <a:gd name="T115" fmla="*/ 937 h 1001"/>
                <a:gd name="T116" fmla="*/ 170 w 295"/>
                <a:gd name="T117" fmla="*/ 937 h 1001"/>
                <a:gd name="T118" fmla="*/ 43 w 295"/>
                <a:gd name="T119" fmla="*/ 919 h 1001"/>
                <a:gd name="T120" fmla="*/ 75 w 295"/>
                <a:gd name="T121" fmla="*/ 919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5" h="1001">
                  <a:moveTo>
                    <a:pt x="281" y="1001"/>
                  </a:moveTo>
                  <a:cubicBezTo>
                    <a:pt x="17" y="1001"/>
                    <a:pt x="17" y="1001"/>
                    <a:pt x="17" y="1001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5" y="0"/>
                    <a:pt x="295" y="0"/>
                    <a:pt x="295" y="0"/>
                  </a:cubicBezTo>
                  <a:cubicBezTo>
                    <a:pt x="295" y="36"/>
                    <a:pt x="295" y="36"/>
                    <a:pt x="295" y="36"/>
                  </a:cubicBezTo>
                  <a:cubicBezTo>
                    <a:pt x="281" y="36"/>
                    <a:pt x="281" y="36"/>
                    <a:pt x="281" y="36"/>
                  </a:cubicBezTo>
                  <a:cubicBezTo>
                    <a:pt x="281" y="1001"/>
                    <a:pt x="281" y="1001"/>
                    <a:pt x="281" y="1001"/>
                  </a:cubicBezTo>
                  <a:close/>
                  <a:moveTo>
                    <a:pt x="233" y="93"/>
                  </a:moveTo>
                  <a:cubicBezTo>
                    <a:pt x="233" y="99"/>
                    <a:pt x="233" y="105"/>
                    <a:pt x="233" y="111"/>
                  </a:cubicBezTo>
                  <a:cubicBezTo>
                    <a:pt x="241" y="111"/>
                    <a:pt x="249" y="111"/>
                    <a:pt x="257" y="111"/>
                  </a:cubicBezTo>
                  <a:cubicBezTo>
                    <a:pt x="257" y="105"/>
                    <a:pt x="257" y="99"/>
                    <a:pt x="257" y="93"/>
                  </a:cubicBezTo>
                  <a:cubicBezTo>
                    <a:pt x="249" y="93"/>
                    <a:pt x="241" y="93"/>
                    <a:pt x="233" y="93"/>
                  </a:cubicBezTo>
                  <a:close/>
                  <a:moveTo>
                    <a:pt x="201" y="93"/>
                  </a:moveTo>
                  <a:cubicBezTo>
                    <a:pt x="201" y="99"/>
                    <a:pt x="201" y="105"/>
                    <a:pt x="201" y="111"/>
                  </a:cubicBezTo>
                  <a:cubicBezTo>
                    <a:pt x="210" y="111"/>
                    <a:pt x="218" y="111"/>
                    <a:pt x="226" y="111"/>
                  </a:cubicBezTo>
                  <a:cubicBezTo>
                    <a:pt x="226" y="105"/>
                    <a:pt x="226" y="99"/>
                    <a:pt x="226" y="93"/>
                  </a:cubicBezTo>
                  <a:cubicBezTo>
                    <a:pt x="218" y="93"/>
                    <a:pt x="210" y="93"/>
                    <a:pt x="201" y="93"/>
                  </a:cubicBezTo>
                  <a:close/>
                  <a:moveTo>
                    <a:pt x="233" y="129"/>
                  </a:moveTo>
                  <a:cubicBezTo>
                    <a:pt x="233" y="135"/>
                    <a:pt x="233" y="141"/>
                    <a:pt x="233" y="147"/>
                  </a:cubicBezTo>
                  <a:cubicBezTo>
                    <a:pt x="241" y="147"/>
                    <a:pt x="249" y="147"/>
                    <a:pt x="257" y="147"/>
                  </a:cubicBezTo>
                  <a:cubicBezTo>
                    <a:pt x="257" y="141"/>
                    <a:pt x="257" y="135"/>
                    <a:pt x="257" y="129"/>
                  </a:cubicBezTo>
                  <a:cubicBezTo>
                    <a:pt x="249" y="129"/>
                    <a:pt x="241" y="129"/>
                    <a:pt x="233" y="129"/>
                  </a:cubicBezTo>
                  <a:close/>
                  <a:moveTo>
                    <a:pt x="233" y="164"/>
                  </a:moveTo>
                  <a:cubicBezTo>
                    <a:pt x="233" y="171"/>
                    <a:pt x="233" y="177"/>
                    <a:pt x="233" y="183"/>
                  </a:cubicBezTo>
                  <a:cubicBezTo>
                    <a:pt x="241" y="183"/>
                    <a:pt x="249" y="183"/>
                    <a:pt x="257" y="183"/>
                  </a:cubicBezTo>
                  <a:cubicBezTo>
                    <a:pt x="257" y="177"/>
                    <a:pt x="257" y="171"/>
                    <a:pt x="257" y="164"/>
                  </a:cubicBezTo>
                  <a:cubicBezTo>
                    <a:pt x="249" y="164"/>
                    <a:pt x="241" y="164"/>
                    <a:pt x="233" y="164"/>
                  </a:cubicBezTo>
                  <a:close/>
                  <a:moveTo>
                    <a:pt x="201" y="164"/>
                  </a:moveTo>
                  <a:cubicBezTo>
                    <a:pt x="201" y="171"/>
                    <a:pt x="201" y="177"/>
                    <a:pt x="201" y="183"/>
                  </a:cubicBezTo>
                  <a:cubicBezTo>
                    <a:pt x="210" y="183"/>
                    <a:pt x="218" y="183"/>
                    <a:pt x="226" y="183"/>
                  </a:cubicBezTo>
                  <a:cubicBezTo>
                    <a:pt x="226" y="177"/>
                    <a:pt x="226" y="171"/>
                    <a:pt x="226" y="164"/>
                  </a:cubicBezTo>
                  <a:cubicBezTo>
                    <a:pt x="218" y="164"/>
                    <a:pt x="210" y="164"/>
                    <a:pt x="201" y="164"/>
                  </a:cubicBezTo>
                  <a:close/>
                  <a:moveTo>
                    <a:pt x="75" y="164"/>
                  </a:moveTo>
                  <a:cubicBezTo>
                    <a:pt x="75" y="171"/>
                    <a:pt x="75" y="177"/>
                    <a:pt x="75" y="183"/>
                  </a:cubicBezTo>
                  <a:cubicBezTo>
                    <a:pt x="83" y="183"/>
                    <a:pt x="91" y="183"/>
                    <a:pt x="99" y="183"/>
                  </a:cubicBezTo>
                  <a:cubicBezTo>
                    <a:pt x="99" y="177"/>
                    <a:pt x="99" y="171"/>
                    <a:pt x="99" y="164"/>
                  </a:cubicBezTo>
                  <a:cubicBezTo>
                    <a:pt x="91" y="164"/>
                    <a:pt x="83" y="164"/>
                    <a:pt x="75" y="164"/>
                  </a:cubicBezTo>
                  <a:close/>
                  <a:moveTo>
                    <a:pt x="233" y="200"/>
                  </a:moveTo>
                  <a:cubicBezTo>
                    <a:pt x="233" y="207"/>
                    <a:pt x="233" y="213"/>
                    <a:pt x="233" y="219"/>
                  </a:cubicBezTo>
                  <a:cubicBezTo>
                    <a:pt x="241" y="219"/>
                    <a:pt x="249" y="219"/>
                    <a:pt x="257" y="219"/>
                  </a:cubicBezTo>
                  <a:cubicBezTo>
                    <a:pt x="257" y="213"/>
                    <a:pt x="257" y="207"/>
                    <a:pt x="257" y="200"/>
                  </a:cubicBezTo>
                  <a:cubicBezTo>
                    <a:pt x="249" y="200"/>
                    <a:pt x="241" y="200"/>
                    <a:pt x="233" y="200"/>
                  </a:cubicBezTo>
                  <a:close/>
                  <a:moveTo>
                    <a:pt x="201" y="200"/>
                  </a:moveTo>
                  <a:cubicBezTo>
                    <a:pt x="201" y="207"/>
                    <a:pt x="201" y="213"/>
                    <a:pt x="201" y="219"/>
                  </a:cubicBezTo>
                  <a:cubicBezTo>
                    <a:pt x="210" y="219"/>
                    <a:pt x="218" y="219"/>
                    <a:pt x="226" y="219"/>
                  </a:cubicBezTo>
                  <a:cubicBezTo>
                    <a:pt x="226" y="213"/>
                    <a:pt x="226" y="207"/>
                    <a:pt x="226" y="200"/>
                  </a:cubicBezTo>
                  <a:cubicBezTo>
                    <a:pt x="218" y="200"/>
                    <a:pt x="210" y="200"/>
                    <a:pt x="201" y="200"/>
                  </a:cubicBezTo>
                  <a:close/>
                  <a:moveTo>
                    <a:pt x="43" y="200"/>
                  </a:moveTo>
                  <a:cubicBezTo>
                    <a:pt x="43" y="207"/>
                    <a:pt x="43" y="213"/>
                    <a:pt x="43" y="219"/>
                  </a:cubicBezTo>
                  <a:cubicBezTo>
                    <a:pt x="51" y="219"/>
                    <a:pt x="60" y="219"/>
                    <a:pt x="68" y="219"/>
                  </a:cubicBezTo>
                  <a:cubicBezTo>
                    <a:pt x="68" y="213"/>
                    <a:pt x="68" y="207"/>
                    <a:pt x="68" y="200"/>
                  </a:cubicBezTo>
                  <a:cubicBezTo>
                    <a:pt x="60" y="200"/>
                    <a:pt x="51" y="200"/>
                    <a:pt x="43" y="200"/>
                  </a:cubicBezTo>
                  <a:close/>
                  <a:moveTo>
                    <a:pt x="201" y="236"/>
                  </a:moveTo>
                  <a:cubicBezTo>
                    <a:pt x="201" y="243"/>
                    <a:pt x="201" y="249"/>
                    <a:pt x="201" y="255"/>
                  </a:cubicBezTo>
                  <a:cubicBezTo>
                    <a:pt x="210" y="255"/>
                    <a:pt x="218" y="255"/>
                    <a:pt x="226" y="255"/>
                  </a:cubicBezTo>
                  <a:cubicBezTo>
                    <a:pt x="226" y="249"/>
                    <a:pt x="226" y="243"/>
                    <a:pt x="226" y="236"/>
                  </a:cubicBezTo>
                  <a:cubicBezTo>
                    <a:pt x="218" y="236"/>
                    <a:pt x="210" y="236"/>
                    <a:pt x="201" y="236"/>
                  </a:cubicBezTo>
                  <a:close/>
                  <a:moveTo>
                    <a:pt x="43" y="236"/>
                  </a:moveTo>
                  <a:cubicBezTo>
                    <a:pt x="43" y="243"/>
                    <a:pt x="43" y="249"/>
                    <a:pt x="43" y="255"/>
                  </a:cubicBezTo>
                  <a:cubicBezTo>
                    <a:pt x="51" y="255"/>
                    <a:pt x="60" y="255"/>
                    <a:pt x="68" y="255"/>
                  </a:cubicBezTo>
                  <a:cubicBezTo>
                    <a:pt x="68" y="249"/>
                    <a:pt x="68" y="243"/>
                    <a:pt x="68" y="236"/>
                  </a:cubicBezTo>
                  <a:cubicBezTo>
                    <a:pt x="60" y="236"/>
                    <a:pt x="51" y="236"/>
                    <a:pt x="43" y="236"/>
                  </a:cubicBezTo>
                  <a:close/>
                  <a:moveTo>
                    <a:pt x="75" y="236"/>
                  </a:moveTo>
                  <a:cubicBezTo>
                    <a:pt x="75" y="243"/>
                    <a:pt x="75" y="249"/>
                    <a:pt x="75" y="255"/>
                  </a:cubicBezTo>
                  <a:cubicBezTo>
                    <a:pt x="83" y="255"/>
                    <a:pt x="91" y="255"/>
                    <a:pt x="99" y="255"/>
                  </a:cubicBezTo>
                  <a:cubicBezTo>
                    <a:pt x="99" y="249"/>
                    <a:pt x="99" y="243"/>
                    <a:pt x="99" y="236"/>
                  </a:cubicBezTo>
                  <a:cubicBezTo>
                    <a:pt x="91" y="236"/>
                    <a:pt x="83" y="236"/>
                    <a:pt x="75" y="236"/>
                  </a:cubicBezTo>
                  <a:close/>
                  <a:moveTo>
                    <a:pt x="233" y="272"/>
                  </a:moveTo>
                  <a:cubicBezTo>
                    <a:pt x="233" y="279"/>
                    <a:pt x="233" y="285"/>
                    <a:pt x="233" y="291"/>
                  </a:cubicBezTo>
                  <a:cubicBezTo>
                    <a:pt x="241" y="291"/>
                    <a:pt x="249" y="291"/>
                    <a:pt x="257" y="291"/>
                  </a:cubicBezTo>
                  <a:cubicBezTo>
                    <a:pt x="257" y="285"/>
                    <a:pt x="257" y="279"/>
                    <a:pt x="257" y="272"/>
                  </a:cubicBezTo>
                  <a:cubicBezTo>
                    <a:pt x="249" y="272"/>
                    <a:pt x="241" y="272"/>
                    <a:pt x="233" y="272"/>
                  </a:cubicBezTo>
                  <a:close/>
                  <a:moveTo>
                    <a:pt x="201" y="272"/>
                  </a:moveTo>
                  <a:cubicBezTo>
                    <a:pt x="201" y="279"/>
                    <a:pt x="201" y="285"/>
                    <a:pt x="201" y="291"/>
                  </a:cubicBezTo>
                  <a:cubicBezTo>
                    <a:pt x="210" y="291"/>
                    <a:pt x="218" y="291"/>
                    <a:pt x="226" y="291"/>
                  </a:cubicBezTo>
                  <a:cubicBezTo>
                    <a:pt x="226" y="285"/>
                    <a:pt x="226" y="279"/>
                    <a:pt x="226" y="272"/>
                  </a:cubicBezTo>
                  <a:cubicBezTo>
                    <a:pt x="218" y="272"/>
                    <a:pt x="210" y="272"/>
                    <a:pt x="201" y="272"/>
                  </a:cubicBezTo>
                  <a:close/>
                  <a:moveTo>
                    <a:pt x="43" y="272"/>
                  </a:moveTo>
                  <a:cubicBezTo>
                    <a:pt x="43" y="279"/>
                    <a:pt x="43" y="285"/>
                    <a:pt x="43" y="291"/>
                  </a:cubicBezTo>
                  <a:cubicBezTo>
                    <a:pt x="51" y="291"/>
                    <a:pt x="60" y="291"/>
                    <a:pt x="68" y="291"/>
                  </a:cubicBezTo>
                  <a:cubicBezTo>
                    <a:pt x="68" y="285"/>
                    <a:pt x="68" y="279"/>
                    <a:pt x="68" y="272"/>
                  </a:cubicBezTo>
                  <a:cubicBezTo>
                    <a:pt x="60" y="272"/>
                    <a:pt x="51" y="272"/>
                    <a:pt x="43" y="272"/>
                  </a:cubicBezTo>
                  <a:close/>
                  <a:moveTo>
                    <a:pt x="75" y="272"/>
                  </a:moveTo>
                  <a:cubicBezTo>
                    <a:pt x="75" y="279"/>
                    <a:pt x="75" y="285"/>
                    <a:pt x="75" y="291"/>
                  </a:cubicBezTo>
                  <a:cubicBezTo>
                    <a:pt x="83" y="291"/>
                    <a:pt x="91" y="291"/>
                    <a:pt x="99" y="291"/>
                  </a:cubicBezTo>
                  <a:cubicBezTo>
                    <a:pt x="99" y="285"/>
                    <a:pt x="99" y="279"/>
                    <a:pt x="99" y="272"/>
                  </a:cubicBezTo>
                  <a:cubicBezTo>
                    <a:pt x="91" y="272"/>
                    <a:pt x="83" y="272"/>
                    <a:pt x="75" y="272"/>
                  </a:cubicBezTo>
                  <a:close/>
                  <a:moveTo>
                    <a:pt x="201" y="308"/>
                  </a:moveTo>
                  <a:cubicBezTo>
                    <a:pt x="201" y="314"/>
                    <a:pt x="201" y="321"/>
                    <a:pt x="201" y="327"/>
                  </a:cubicBezTo>
                  <a:cubicBezTo>
                    <a:pt x="210" y="327"/>
                    <a:pt x="218" y="327"/>
                    <a:pt x="226" y="327"/>
                  </a:cubicBezTo>
                  <a:cubicBezTo>
                    <a:pt x="226" y="321"/>
                    <a:pt x="226" y="314"/>
                    <a:pt x="226" y="308"/>
                  </a:cubicBezTo>
                  <a:cubicBezTo>
                    <a:pt x="218" y="308"/>
                    <a:pt x="210" y="308"/>
                    <a:pt x="201" y="308"/>
                  </a:cubicBezTo>
                  <a:close/>
                  <a:moveTo>
                    <a:pt x="170" y="308"/>
                  </a:moveTo>
                  <a:cubicBezTo>
                    <a:pt x="170" y="314"/>
                    <a:pt x="170" y="321"/>
                    <a:pt x="170" y="327"/>
                  </a:cubicBezTo>
                  <a:cubicBezTo>
                    <a:pt x="178" y="327"/>
                    <a:pt x="186" y="327"/>
                    <a:pt x="194" y="327"/>
                  </a:cubicBezTo>
                  <a:cubicBezTo>
                    <a:pt x="194" y="321"/>
                    <a:pt x="194" y="314"/>
                    <a:pt x="194" y="308"/>
                  </a:cubicBezTo>
                  <a:cubicBezTo>
                    <a:pt x="186" y="308"/>
                    <a:pt x="178" y="308"/>
                    <a:pt x="170" y="308"/>
                  </a:cubicBezTo>
                  <a:close/>
                  <a:moveTo>
                    <a:pt x="107" y="308"/>
                  </a:moveTo>
                  <a:cubicBezTo>
                    <a:pt x="107" y="314"/>
                    <a:pt x="107" y="321"/>
                    <a:pt x="107" y="327"/>
                  </a:cubicBezTo>
                  <a:cubicBezTo>
                    <a:pt x="115" y="327"/>
                    <a:pt x="123" y="327"/>
                    <a:pt x="131" y="327"/>
                  </a:cubicBezTo>
                  <a:cubicBezTo>
                    <a:pt x="131" y="321"/>
                    <a:pt x="131" y="314"/>
                    <a:pt x="131" y="308"/>
                  </a:cubicBezTo>
                  <a:cubicBezTo>
                    <a:pt x="123" y="308"/>
                    <a:pt x="115" y="308"/>
                    <a:pt x="107" y="308"/>
                  </a:cubicBezTo>
                  <a:close/>
                  <a:moveTo>
                    <a:pt x="75" y="308"/>
                  </a:moveTo>
                  <a:cubicBezTo>
                    <a:pt x="75" y="314"/>
                    <a:pt x="75" y="321"/>
                    <a:pt x="75" y="327"/>
                  </a:cubicBezTo>
                  <a:cubicBezTo>
                    <a:pt x="83" y="327"/>
                    <a:pt x="91" y="327"/>
                    <a:pt x="99" y="327"/>
                  </a:cubicBezTo>
                  <a:cubicBezTo>
                    <a:pt x="99" y="321"/>
                    <a:pt x="99" y="314"/>
                    <a:pt x="99" y="308"/>
                  </a:cubicBezTo>
                  <a:cubicBezTo>
                    <a:pt x="91" y="308"/>
                    <a:pt x="83" y="308"/>
                    <a:pt x="75" y="308"/>
                  </a:cubicBezTo>
                  <a:close/>
                  <a:moveTo>
                    <a:pt x="201" y="344"/>
                  </a:moveTo>
                  <a:cubicBezTo>
                    <a:pt x="201" y="350"/>
                    <a:pt x="201" y="357"/>
                    <a:pt x="201" y="363"/>
                  </a:cubicBezTo>
                  <a:cubicBezTo>
                    <a:pt x="210" y="363"/>
                    <a:pt x="218" y="363"/>
                    <a:pt x="226" y="363"/>
                  </a:cubicBezTo>
                  <a:cubicBezTo>
                    <a:pt x="226" y="357"/>
                    <a:pt x="226" y="350"/>
                    <a:pt x="226" y="344"/>
                  </a:cubicBezTo>
                  <a:cubicBezTo>
                    <a:pt x="218" y="344"/>
                    <a:pt x="210" y="344"/>
                    <a:pt x="201" y="344"/>
                  </a:cubicBezTo>
                  <a:close/>
                  <a:moveTo>
                    <a:pt x="138" y="344"/>
                  </a:moveTo>
                  <a:cubicBezTo>
                    <a:pt x="138" y="350"/>
                    <a:pt x="138" y="357"/>
                    <a:pt x="138" y="363"/>
                  </a:cubicBezTo>
                  <a:cubicBezTo>
                    <a:pt x="146" y="363"/>
                    <a:pt x="154" y="363"/>
                    <a:pt x="163" y="363"/>
                  </a:cubicBezTo>
                  <a:cubicBezTo>
                    <a:pt x="163" y="357"/>
                    <a:pt x="163" y="350"/>
                    <a:pt x="163" y="344"/>
                  </a:cubicBezTo>
                  <a:cubicBezTo>
                    <a:pt x="154" y="344"/>
                    <a:pt x="146" y="344"/>
                    <a:pt x="138" y="344"/>
                  </a:cubicBezTo>
                  <a:close/>
                  <a:moveTo>
                    <a:pt x="107" y="344"/>
                  </a:moveTo>
                  <a:cubicBezTo>
                    <a:pt x="107" y="350"/>
                    <a:pt x="107" y="357"/>
                    <a:pt x="107" y="363"/>
                  </a:cubicBezTo>
                  <a:cubicBezTo>
                    <a:pt x="115" y="363"/>
                    <a:pt x="123" y="363"/>
                    <a:pt x="131" y="363"/>
                  </a:cubicBezTo>
                  <a:cubicBezTo>
                    <a:pt x="131" y="357"/>
                    <a:pt x="131" y="350"/>
                    <a:pt x="131" y="344"/>
                  </a:cubicBezTo>
                  <a:cubicBezTo>
                    <a:pt x="123" y="344"/>
                    <a:pt x="115" y="344"/>
                    <a:pt x="107" y="344"/>
                  </a:cubicBezTo>
                  <a:close/>
                  <a:moveTo>
                    <a:pt x="75" y="344"/>
                  </a:moveTo>
                  <a:cubicBezTo>
                    <a:pt x="75" y="350"/>
                    <a:pt x="75" y="357"/>
                    <a:pt x="75" y="363"/>
                  </a:cubicBezTo>
                  <a:cubicBezTo>
                    <a:pt x="83" y="363"/>
                    <a:pt x="91" y="363"/>
                    <a:pt x="99" y="363"/>
                  </a:cubicBezTo>
                  <a:cubicBezTo>
                    <a:pt x="99" y="357"/>
                    <a:pt x="99" y="350"/>
                    <a:pt x="99" y="344"/>
                  </a:cubicBezTo>
                  <a:cubicBezTo>
                    <a:pt x="91" y="344"/>
                    <a:pt x="83" y="344"/>
                    <a:pt x="75" y="344"/>
                  </a:cubicBezTo>
                  <a:close/>
                  <a:moveTo>
                    <a:pt x="233" y="380"/>
                  </a:moveTo>
                  <a:cubicBezTo>
                    <a:pt x="233" y="386"/>
                    <a:pt x="233" y="393"/>
                    <a:pt x="233" y="399"/>
                  </a:cubicBezTo>
                  <a:cubicBezTo>
                    <a:pt x="241" y="399"/>
                    <a:pt x="249" y="399"/>
                    <a:pt x="257" y="399"/>
                  </a:cubicBezTo>
                  <a:cubicBezTo>
                    <a:pt x="257" y="393"/>
                    <a:pt x="257" y="386"/>
                    <a:pt x="257" y="380"/>
                  </a:cubicBezTo>
                  <a:cubicBezTo>
                    <a:pt x="249" y="380"/>
                    <a:pt x="241" y="380"/>
                    <a:pt x="233" y="380"/>
                  </a:cubicBezTo>
                  <a:close/>
                  <a:moveTo>
                    <a:pt x="201" y="380"/>
                  </a:moveTo>
                  <a:cubicBezTo>
                    <a:pt x="201" y="386"/>
                    <a:pt x="201" y="393"/>
                    <a:pt x="201" y="399"/>
                  </a:cubicBezTo>
                  <a:cubicBezTo>
                    <a:pt x="210" y="399"/>
                    <a:pt x="218" y="399"/>
                    <a:pt x="226" y="399"/>
                  </a:cubicBezTo>
                  <a:cubicBezTo>
                    <a:pt x="226" y="393"/>
                    <a:pt x="226" y="386"/>
                    <a:pt x="226" y="380"/>
                  </a:cubicBezTo>
                  <a:cubicBezTo>
                    <a:pt x="218" y="380"/>
                    <a:pt x="210" y="380"/>
                    <a:pt x="201" y="380"/>
                  </a:cubicBezTo>
                  <a:close/>
                  <a:moveTo>
                    <a:pt x="107" y="380"/>
                  </a:moveTo>
                  <a:cubicBezTo>
                    <a:pt x="107" y="386"/>
                    <a:pt x="107" y="393"/>
                    <a:pt x="107" y="399"/>
                  </a:cubicBezTo>
                  <a:cubicBezTo>
                    <a:pt x="115" y="399"/>
                    <a:pt x="123" y="399"/>
                    <a:pt x="131" y="399"/>
                  </a:cubicBezTo>
                  <a:cubicBezTo>
                    <a:pt x="131" y="393"/>
                    <a:pt x="131" y="386"/>
                    <a:pt x="131" y="380"/>
                  </a:cubicBezTo>
                  <a:cubicBezTo>
                    <a:pt x="123" y="380"/>
                    <a:pt x="115" y="380"/>
                    <a:pt x="107" y="380"/>
                  </a:cubicBezTo>
                  <a:close/>
                  <a:moveTo>
                    <a:pt x="43" y="380"/>
                  </a:moveTo>
                  <a:cubicBezTo>
                    <a:pt x="43" y="386"/>
                    <a:pt x="43" y="393"/>
                    <a:pt x="43" y="399"/>
                  </a:cubicBezTo>
                  <a:cubicBezTo>
                    <a:pt x="51" y="399"/>
                    <a:pt x="60" y="399"/>
                    <a:pt x="68" y="399"/>
                  </a:cubicBezTo>
                  <a:cubicBezTo>
                    <a:pt x="68" y="393"/>
                    <a:pt x="68" y="386"/>
                    <a:pt x="68" y="380"/>
                  </a:cubicBezTo>
                  <a:cubicBezTo>
                    <a:pt x="60" y="380"/>
                    <a:pt x="51" y="380"/>
                    <a:pt x="43" y="380"/>
                  </a:cubicBezTo>
                  <a:close/>
                  <a:moveTo>
                    <a:pt x="233" y="416"/>
                  </a:moveTo>
                  <a:cubicBezTo>
                    <a:pt x="233" y="422"/>
                    <a:pt x="233" y="428"/>
                    <a:pt x="233" y="435"/>
                  </a:cubicBezTo>
                  <a:cubicBezTo>
                    <a:pt x="241" y="435"/>
                    <a:pt x="249" y="435"/>
                    <a:pt x="257" y="435"/>
                  </a:cubicBezTo>
                  <a:cubicBezTo>
                    <a:pt x="257" y="428"/>
                    <a:pt x="257" y="422"/>
                    <a:pt x="257" y="416"/>
                  </a:cubicBezTo>
                  <a:cubicBezTo>
                    <a:pt x="249" y="416"/>
                    <a:pt x="241" y="416"/>
                    <a:pt x="233" y="416"/>
                  </a:cubicBezTo>
                  <a:close/>
                  <a:moveTo>
                    <a:pt x="201" y="416"/>
                  </a:moveTo>
                  <a:cubicBezTo>
                    <a:pt x="201" y="422"/>
                    <a:pt x="201" y="428"/>
                    <a:pt x="201" y="435"/>
                  </a:cubicBezTo>
                  <a:cubicBezTo>
                    <a:pt x="210" y="435"/>
                    <a:pt x="218" y="435"/>
                    <a:pt x="226" y="435"/>
                  </a:cubicBezTo>
                  <a:cubicBezTo>
                    <a:pt x="226" y="428"/>
                    <a:pt x="226" y="422"/>
                    <a:pt x="226" y="416"/>
                  </a:cubicBezTo>
                  <a:cubicBezTo>
                    <a:pt x="218" y="416"/>
                    <a:pt x="210" y="416"/>
                    <a:pt x="201" y="416"/>
                  </a:cubicBezTo>
                  <a:close/>
                  <a:moveTo>
                    <a:pt x="138" y="416"/>
                  </a:moveTo>
                  <a:cubicBezTo>
                    <a:pt x="138" y="422"/>
                    <a:pt x="138" y="428"/>
                    <a:pt x="138" y="435"/>
                  </a:cubicBezTo>
                  <a:cubicBezTo>
                    <a:pt x="146" y="435"/>
                    <a:pt x="154" y="435"/>
                    <a:pt x="163" y="435"/>
                  </a:cubicBezTo>
                  <a:cubicBezTo>
                    <a:pt x="163" y="428"/>
                    <a:pt x="163" y="422"/>
                    <a:pt x="163" y="416"/>
                  </a:cubicBezTo>
                  <a:cubicBezTo>
                    <a:pt x="154" y="416"/>
                    <a:pt x="146" y="416"/>
                    <a:pt x="138" y="416"/>
                  </a:cubicBezTo>
                  <a:close/>
                  <a:moveTo>
                    <a:pt x="107" y="416"/>
                  </a:moveTo>
                  <a:cubicBezTo>
                    <a:pt x="107" y="422"/>
                    <a:pt x="107" y="428"/>
                    <a:pt x="107" y="435"/>
                  </a:cubicBezTo>
                  <a:cubicBezTo>
                    <a:pt x="115" y="435"/>
                    <a:pt x="123" y="435"/>
                    <a:pt x="131" y="435"/>
                  </a:cubicBezTo>
                  <a:cubicBezTo>
                    <a:pt x="131" y="428"/>
                    <a:pt x="131" y="422"/>
                    <a:pt x="131" y="416"/>
                  </a:cubicBezTo>
                  <a:cubicBezTo>
                    <a:pt x="123" y="416"/>
                    <a:pt x="115" y="416"/>
                    <a:pt x="107" y="416"/>
                  </a:cubicBezTo>
                  <a:close/>
                  <a:moveTo>
                    <a:pt x="43" y="416"/>
                  </a:moveTo>
                  <a:cubicBezTo>
                    <a:pt x="43" y="422"/>
                    <a:pt x="43" y="428"/>
                    <a:pt x="43" y="435"/>
                  </a:cubicBezTo>
                  <a:cubicBezTo>
                    <a:pt x="51" y="435"/>
                    <a:pt x="60" y="435"/>
                    <a:pt x="68" y="435"/>
                  </a:cubicBezTo>
                  <a:cubicBezTo>
                    <a:pt x="68" y="428"/>
                    <a:pt x="68" y="422"/>
                    <a:pt x="68" y="416"/>
                  </a:cubicBezTo>
                  <a:cubicBezTo>
                    <a:pt x="60" y="416"/>
                    <a:pt x="51" y="416"/>
                    <a:pt x="43" y="416"/>
                  </a:cubicBezTo>
                  <a:close/>
                  <a:moveTo>
                    <a:pt x="75" y="416"/>
                  </a:moveTo>
                  <a:cubicBezTo>
                    <a:pt x="75" y="422"/>
                    <a:pt x="75" y="428"/>
                    <a:pt x="75" y="435"/>
                  </a:cubicBezTo>
                  <a:cubicBezTo>
                    <a:pt x="83" y="435"/>
                    <a:pt x="91" y="435"/>
                    <a:pt x="99" y="435"/>
                  </a:cubicBezTo>
                  <a:cubicBezTo>
                    <a:pt x="99" y="428"/>
                    <a:pt x="99" y="422"/>
                    <a:pt x="99" y="416"/>
                  </a:cubicBezTo>
                  <a:cubicBezTo>
                    <a:pt x="91" y="416"/>
                    <a:pt x="83" y="416"/>
                    <a:pt x="75" y="416"/>
                  </a:cubicBezTo>
                  <a:close/>
                  <a:moveTo>
                    <a:pt x="233" y="452"/>
                  </a:moveTo>
                  <a:cubicBezTo>
                    <a:pt x="233" y="458"/>
                    <a:pt x="233" y="464"/>
                    <a:pt x="233" y="471"/>
                  </a:cubicBezTo>
                  <a:cubicBezTo>
                    <a:pt x="241" y="471"/>
                    <a:pt x="249" y="471"/>
                    <a:pt x="257" y="471"/>
                  </a:cubicBezTo>
                  <a:cubicBezTo>
                    <a:pt x="257" y="464"/>
                    <a:pt x="257" y="458"/>
                    <a:pt x="257" y="452"/>
                  </a:cubicBezTo>
                  <a:cubicBezTo>
                    <a:pt x="249" y="452"/>
                    <a:pt x="241" y="452"/>
                    <a:pt x="233" y="452"/>
                  </a:cubicBezTo>
                  <a:close/>
                  <a:moveTo>
                    <a:pt x="170" y="452"/>
                  </a:moveTo>
                  <a:cubicBezTo>
                    <a:pt x="170" y="458"/>
                    <a:pt x="170" y="464"/>
                    <a:pt x="170" y="471"/>
                  </a:cubicBezTo>
                  <a:cubicBezTo>
                    <a:pt x="178" y="471"/>
                    <a:pt x="186" y="471"/>
                    <a:pt x="194" y="471"/>
                  </a:cubicBezTo>
                  <a:cubicBezTo>
                    <a:pt x="194" y="464"/>
                    <a:pt x="194" y="458"/>
                    <a:pt x="194" y="452"/>
                  </a:cubicBezTo>
                  <a:cubicBezTo>
                    <a:pt x="186" y="452"/>
                    <a:pt x="178" y="452"/>
                    <a:pt x="170" y="452"/>
                  </a:cubicBezTo>
                  <a:close/>
                  <a:moveTo>
                    <a:pt x="138" y="452"/>
                  </a:moveTo>
                  <a:cubicBezTo>
                    <a:pt x="138" y="458"/>
                    <a:pt x="138" y="464"/>
                    <a:pt x="138" y="471"/>
                  </a:cubicBezTo>
                  <a:cubicBezTo>
                    <a:pt x="146" y="471"/>
                    <a:pt x="154" y="471"/>
                    <a:pt x="163" y="471"/>
                  </a:cubicBezTo>
                  <a:cubicBezTo>
                    <a:pt x="163" y="464"/>
                    <a:pt x="163" y="458"/>
                    <a:pt x="163" y="452"/>
                  </a:cubicBezTo>
                  <a:cubicBezTo>
                    <a:pt x="154" y="452"/>
                    <a:pt x="146" y="452"/>
                    <a:pt x="138" y="452"/>
                  </a:cubicBezTo>
                  <a:close/>
                  <a:moveTo>
                    <a:pt x="107" y="452"/>
                  </a:moveTo>
                  <a:cubicBezTo>
                    <a:pt x="107" y="458"/>
                    <a:pt x="107" y="464"/>
                    <a:pt x="107" y="471"/>
                  </a:cubicBezTo>
                  <a:cubicBezTo>
                    <a:pt x="115" y="471"/>
                    <a:pt x="123" y="471"/>
                    <a:pt x="131" y="471"/>
                  </a:cubicBezTo>
                  <a:cubicBezTo>
                    <a:pt x="131" y="464"/>
                    <a:pt x="131" y="458"/>
                    <a:pt x="131" y="452"/>
                  </a:cubicBezTo>
                  <a:cubicBezTo>
                    <a:pt x="123" y="452"/>
                    <a:pt x="115" y="452"/>
                    <a:pt x="107" y="452"/>
                  </a:cubicBezTo>
                  <a:close/>
                  <a:moveTo>
                    <a:pt x="233" y="488"/>
                  </a:moveTo>
                  <a:cubicBezTo>
                    <a:pt x="233" y="494"/>
                    <a:pt x="233" y="500"/>
                    <a:pt x="233" y="507"/>
                  </a:cubicBezTo>
                  <a:cubicBezTo>
                    <a:pt x="241" y="507"/>
                    <a:pt x="249" y="507"/>
                    <a:pt x="257" y="507"/>
                  </a:cubicBezTo>
                  <a:cubicBezTo>
                    <a:pt x="257" y="500"/>
                    <a:pt x="257" y="494"/>
                    <a:pt x="257" y="488"/>
                  </a:cubicBezTo>
                  <a:cubicBezTo>
                    <a:pt x="249" y="488"/>
                    <a:pt x="241" y="488"/>
                    <a:pt x="233" y="488"/>
                  </a:cubicBezTo>
                  <a:close/>
                  <a:moveTo>
                    <a:pt x="201" y="488"/>
                  </a:moveTo>
                  <a:cubicBezTo>
                    <a:pt x="201" y="494"/>
                    <a:pt x="201" y="500"/>
                    <a:pt x="201" y="507"/>
                  </a:cubicBezTo>
                  <a:cubicBezTo>
                    <a:pt x="210" y="507"/>
                    <a:pt x="218" y="507"/>
                    <a:pt x="226" y="507"/>
                  </a:cubicBezTo>
                  <a:cubicBezTo>
                    <a:pt x="226" y="500"/>
                    <a:pt x="226" y="494"/>
                    <a:pt x="226" y="488"/>
                  </a:cubicBezTo>
                  <a:cubicBezTo>
                    <a:pt x="218" y="488"/>
                    <a:pt x="210" y="488"/>
                    <a:pt x="201" y="488"/>
                  </a:cubicBezTo>
                  <a:close/>
                  <a:moveTo>
                    <a:pt x="170" y="488"/>
                  </a:moveTo>
                  <a:cubicBezTo>
                    <a:pt x="170" y="494"/>
                    <a:pt x="170" y="500"/>
                    <a:pt x="170" y="507"/>
                  </a:cubicBezTo>
                  <a:cubicBezTo>
                    <a:pt x="178" y="507"/>
                    <a:pt x="186" y="507"/>
                    <a:pt x="194" y="507"/>
                  </a:cubicBezTo>
                  <a:cubicBezTo>
                    <a:pt x="194" y="500"/>
                    <a:pt x="194" y="494"/>
                    <a:pt x="194" y="488"/>
                  </a:cubicBezTo>
                  <a:cubicBezTo>
                    <a:pt x="186" y="488"/>
                    <a:pt x="178" y="488"/>
                    <a:pt x="170" y="488"/>
                  </a:cubicBezTo>
                  <a:close/>
                  <a:moveTo>
                    <a:pt x="138" y="488"/>
                  </a:moveTo>
                  <a:cubicBezTo>
                    <a:pt x="138" y="494"/>
                    <a:pt x="138" y="500"/>
                    <a:pt x="138" y="507"/>
                  </a:cubicBezTo>
                  <a:cubicBezTo>
                    <a:pt x="146" y="507"/>
                    <a:pt x="154" y="507"/>
                    <a:pt x="163" y="507"/>
                  </a:cubicBezTo>
                  <a:cubicBezTo>
                    <a:pt x="163" y="500"/>
                    <a:pt x="163" y="494"/>
                    <a:pt x="163" y="488"/>
                  </a:cubicBezTo>
                  <a:cubicBezTo>
                    <a:pt x="154" y="488"/>
                    <a:pt x="146" y="488"/>
                    <a:pt x="138" y="488"/>
                  </a:cubicBezTo>
                  <a:close/>
                  <a:moveTo>
                    <a:pt x="107" y="488"/>
                  </a:moveTo>
                  <a:cubicBezTo>
                    <a:pt x="107" y="494"/>
                    <a:pt x="107" y="500"/>
                    <a:pt x="107" y="507"/>
                  </a:cubicBezTo>
                  <a:cubicBezTo>
                    <a:pt x="115" y="507"/>
                    <a:pt x="123" y="507"/>
                    <a:pt x="131" y="507"/>
                  </a:cubicBezTo>
                  <a:cubicBezTo>
                    <a:pt x="131" y="500"/>
                    <a:pt x="131" y="494"/>
                    <a:pt x="131" y="488"/>
                  </a:cubicBezTo>
                  <a:cubicBezTo>
                    <a:pt x="123" y="488"/>
                    <a:pt x="115" y="488"/>
                    <a:pt x="107" y="488"/>
                  </a:cubicBezTo>
                  <a:close/>
                  <a:moveTo>
                    <a:pt x="43" y="488"/>
                  </a:moveTo>
                  <a:cubicBezTo>
                    <a:pt x="43" y="494"/>
                    <a:pt x="43" y="500"/>
                    <a:pt x="43" y="507"/>
                  </a:cubicBezTo>
                  <a:cubicBezTo>
                    <a:pt x="51" y="507"/>
                    <a:pt x="60" y="507"/>
                    <a:pt x="68" y="507"/>
                  </a:cubicBezTo>
                  <a:cubicBezTo>
                    <a:pt x="68" y="500"/>
                    <a:pt x="68" y="494"/>
                    <a:pt x="68" y="488"/>
                  </a:cubicBezTo>
                  <a:cubicBezTo>
                    <a:pt x="60" y="488"/>
                    <a:pt x="51" y="488"/>
                    <a:pt x="43" y="488"/>
                  </a:cubicBezTo>
                  <a:close/>
                  <a:moveTo>
                    <a:pt x="75" y="488"/>
                  </a:moveTo>
                  <a:cubicBezTo>
                    <a:pt x="75" y="494"/>
                    <a:pt x="75" y="500"/>
                    <a:pt x="75" y="507"/>
                  </a:cubicBezTo>
                  <a:cubicBezTo>
                    <a:pt x="83" y="507"/>
                    <a:pt x="91" y="507"/>
                    <a:pt x="99" y="507"/>
                  </a:cubicBezTo>
                  <a:cubicBezTo>
                    <a:pt x="99" y="500"/>
                    <a:pt x="99" y="494"/>
                    <a:pt x="99" y="488"/>
                  </a:cubicBezTo>
                  <a:cubicBezTo>
                    <a:pt x="91" y="488"/>
                    <a:pt x="83" y="488"/>
                    <a:pt x="75" y="488"/>
                  </a:cubicBezTo>
                  <a:close/>
                  <a:moveTo>
                    <a:pt x="233" y="524"/>
                  </a:moveTo>
                  <a:cubicBezTo>
                    <a:pt x="233" y="530"/>
                    <a:pt x="233" y="536"/>
                    <a:pt x="233" y="542"/>
                  </a:cubicBezTo>
                  <a:cubicBezTo>
                    <a:pt x="241" y="542"/>
                    <a:pt x="249" y="542"/>
                    <a:pt x="257" y="542"/>
                  </a:cubicBezTo>
                  <a:cubicBezTo>
                    <a:pt x="257" y="536"/>
                    <a:pt x="257" y="530"/>
                    <a:pt x="257" y="524"/>
                  </a:cubicBezTo>
                  <a:cubicBezTo>
                    <a:pt x="249" y="524"/>
                    <a:pt x="241" y="524"/>
                    <a:pt x="233" y="524"/>
                  </a:cubicBezTo>
                  <a:close/>
                  <a:moveTo>
                    <a:pt x="201" y="524"/>
                  </a:moveTo>
                  <a:cubicBezTo>
                    <a:pt x="201" y="530"/>
                    <a:pt x="201" y="536"/>
                    <a:pt x="201" y="542"/>
                  </a:cubicBezTo>
                  <a:cubicBezTo>
                    <a:pt x="210" y="542"/>
                    <a:pt x="218" y="542"/>
                    <a:pt x="226" y="542"/>
                  </a:cubicBezTo>
                  <a:cubicBezTo>
                    <a:pt x="226" y="536"/>
                    <a:pt x="226" y="530"/>
                    <a:pt x="226" y="524"/>
                  </a:cubicBezTo>
                  <a:cubicBezTo>
                    <a:pt x="218" y="524"/>
                    <a:pt x="210" y="524"/>
                    <a:pt x="201" y="524"/>
                  </a:cubicBezTo>
                  <a:close/>
                  <a:moveTo>
                    <a:pt x="138" y="524"/>
                  </a:moveTo>
                  <a:cubicBezTo>
                    <a:pt x="138" y="530"/>
                    <a:pt x="138" y="536"/>
                    <a:pt x="138" y="542"/>
                  </a:cubicBezTo>
                  <a:cubicBezTo>
                    <a:pt x="146" y="542"/>
                    <a:pt x="154" y="542"/>
                    <a:pt x="163" y="542"/>
                  </a:cubicBezTo>
                  <a:cubicBezTo>
                    <a:pt x="163" y="536"/>
                    <a:pt x="163" y="530"/>
                    <a:pt x="163" y="524"/>
                  </a:cubicBezTo>
                  <a:cubicBezTo>
                    <a:pt x="154" y="524"/>
                    <a:pt x="146" y="524"/>
                    <a:pt x="138" y="524"/>
                  </a:cubicBezTo>
                  <a:close/>
                  <a:moveTo>
                    <a:pt x="43" y="524"/>
                  </a:moveTo>
                  <a:cubicBezTo>
                    <a:pt x="43" y="530"/>
                    <a:pt x="43" y="536"/>
                    <a:pt x="43" y="542"/>
                  </a:cubicBezTo>
                  <a:cubicBezTo>
                    <a:pt x="51" y="542"/>
                    <a:pt x="60" y="542"/>
                    <a:pt x="68" y="542"/>
                  </a:cubicBezTo>
                  <a:cubicBezTo>
                    <a:pt x="68" y="536"/>
                    <a:pt x="68" y="530"/>
                    <a:pt x="68" y="524"/>
                  </a:cubicBezTo>
                  <a:cubicBezTo>
                    <a:pt x="60" y="524"/>
                    <a:pt x="51" y="524"/>
                    <a:pt x="43" y="524"/>
                  </a:cubicBezTo>
                  <a:close/>
                  <a:moveTo>
                    <a:pt x="233" y="560"/>
                  </a:moveTo>
                  <a:cubicBezTo>
                    <a:pt x="233" y="566"/>
                    <a:pt x="233" y="572"/>
                    <a:pt x="233" y="578"/>
                  </a:cubicBezTo>
                  <a:cubicBezTo>
                    <a:pt x="241" y="578"/>
                    <a:pt x="249" y="578"/>
                    <a:pt x="257" y="578"/>
                  </a:cubicBezTo>
                  <a:cubicBezTo>
                    <a:pt x="257" y="572"/>
                    <a:pt x="257" y="566"/>
                    <a:pt x="257" y="560"/>
                  </a:cubicBezTo>
                  <a:cubicBezTo>
                    <a:pt x="249" y="560"/>
                    <a:pt x="241" y="560"/>
                    <a:pt x="233" y="560"/>
                  </a:cubicBezTo>
                  <a:close/>
                  <a:moveTo>
                    <a:pt x="201" y="560"/>
                  </a:moveTo>
                  <a:cubicBezTo>
                    <a:pt x="201" y="566"/>
                    <a:pt x="201" y="572"/>
                    <a:pt x="201" y="578"/>
                  </a:cubicBezTo>
                  <a:cubicBezTo>
                    <a:pt x="210" y="578"/>
                    <a:pt x="218" y="578"/>
                    <a:pt x="226" y="578"/>
                  </a:cubicBezTo>
                  <a:cubicBezTo>
                    <a:pt x="226" y="572"/>
                    <a:pt x="226" y="566"/>
                    <a:pt x="226" y="560"/>
                  </a:cubicBezTo>
                  <a:cubicBezTo>
                    <a:pt x="218" y="560"/>
                    <a:pt x="210" y="560"/>
                    <a:pt x="201" y="560"/>
                  </a:cubicBezTo>
                  <a:close/>
                  <a:moveTo>
                    <a:pt x="138" y="560"/>
                  </a:moveTo>
                  <a:cubicBezTo>
                    <a:pt x="138" y="566"/>
                    <a:pt x="138" y="572"/>
                    <a:pt x="138" y="578"/>
                  </a:cubicBezTo>
                  <a:cubicBezTo>
                    <a:pt x="146" y="578"/>
                    <a:pt x="154" y="578"/>
                    <a:pt x="163" y="578"/>
                  </a:cubicBezTo>
                  <a:cubicBezTo>
                    <a:pt x="163" y="572"/>
                    <a:pt x="163" y="566"/>
                    <a:pt x="163" y="560"/>
                  </a:cubicBezTo>
                  <a:cubicBezTo>
                    <a:pt x="154" y="560"/>
                    <a:pt x="146" y="560"/>
                    <a:pt x="138" y="560"/>
                  </a:cubicBezTo>
                  <a:close/>
                  <a:moveTo>
                    <a:pt x="107" y="560"/>
                  </a:moveTo>
                  <a:cubicBezTo>
                    <a:pt x="107" y="566"/>
                    <a:pt x="107" y="572"/>
                    <a:pt x="107" y="578"/>
                  </a:cubicBezTo>
                  <a:cubicBezTo>
                    <a:pt x="115" y="578"/>
                    <a:pt x="123" y="578"/>
                    <a:pt x="131" y="578"/>
                  </a:cubicBezTo>
                  <a:cubicBezTo>
                    <a:pt x="131" y="572"/>
                    <a:pt x="131" y="566"/>
                    <a:pt x="131" y="560"/>
                  </a:cubicBezTo>
                  <a:cubicBezTo>
                    <a:pt x="123" y="560"/>
                    <a:pt x="115" y="560"/>
                    <a:pt x="107" y="560"/>
                  </a:cubicBezTo>
                  <a:close/>
                  <a:moveTo>
                    <a:pt x="43" y="560"/>
                  </a:moveTo>
                  <a:cubicBezTo>
                    <a:pt x="43" y="566"/>
                    <a:pt x="43" y="572"/>
                    <a:pt x="43" y="578"/>
                  </a:cubicBezTo>
                  <a:cubicBezTo>
                    <a:pt x="51" y="578"/>
                    <a:pt x="60" y="578"/>
                    <a:pt x="68" y="578"/>
                  </a:cubicBezTo>
                  <a:cubicBezTo>
                    <a:pt x="68" y="572"/>
                    <a:pt x="68" y="566"/>
                    <a:pt x="68" y="560"/>
                  </a:cubicBezTo>
                  <a:cubicBezTo>
                    <a:pt x="60" y="560"/>
                    <a:pt x="51" y="560"/>
                    <a:pt x="43" y="560"/>
                  </a:cubicBezTo>
                  <a:close/>
                  <a:moveTo>
                    <a:pt x="75" y="560"/>
                  </a:moveTo>
                  <a:cubicBezTo>
                    <a:pt x="75" y="566"/>
                    <a:pt x="75" y="572"/>
                    <a:pt x="75" y="578"/>
                  </a:cubicBezTo>
                  <a:cubicBezTo>
                    <a:pt x="83" y="578"/>
                    <a:pt x="91" y="578"/>
                    <a:pt x="99" y="578"/>
                  </a:cubicBezTo>
                  <a:cubicBezTo>
                    <a:pt x="99" y="572"/>
                    <a:pt x="99" y="566"/>
                    <a:pt x="99" y="560"/>
                  </a:cubicBezTo>
                  <a:cubicBezTo>
                    <a:pt x="91" y="560"/>
                    <a:pt x="83" y="560"/>
                    <a:pt x="75" y="560"/>
                  </a:cubicBezTo>
                  <a:close/>
                  <a:moveTo>
                    <a:pt x="233" y="595"/>
                  </a:moveTo>
                  <a:cubicBezTo>
                    <a:pt x="233" y="602"/>
                    <a:pt x="233" y="608"/>
                    <a:pt x="233" y="614"/>
                  </a:cubicBezTo>
                  <a:cubicBezTo>
                    <a:pt x="241" y="614"/>
                    <a:pt x="249" y="614"/>
                    <a:pt x="257" y="614"/>
                  </a:cubicBezTo>
                  <a:cubicBezTo>
                    <a:pt x="257" y="608"/>
                    <a:pt x="257" y="602"/>
                    <a:pt x="257" y="595"/>
                  </a:cubicBezTo>
                  <a:cubicBezTo>
                    <a:pt x="249" y="595"/>
                    <a:pt x="241" y="595"/>
                    <a:pt x="233" y="595"/>
                  </a:cubicBezTo>
                  <a:close/>
                  <a:moveTo>
                    <a:pt x="201" y="595"/>
                  </a:moveTo>
                  <a:cubicBezTo>
                    <a:pt x="201" y="602"/>
                    <a:pt x="201" y="608"/>
                    <a:pt x="201" y="614"/>
                  </a:cubicBezTo>
                  <a:cubicBezTo>
                    <a:pt x="210" y="614"/>
                    <a:pt x="218" y="614"/>
                    <a:pt x="226" y="614"/>
                  </a:cubicBezTo>
                  <a:cubicBezTo>
                    <a:pt x="226" y="608"/>
                    <a:pt x="226" y="602"/>
                    <a:pt x="226" y="595"/>
                  </a:cubicBezTo>
                  <a:cubicBezTo>
                    <a:pt x="218" y="595"/>
                    <a:pt x="210" y="595"/>
                    <a:pt x="201" y="595"/>
                  </a:cubicBezTo>
                  <a:close/>
                  <a:moveTo>
                    <a:pt x="170" y="595"/>
                  </a:moveTo>
                  <a:cubicBezTo>
                    <a:pt x="170" y="602"/>
                    <a:pt x="170" y="608"/>
                    <a:pt x="170" y="614"/>
                  </a:cubicBezTo>
                  <a:cubicBezTo>
                    <a:pt x="178" y="614"/>
                    <a:pt x="186" y="614"/>
                    <a:pt x="194" y="614"/>
                  </a:cubicBezTo>
                  <a:cubicBezTo>
                    <a:pt x="194" y="608"/>
                    <a:pt x="194" y="602"/>
                    <a:pt x="194" y="595"/>
                  </a:cubicBezTo>
                  <a:cubicBezTo>
                    <a:pt x="186" y="595"/>
                    <a:pt x="178" y="595"/>
                    <a:pt x="170" y="595"/>
                  </a:cubicBezTo>
                  <a:close/>
                  <a:moveTo>
                    <a:pt x="138" y="595"/>
                  </a:moveTo>
                  <a:cubicBezTo>
                    <a:pt x="138" y="602"/>
                    <a:pt x="138" y="608"/>
                    <a:pt x="138" y="614"/>
                  </a:cubicBezTo>
                  <a:cubicBezTo>
                    <a:pt x="146" y="614"/>
                    <a:pt x="154" y="614"/>
                    <a:pt x="163" y="614"/>
                  </a:cubicBezTo>
                  <a:cubicBezTo>
                    <a:pt x="163" y="608"/>
                    <a:pt x="163" y="602"/>
                    <a:pt x="163" y="595"/>
                  </a:cubicBezTo>
                  <a:cubicBezTo>
                    <a:pt x="154" y="595"/>
                    <a:pt x="146" y="595"/>
                    <a:pt x="138" y="595"/>
                  </a:cubicBezTo>
                  <a:close/>
                  <a:moveTo>
                    <a:pt x="43" y="595"/>
                  </a:moveTo>
                  <a:cubicBezTo>
                    <a:pt x="43" y="602"/>
                    <a:pt x="43" y="608"/>
                    <a:pt x="43" y="614"/>
                  </a:cubicBezTo>
                  <a:cubicBezTo>
                    <a:pt x="51" y="614"/>
                    <a:pt x="60" y="614"/>
                    <a:pt x="68" y="614"/>
                  </a:cubicBezTo>
                  <a:cubicBezTo>
                    <a:pt x="68" y="608"/>
                    <a:pt x="68" y="602"/>
                    <a:pt x="68" y="595"/>
                  </a:cubicBezTo>
                  <a:cubicBezTo>
                    <a:pt x="60" y="595"/>
                    <a:pt x="51" y="595"/>
                    <a:pt x="43" y="595"/>
                  </a:cubicBezTo>
                  <a:close/>
                  <a:moveTo>
                    <a:pt x="75" y="595"/>
                  </a:moveTo>
                  <a:cubicBezTo>
                    <a:pt x="75" y="602"/>
                    <a:pt x="75" y="608"/>
                    <a:pt x="75" y="614"/>
                  </a:cubicBezTo>
                  <a:cubicBezTo>
                    <a:pt x="83" y="614"/>
                    <a:pt x="91" y="614"/>
                    <a:pt x="99" y="614"/>
                  </a:cubicBezTo>
                  <a:cubicBezTo>
                    <a:pt x="99" y="608"/>
                    <a:pt x="99" y="602"/>
                    <a:pt x="99" y="595"/>
                  </a:cubicBezTo>
                  <a:cubicBezTo>
                    <a:pt x="91" y="595"/>
                    <a:pt x="83" y="595"/>
                    <a:pt x="75" y="595"/>
                  </a:cubicBezTo>
                  <a:close/>
                  <a:moveTo>
                    <a:pt x="201" y="631"/>
                  </a:moveTo>
                  <a:cubicBezTo>
                    <a:pt x="201" y="638"/>
                    <a:pt x="201" y="644"/>
                    <a:pt x="201" y="650"/>
                  </a:cubicBezTo>
                  <a:cubicBezTo>
                    <a:pt x="210" y="650"/>
                    <a:pt x="218" y="650"/>
                    <a:pt x="226" y="650"/>
                  </a:cubicBezTo>
                  <a:cubicBezTo>
                    <a:pt x="226" y="644"/>
                    <a:pt x="226" y="638"/>
                    <a:pt x="226" y="631"/>
                  </a:cubicBezTo>
                  <a:cubicBezTo>
                    <a:pt x="218" y="631"/>
                    <a:pt x="210" y="631"/>
                    <a:pt x="201" y="631"/>
                  </a:cubicBezTo>
                  <a:close/>
                  <a:moveTo>
                    <a:pt x="170" y="631"/>
                  </a:moveTo>
                  <a:cubicBezTo>
                    <a:pt x="170" y="638"/>
                    <a:pt x="170" y="644"/>
                    <a:pt x="170" y="650"/>
                  </a:cubicBezTo>
                  <a:cubicBezTo>
                    <a:pt x="178" y="650"/>
                    <a:pt x="186" y="650"/>
                    <a:pt x="194" y="650"/>
                  </a:cubicBezTo>
                  <a:cubicBezTo>
                    <a:pt x="194" y="644"/>
                    <a:pt x="194" y="638"/>
                    <a:pt x="194" y="631"/>
                  </a:cubicBezTo>
                  <a:cubicBezTo>
                    <a:pt x="186" y="631"/>
                    <a:pt x="178" y="631"/>
                    <a:pt x="170" y="631"/>
                  </a:cubicBezTo>
                  <a:close/>
                  <a:moveTo>
                    <a:pt x="107" y="631"/>
                  </a:moveTo>
                  <a:cubicBezTo>
                    <a:pt x="107" y="638"/>
                    <a:pt x="107" y="644"/>
                    <a:pt x="107" y="650"/>
                  </a:cubicBezTo>
                  <a:cubicBezTo>
                    <a:pt x="115" y="650"/>
                    <a:pt x="123" y="650"/>
                    <a:pt x="131" y="650"/>
                  </a:cubicBezTo>
                  <a:cubicBezTo>
                    <a:pt x="131" y="644"/>
                    <a:pt x="131" y="638"/>
                    <a:pt x="131" y="631"/>
                  </a:cubicBezTo>
                  <a:cubicBezTo>
                    <a:pt x="123" y="631"/>
                    <a:pt x="115" y="631"/>
                    <a:pt x="107" y="631"/>
                  </a:cubicBezTo>
                  <a:close/>
                  <a:moveTo>
                    <a:pt x="233" y="667"/>
                  </a:moveTo>
                  <a:cubicBezTo>
                    <a:pt x="233" y="674"/>
                    <a:pt x="233" y="680"/>
                    <a:pt x="233" y="686"/>
                  </a:cubicBezTo>
                  <a:cubicBezTo>
                    <a:pt x="241" y="686"/>
                    <a:pt x="249" y="686"/>
                    <a:pt x="257" y="686"/>
                  </a:cubicBezTo>
                  <a:cubicBezTo>
                    <a:pt x="257" y="680"/>
                    <a:pt x="257" y="674"/>
                    <a:pt x="257" y="667"/>
                  </a:cubicBezTo>
                  <a:cubicBezTo>
                    <a:pt x="249" y="667"/>
                    <a:pt x="241" y="667"/>
                    <a:pt x="233" y="667"/>
                  </a:cubicBezTo>
                  <a:close/>
                  <a:moveTo>
                    <a:pt x="201" y="667"/>
                  </a:moveTo>
                  <a:cubicBezTo>
                    <a:pt x="201" y="674"/>
                    <a:pt x="201" y="680"/>
                    <a:pt x="201" y="686"/>
                  </a:cubicBezTo>
                  <a:cubicBezTo>
                    <a:pt x="210" y="686"/>
                    <a:pt x="218" y="686"/>
                    <a:pt x="226" y="686"/>
                  </a:cubicBezTo>
                  <a:cubicBezTo>
                    <a:pt x="226" y="680"/>
                    <a:pt x="226" y="674"/>
                    <a:pt x="226" y="667"/>
                  </a:cubicBezTo>
                  <a:cubicBezTo>
                    <a:pt x="218" y="667"/>
                    <a:pt x="210" y="667"/>
                    <a:pt x="201" y="667"/>
                  </a:cubicBezTo>
                  <a:close/>
                  <a:moveTo>
                    <a:pt x="170" y="667"/>
                  </a:moveTo>
                  <a:cubicBezTo>
                    <a:pt x="170" y="674"/>
                    <a:pt x="170" y="680"/>
                    <a:pt x="170" y="686"/>
                  </a:cubicBezTo>
                  <a:cubicBezTo>
                    <a:pt x="178" y="686"/>
                    <a:pt x="186" y="686"/>
                    <a:pt x="194" y="686"/>
                  </a:cubicBezTo>
                  <a:cubicBezTo>
                    <a:pt x="194" y="680"/>
                    <a:pt x="194" y="674"/>
                    <a:pt x="194" y="667"/>
                  </a:cubicBezTo>
                  <a:cubicBezTo>
                    <a:pt x="186" y="667"/>
                    <a:pt x="178" y="667"/>
                    <a:pt x="170" y="667"/>
                  </a:cubicBezTo>
                  <a:close/>
                  <a:moveTo>
                    <a:pt x="107" y="667"/>
                  </a:moveTo>
                  <a:cubicBezTo>
                    <a:pt x="107" y="674"/>
                    <a:pt x="107" y="680"/>
                    <a:pt x="107" y="686"/>
                  </a:cubicBezTo>
                  <a:cubicBezTo>
                    <a:pt x="115" y="686"/>
                    <a:pt x="123" y="686"/>
                    <a:pt x="131" y="686"/>
                  </a:cubicBezTo>
                  <a:cubicBezTo>
                    <a:pt x="131" y="680"/>
                    <a:pt x="131" y="674"/>
                    <a:pt x="131" y="667"/>
                  </a:cubicBezTo>
                  <a:cubicBezTo>
                    <a:pt x="123" y="667"/>
                    <a:pt x="115" y="667"/>
                    <a:pt x="107" y="667"/>
                  </a:cubicBezTo>
                  <a:close/>
                  <a:moveTo>
                    <a:pt x="201" y="703"/>
                  </a:moveTo>
                  <a:cubicBezTo>
                    <a:pt x="201" y="709"/>
                    <a:pt x="201" y="716"/>
                    <a:pt x="201" y="722"/>
                  </a:cubicBezTo>
                  <a:cubicBezTo>
                    <a:pt x="210" y="722"/>
                    <a:pt x="218" y="722"/>
                    <a:pt x="226" y="722"/>
                  </a:cubicBezTo>
                  <a:cubicBezTo>
                    <a:pt x="226" y="716"/>
                    <a:pt x="226" y="709"/>
                    <a:pt x="226" y="703"/>
                  </a:cubicBezTo>
                  <a:cubicBezTo>
                    <a:pt x="218" y="703"/>
                    <a:pt x="210" y="703"/>
                    <a:pt x="201" y="703"/>
                  </a:cubicBezTo>
                  <a:close/>
                  <a:moveTo>
                    <a:pt x="138" y="703"/>
                  </a:moveTo>
                  <a:cubicBezTo>
                    <a:pt x="138" y="709"/>
                    <a:pt x="138" y="716"/>
                    <a:pt x="138" y="722"/>
                  </a:cubicBezTo>
                  <a:cubicBezTo>
                    <a:pt x="146" y="722"/>
                    <a:pt x="154" y="722"/>
                    <a:pt x="163" y="722"/>
                  </a:cubicBezTo>
                  <a:cubicBezTo>
                    <a:pt x="163" y="716"/>
                    <a:pt x="163" y="709"/>
                    <a:pt x="163" y="703"/>
                  </a:cubicBezTo>
                  <a:cubicBezTo>
                    <a:pt x="154" y="703"/>
                    <a:pt x="146" y="703"/>
                    <a:pt x="138" y="703"/>
                  </a:cubicBezTo>
                  <a:close/>
                  <a:moveTo>
                    <a:pt x="107" y="703"/>
                  </a:moveTo>
                  <a:cubicBezTo>
                    <a:pt x="107" y="709"/>
                    <a:pt x="107" y="716"/>
                    <a:pt x="107" y="722"/>
                  </a:cubicBezTo>
                  <a:cubicBezTo>
                    <a:pt x="115" y="722"/>
                    <a:pt x="123" y="722"/>
                    <a:pt x="131" y="722"/>
                  </a:cubicBezTo>
                  <a:cubicBezTo>
                    <a:pt x="131" y="716"/>
                    <a:pt x="131" y="709"/>
                    <a:pt x="131" y="703"/>
                  </a:cubicBezTo>
                  <a:cubicBezTo>
                    <a:pt x="123" y="703"/>
                    <a:pt x="115" y="703"/>
                    <a:pt x="107" y="703"/>
                  </a:cubicBezTo>
                  <a:close/>
                  <a:moveTo>
                    <a:pt x="43" y="703"/>
                  </a:moveTo>
                  <a:cubicBezTo>
                    <a:pt x="43" y="709"/>
                    <a:pt x="43" y="716"/>
                    <a:pt x="43" y="722"/>
                  </a:cubicBezTo>
                  <a:cubicBezTo>
                    <a:pt x="51" y="722"/>
                    <a:pt x="60" y="722"/>
                    <a:pt x="68" y="722"/>
                  </a:cubicBezTo>
                  <a:cubicBezTo>
                    <a:pt x="68" y="716"/>
                    <a:pt x="68" y="709"/>
                    <a:pt x="68" y="703"/>
                  </a:cubicBezTo>
                  <a:cubicBezTo>
                    <a:pt x="60" y="703"/>
                    <a:pt x="51" y="703"/>
                    <a:pt x="43" y="703"/>
                  </a:cubicBezTo>
                  <a:close/>
                  <a:moveTo>
                    <a:pt x="75" y="703"/>
                  </a:moveTo>
                  <a:cubicBezTo>
                    <a:pt x="75" y="709"/>
                    <a:pt x="75" y="716"/>
                    <a:pt x="75" y="722"/>
                  </a:cubicBezTo>
                  <a:cubicBezTo>
                    <a:pt x="83" y="722"/>
                    <a:pt x="91" y="722"/>
                    <a:pt x="99" y="722"/>
                  </a:cubicBezTo>
                  <a:cubicBezTo>
                    <a:pt x="99" y="716"/>
                    <a:pt x="99" y="709"/>
                    <a:pt x="99" y="703"/>
                  </a:cubicBezTo>
                  <a:cubicBezTo>
                    <a:pt x="91" y="703"/>
                    <a:pt x="83" y="703"/>
                    <a:pt x="75" y="703"/>
                  </a:cubicBezTo>
                  <a:close/>
                  <a:moveTo>
                    <a:pt x="201" y="739"/>
                  </a:moveTo>
                  <a:cubicBezTo>
                    <a:pt x="201" y="745"/>
                    <a:pt x="201" y="752"/>
                    <a:pt x="201" y="758"/>
                  </a:cubicBezTo>
                  <a:cubicBezTo>
                    <a:pt x="210" y="758"/>
                    <a:pt x="218" y="758"/>
                    <a:pt x="226" y="758"/>
                  </a:cubicBezTo>
                  <a:cubicBezTo>
                    <a:pt x="226" y="752"/>
                    <a:pt x="226" y="745"/>
                    <a:pt x="226" y="739"/>
                  </a:cubicBezTo>
                  <a:cubicBezTo>
                    <a:pt x="218" y="739"/>
                    <a:pt x="210" y="739"/>
                    <a:pt x="201" y="739"/>
                  </a:cubicBezTo>
                  <a:close/>
                  <a:moveTo>
                    <a:pt x="170" y="739"/>
                  </a:moveTo>
                  <a:cubicBezTo>
                    <a:pt x="170" y="745"/>
                    <a:pt x="170" y="752"/>
                    <a:pt x="170" y="758"/>
                  </a:cubicBezTo>
                  <a:cubicBezTo>
                    <a:pt x="178" y="758"/>
                    <a:pt x="186" y="758"/>
                    <a:pt x="194" y="758"/>
                  </a:cubicBezTo>
                  <a:cubicBezTo>
                    <a:pt x="194" y="752"/>
                    <a:pt x="194" y="745"/>
                    <a:pt x="194" y="739"/>
                  </a:cubicBezTo>
                  <a:cubicBezTo>
                    <a:pt x="186" y="739"/>
                    <a:pt x="178" y="739"/>
                    <a:pt x="170" y="739"/>
                  </a:cubicBezTo>
                  <a:close/>
                  <a:moveTo>
                    <a:pt x="138" y="739"/>
                  </a:moveTo>
                  <a:cubicBezTo>
                    <a:pt x="138" y="745"/>
                    <a:pt x="138" y="752"/>
                    <a:pt x="138" y="758"/>
                  </a:cubicBezTo>
                  <a:cubicBezTo>
                    <a:pt x="146" y="758"/>
                    <a:pt x="154" y="758"/>
                    <a:pt x="163" y="758"/>
                  </a:cubicBezTo>
                  <a:cubicBezTo>
                    <a:pt x="163" y="752"/>
                    <a:pt x="163" y="745"/>
                    <a:pt x="163" y="739"/>
                  </a:cubicBezTo>
                  <a:cubicBezTo>
                    <a:pt x="154" y="739"/>
                    <a:pt x="146" y="739"/>
                    <a:pt x="138" y="739"/>
                  </a:cubicBezTo>
                  <a:close/>
                  <a:moveTo>
                    <a:pt x="107" y="739"/>
                  </a:moveTo>
                  <a:cubicBezTo>
                    <a:pt x="107" y="745"/>
                    <a:pt x="107" y="752"/>
                    <a:pt x="107" y="758"/>
                  </a:cubicBezTo>
                  <a:cubicBezTo>
                    <a:pt x="115" y="758"/>
                    <a:pt x="123" y="758"/>
                    <a:pt x="131" y="758"/>
                  </a:cubicBezTo>
                  <a:cubicBezTo>
                    <a:pt x="131" y="752"/>
                    <a:pt x="131" y="745"/>
                    <a:pt x="131" y="739"/>
                  </a:cubicBezTo>
                  <a:cubicBezTo>
                    <a:pt x="123" y="739"/>
                    <a:pt x="115" y="739"/>
                    <a:pt x="107" y="739"/>
                  </a:cubicBezTo>
                  <a:close/>
                  <a:moveTo>
                    <a:pt x="233" y="775"/>
                  </a:moveTo>
                  <a:cubicBezTo>
                    <a:pt x="233" y="781"/>
                    <a:pt x="233" y="788"/>
                    <a:pt x="233" y="794"/>
                  </a:cubicBezTo>
                  <a:cubicBezTo>
                    <a:pt x="241" y="794"/>
                    <a:pt x="249" y="794"/>
                    <a:pt x="257" y="794"/>
                  </a:cubicBezTo>
                  <a:cubicBezTo>
                    <a:pt x="257" y="788"/>
                    <a:pt x="257" y="781"/>
                    <a:pt x="257" y="775"/>
                  </a:cubicBezTo>
                  <a:cubicBezTo>
                    <a:pt x="249" y="775"/>
                    <a:pt x="241" y="775"/>
                    <a:pt x="233" y="775"/>
                  </a:cubicBezTo>
                  <a:close/>
                  <a:moveTo>
                    <a:pt x="170" y="775"/>
                  </a:moveTo>
                  <a:cubicBezTo>
                    <a:pt x="170" y="781"/>
                    <a:pt x="170" y="788"/>
                    <a:pt x="170" y="794"/>
                  </a:cubicBezTo>
                  <a:cubicBezTo>
                    <a:pt x="178" y="794"/>
                    <a:pt x="186" y="794"/>
                    <a:pt x="194" y="794"/>
                  </a:cubicBezTo>
                  <a:cubicBezTo>
                    <a:pt x="194" y="788"/>
                    <a:pt x="194" y="781"/>
                    <a:pt x="194" y="775"/>
                  </a:cubicBezTo>
                  <a:cubicBezTo>
                    <a:pt x="186" y="775"/>
                    <a:pt x="178" y="775"/>
                    <a:pt x="170" y="775"/>
                  </a:cubicBezTo>
                  <a:close/>
                  <a:moveTo>
                    <a:pt x="138" y="775"/>
                  </a:moveTo>
                  <a:cubicBezTo>
                    <a:pt x="138" y="781"/>
                    <a:pt x="138" y="788"/>
                    <a:pt x="138" y="794"/>
                  </a:cubicBezTo>
                  <a:cubicBezTo>
                    <a:pt x="146" y="794"/>
                    <a:pt x="154" y="794"/>
                    <a:pt x="163" y="794"/>
                  </a:cubicBezTo>
                  <a:cubicBezTo>
                    <a:pt x="163" y="788"/>
                    <a:pt x="163" y="781"/>
                    <a:pt x="163" y="775"/>
                  </a:cubicBezTo>
                  <a:cubicBezTo>
                    <a:pt x="154" y="775"/>
                    <a:pt x="146" y="775"/>
                    <a:pt x="138" y="775"/>
                  </a:cubicBezTo>
                  <a:close/>
                  <a:moveTo>
                    <a:pt x="107" y="775"/>
                  </a:moveTo>
                  <a:cubicBezTo>
                    <a:pt x="107" y="781"/>
                    <a:pt x="107" y="788"/>
                    <a:pt x="107" y="794"/>
                  </a:cubicBezTo>
                  <a:cubicBezTo>
                    <a:pt x="115" y="794"/>
                    <a:pt x="123" y="794"/>
                    <a:pt x="131" y="794"/>
                  </a:cubicBezTo>
                  <a:cubicBezTo>
                    <a:pt x="131" y="788"/>
                    <a:pt x="131" y="781"/>
                    <a:pt x="131" y="775"/>
                  </a:cubicBezTo>
                  <a:cubicBezTo>
                    <a:pt x="123" y="775"/>
                    <a:pt x="115" y="775"/>
                    <a:pt x="107" y="775"/>
                  </a:cubicBezTo>
                  <a:close/>
                  <a:moveTo>
                    <a:pt x="43" y="775"/>
                  </a:moveTo>
                  <a:cubicBezTo>
                    <a:pt x="43" y="781"/>
                    <a:pt x="43" y="788"/>
                    <a:pt x="43" y="794"/>
                  </a:cubicBezTo>
                  <a:cubicBezTo>
                    <a:pt x="51" y="794"/>
                    <a:pt x="60" y="794"/>
                    <a:pt x="68" y="794"/>
                  </a:cubicBezTo>
                  <a:cubicBezTo>
                    <a:pt x="68" y="788"/>
                    <a:pt x="68" y="781"/>
                    <a:pt x="68" y="775"/>
                  </a:cubicBezTo>
                  <a:cubicBezTo>
                    <a:pt x="60" y="775"/>
                    <a:pt x="51" y="775"/>
                    <a:pt x="43" y="775"/>
                  </a:cubicBezTo>
                  <a:close/>
                  <a:moveTo>
                    <a:pt x="233" y="811"/>
                  </a:moveTo>
                  <a:cubicBezTo>
                    <a:pt x="233" y="817"/>
                    <a:pt x="233" y="823"/>
                    <a:pt x="233" y="830"/>
                  </a:cubicBezTo>
                  <a:cubicBezTo>
                    <a:pt x="241" y="830"/>
                    <a:pt x="249" y="830"/>
                    <a:pt x="257" y="830"/>
                  </a:cubicBezTo>
                  <a:cubicBezTo>
                    <a:pt x="257" y="823"/>
                    <a:pt x="257" y="817"/>
                    <a:pt x="257" y="811"/>
                  </a:cubicBezTo>
                  <a:cubicBezTo>
                    <a:pt x="249" y="811"/>
                    <a:pt x="241" y="811"/>
                    <a:pt x="233" y="811"/>
                  </a:cubicBezTo>
                  <a:close/>
                  <a:moveTo>
                    <a:pt x="201" y="811"/>
                  </a:moveTo>
                  <a:cubicBezTo>
                    <a:pt x="201" y="817"/>
                    <a:pt x="201" y="823"/>
                    <a:pt x="201" y="830"/>
                  </a:cubicBezTo>
                  <a:cubicBezTo>
                    <a:pt x="210" y="830"/>
                    <a:pt x="218" y="830"/>
                    <a:pt x="226" y="830"/>
                  </a:cubicBezTo>
                  <a:cubicBezTo>
                    <a:pt x="226" y="823"/>
                    <a:pt x="226" y="817"/>
                    <a:pt x="226" y="811"/>
                  </a:cubicBezTo>
                  <a:cubicBezTo>
                    <a:pt x="218" y="811"/>
                    <a:pt x="210" y="811"/>
                    <a:pt x="201" y="811"/>
                  </a:cubicBezTo>
                  <a:close/>
                  <a:moveTo>
                    <a:pt x="170" y="811"/>
                  </a:moveTo>
                  <a:cubicBezTo>
                    <a:pt x="170" y="817"/>
                    <a:pt x="170" y="823"/>
                    <a:pt x="170" y="830"/>
                  </a:cubicBezTo>
                  <a:cubicBezTo>
                    <a:pt x="178" y="830"/>
                    <a:pt x="186" y="830"/>
                    <a:pt x="194" y="830"/>
                  </a:cubicBezTo>
                  <a:cubicBezTo>
                    <a:pt x="194" y="823"/>
                    <a:pt x="194" y="817"/>
                    <a:pt x="194" y="811"/>
                  </a:cubicBezTo>
                  <a:cubicBezTo>
                    <a:pt x="186" y="811"/>
                    <a:pt x="178" y="811"/>
                    <a:pt x="170" y="811"/>
                  </a:cubicBezTo>
                  <a:close/>
                  <a:moveTo>
                    <a:pt x="43" y="811"/>
                  </a:moveTo>
                  <a:cubicBezTo>
                    <a:pt x="43" y="817"/>
                    <a:pt x="43" y="823"/>
                    <a:pt x="43" y="830"/>
                  </a:cubicBezTo>
                  <a:cubicBezTo>
                    <a:pt x="51" y="830"/>
                    <a:pt x="60" y="830"/>
                    <a:pt x="68" y="830"/>
                  </a:cubicBezTo>
                  <a:cubicBezTo>
                    <a:pt x="68" y="823"/>
                    <a:pt x="68" y="817"/>
                    <a:pt x="68" y="811"/>
                  </a:cubicBezTo>
                  <a:cubicBezTo>
                    <a:pt x="60" y="811"/>
                    <a:pt x="51" y="811"/>
                    <a:pt x="43" y="811"/>
                  </a:cubicBezTo>
                  <a:close/>
                  <a:moveTo>
                    <a:pt x="75" y="811"/>
                  </a:moveTo>
                  <a:cubicBezTo>
                    <a:pt x="75" y="817"/>
                    <a:pt x="75" y="823"/>
                    <a:pt x="75" y="830"/>
                  </a:cubicBezTo>
                  <a:cubicBezTo>
                    <a:pt x="83" y="830"/>
                    <a:pt x="91" y="830"/>
                    <a:pt x="99" y="830"/>
                  </a:cubicBezTo>
                  <a:cubicBezTo>
                    <a:pt x="99" y="823"/>
                    <a:pt x="99" y="817"/>
                    <a:pt x="99" y="811"/>
                  </a:cubicBezTo>
                  <a:cubicBezTo>
                    <a:pt x="91" y="811"/>
                    <a:pt x="83" y="811"/>
                    <a:pt x="75" y="811"/>
                  </a:cubicBezTo>
                  <a:close/>
                  <a:moveTo>
                    <a:pt x="233" y="847"/>
                  </a:moveTo>
                  <a:cubicBezTo>
                    <a:pt x="233" y="853"/>
                    <a:pt x="233" y="859"/>
                    <a:pt x="233" y="866"/>
                  </a:cubicBezTo>
                  <a:cubicBezTo>
                    <a:pt x="241" y="866"/>
                    <a:pt x="249" y="866"/>
                    <a:pt x="257" y="866"/>
                  </a:cubicBezTo>
                  <a:cubicBezTo>
                    <a:pt x="257" y="859"/>
                    <a:pt x="257" y="853"/>
                    <a:pt x="257" y="847"/>
                  </a:cubicBezTo>
                  <a:cubicBezTo>
                    <a:pt x="249" y="847"/>
                    <a:pt x="241" y="847"/>
                    <a:pt x="233" y="847"/>
                  </a:cubicBezTo>
                  <a:close/>
                  <a:moveTo>
                    <a:pt x="201" y="847"/>
                  </a:moveTo>
                  <a:cubicBezTo>
                    <a:pt x="201" y="853"/>
                    <a:pt x="201" y="859"/>
                    <a:pt x="201" y="866"/>
                  </a:cubicBezTo>
                  <a:cubicBezTo>
                    <a:pt x="210" y="866"/>
                    <a:pt x="218" y="866"/>
                    <a:pt x="226" y="866"/>
                  </a:cubicBezTo>
                  <a:cubicBezTo>
                    <a:pt x="226" y="859"/>
                    <a:pt x="226" y="853"/>
                    <a:pt x="226" y="847"/>
                  </a:cubicBezTo>
                  <a:cubicBezTo>
                    <a:pt x="218" y="847"/>
                    <a:pt x="210" y="847"/>
                    <a:pt x="201" y="847"/>
                  </a:cubicBezTo>
                  <a:close/>
                  <a:moveTo>
                    <a:pt x="138" y="847"/>
                  </a:moveTo>
                  <a:cubicBezTo>
                    <a:pt x="138" y="853"/>
                    <a:pt x="138" y="859"/>
                    <a:pt x="138" y="866"/>
                  </a:cubicBezTo>
                  <a:cubicBezTo>
                    <a:pt x="146" y="866"/>
                    <a:pt x="154" y="866"/>
                    <a:pt x="163" y="866"/>
                  </a:cubicBezTo>
                  <a:cubicBezTo>
                    <a:pt x="163" y="859"/>
                    <a:pt x="163" y="853"/>
                    <a:pt x="163" y="847"/>
                  </a:cubicBezTo>
                  <a:cubicBezTo>
                    <a:pt x="154" y="847"/>
                    <a:pt x="146" y="847"/>
                    <a:pt x="138" y="847"/>
                  </a:cubicBezTo>
                  <a:close/>
                  <a:moveTo>
                    <a:pt x="107" y="847"/>
                  </a:moveTo>
                  <a:cubicBezTo>
                    <a:pt x="107" y="853"/>
                    <a:pt x="107" y="859"/>
                    <a:pt x="107" y="866"/>
                  </a:cubicBezTo>
                  <a:cubicBezTo>
                    <a:pt x="115" y="866"/>
                    <a:pt x="123" y="866"/>
                    <a:pt x="131" y="866"/>
                  </a:cubicBezTo>
                  <a:cubicBezTo>
                    <a:pt x="131" y="859"/>
                    <a:pt x="131" y="853"/>
                    <a:pt x="131" y="847"/>
                  </a:cubicBezTo>
                  <a:cubicBezTo>
                    <a:pt x="123" y="847"/>
                    <a:pt x="115" y="847"/>
                    <a:pt x="107" y="847"/>
                  </a:cubicBezTo>
                  <a:close/>
                  <a:moveTo>
                    <a:pt x="43" y="847"/>
                  </a:moveTo>
                  <a:cubicBezTo>
                    <a:pt x="43" y="853"/>
                    <a:pt x="43" y="859"/>
                    <a:pt x="43" y="866"/>
                  </a:cubicBezTo>
                  <a:cubicBezTo>
                    <a:pt x="51" y="866"/>
                    <a:pt x="60" y="866"/>
                    <a:pt x="68" y="866"/>
                  </a:cubicBezTo>
                  <a:cubicBezTo>
                    <a:pt x="68" y="859"/>
                    <a:pt x="68" y="853"/>
                    <a:pt x="68" y="847"/>
                  </a:cubicBezTo>
                  <a:cubicBezTo>
                    <a:pt x="60" y="847"/>
                    <a:pt x="51" y="847"/>
                    <a:pt x="43" y="847"/>
                  </a:cubicBezTo>
                  <a:close/>
                  <a:moveTo>
                    <a:pt x="75" y="847"/>
                  </a:moveTo>
                  <a:cubicBezTo>
                    <a:pt x="75" y="853"/>
                    <a:pt x="75" y="859"/>
                    <a:pt x="75" y="866"/>
                  </a:cubicBezTo>
                  <a:cubicBezTo>
                    <a:pt x="83" y="866"/>
                    <a:pt x="91" y="866"/>
                    <a:pt x="99" y="866"/>
                  </a:cubicBezTo>
                  <a:cubicBezTo>
                    <a:pt x="99" y="859"/>
                    <a:pt x="99" y="853"/>
                    <a:pt x="99" y="847"/>
                  </a:cubicBezTo>
                  <a:cubicBezTo>
                    <a:pt x="91" y="847"/>
                    <a:pt x="83" y="847"/>
                    <a:pt x="75" y="847"/>
                  </a:cubicBezTo>
                  <a:close/>
                  <a:moveTo>
                    <a:pt x="233" y="883"/>
                  </a:moveTo>
                  <a:cubicBezTo>
                    <a:pt x="233" y="889"/>
                    <a:pt x="233" y="895"/>
                    <a:pt x="233" y="902"/>
                  </a:cubicBezTo>
                  <a:cubicBezTo>
                    <a:pt x="241" y="902"/>
                    <a:pt x="249" y="902"/>
                    <a:pt x="257" y="902"/>
                  </a:cubicBezTo>
                  <a:cubicBezTo>
                    <a:pt x="257" y="895"/>
                    <a:pt x="257" y="889"/>
                    <a:pt x="257" y="883"/>
                  </a:cubicBezTo>
                  <a:cubicBezTo>
                    <a:pt x="249" y="883"/>
                    <a:pt x="241" y="883"/>
                    <a:pt x="233" y="883"/>
                  </a:cubicBezTo>
                  <a:close/>
                  <a:moveTo>
                    <a:pt x="201" y="883"/>
                  </a:moveTo>
                  <a:cubicBezTo>
                    <a:pt x="201" y="889"/>
                    <a:pt x="201" y="895"/>
                    <a:pt x="201" y="902"/>
                  </a:cubicBezTo>
                  <a:cubicBezTo>
                    <a:pt x="210" y="902"/>
                    <a:pt x="218" y="902"/>
                    <a:pt x="226" y="902"/>
                  </a:cubicBezTo>
                  <a:cubicBezTo>
                    <a:pt x="226" y="895"/>
                    <a:pt x="226" y="889"/>
                    <a:pt x="226" y="883"/>
                  </a:cubicBezTo>
                  <a:cubicBezTo>
                    <a:pt x="218" y="883"/>
                    <a:pt x="210" y="883"/>
                    <a:pt x="201" y="883"/>
                  </a:cubicBezTo>
                  <a:close/>
                  <a:moveTo>
                    <a:pt x="170" y="883"/>
                  </a:moveTo>
                  <a:cubicBezTo>
                    <a:pt x="170" y="889"/>
                    <a:pt x="170" y="895"/>
                    <a:pt x="170" y="902"/>
                  </a:cubicBezTo>
                  <a:cubicBezTo>
                    <a:pt x="178" y="902"/>
                    <a:pt x="186" y="902"/>
                    <a:pt x="194" y="902"/>
                  </a:cubicBezTo>
                  <a:cubicBezTo>
                    <a:pt x="194" y="895"/>
                    <a:pt x="194" y="889"/>
                    <a:pt x="194" y="883"/>
                  </a:cubicBezTo>
                  <a:cubicBezTo>
                    <a:pt x="186" y="883"/>
                    <a:pt x="178" y="883"/>
                    <a:pt x="170" y="883"/>
                  </a:cubicBezTo>
                  <a:close/>
                  <a:moveTo>
                    <a:pt x="107" y="883"/>
                  </a:moveTo>
                  <a:cubicBezTo>
                    <a:pt x="107" y="889"/>
                    <a:pt x="107" y="895"/>
                    <a:pt x="107" y="902"/>
                  </a:cubicBezTo>
                  <a:cubicBezTo>
                    <a:pt x="115" y="902"/>
                    <a:pt x="123" y="902"/>
                    <a:pt x="131" y="902"/>
                  </a:cubicBezTo>
                  <a:cubicBezTo>
                    <a:pt x="131" y="895"/>
                    <a:pt x="131" y="889"/>
                    <a:pt x="131" y="883"/>
                  </a:cubicBezTo>
                  <a:cubicBezTo>
                    <a:pt x="123" y="883"/>
                    <a:pt x="115" y="883"/>
                    <a:pt x="107" y="883"/>
                  </a:cubicBezTo>
                  <a:close/>
                  <a:moveTo>
                    <a:pt x="43" y="883"/>
                  </a:moveTo>
                  <a:cubicBezTo>
                    <a:pt x="43" y="889"/>
                    <a:pt x="43" y="895"/>
                    <a:pt x="43" y="902"/>
                  </a:cubicBezTo>
                  <a:cubicBezTo>
                    <a:pt x="51" y="902"/>
                    <a:pt x="60" y="902"/>
                    <a:pt x="68" y="902"/>
                  </a:cubicBezTo>
                  <a:cubicBezTo>
                    <a:pt x="68" y="895"/>
                    <a:pt x="68" y="889"/>
                    <a:pt x="68" y="883"/>
                  </a:cubicBezTo>
                  <a:cubicBezTo>
                    <a:pt x="60" y="883"/>
                    <a:pt x="51" y="883"/>
                    <a:pt x="43" y="883"/>
                  </a:cubicBezTo>
                  <a:close/>
                  <a:moveTo>
                    <a:pt x="75" y="883"/>
                  </a:moveTo>
                  <a:cubicBezTo>
                    <a:pt x="75" y="889"/>
                    <a:pt x="75" y="895"/>
                    <a:pt x="75" y="902"/>
                  </a:cubicBezTo>
                  <a:cubicBezTo>
                    <a:pt x="83" y="902"/>
                    <a:pt x="91" y="902"/>
                    <a:pt x="99" y="902"/>
                  </a:cubicBezTo>
                  <a:cubicBezTo>
                    <a:pt x="99" y="895"/>
                    <a:pt x="99" y="889"/>
                    <a:pt x="99" y="883"/>
                  </a:cubicBezTo>
                  <a:cubicBezTo>
                    <a:pt x="91" y="883"/>
                    <a:pt x="83" y="883"/>
                    <a:pt x="75" y="883"/>
                  </a:cubicBezTo>
                  <a:close/>
                  <a:moveTo>
                    <a:pt x="201" y="57"/>
                  </a:moveTo>
                  <a:cubicBezTo>
                    <a:pt x="201" y="63"/>
                    <a:pt x="201" y="69"/>
                    <a:pt x="201" y="76"/>
                  </a:cubicBezTo>
                  <a:cubicBezTo>
                    <a:pt x="210" y="76"/>
                    <a:pt x="218" y="76"/>
                    <a:pt x="226" y="76"/>
                  </a:cubicBezTo>
                  <a:cubicBezTo>
                    <a:pt x="226" y="69"/>
                    <a:pt x="226" y="63"/>
                    <a:pt x="226" y="57"/>
                  </a:cubicBezTo>
                  <a:cubicBezTo>
                    <a:pt x="218" y="57"/>
                    <a:pt x="210" y="57"/>
                    <a:pt x="201" y="57"/>
                  </a:cubicBezTo>
                  <a:close/>
                  <a:moveTo>
                    <a:pt x="43" y="57"/>
                  </a:moveTo>
                  <a:cubicBezTo>
                    <a:pt x="43" y="76"/>
                    <a:pt x="43" y="76"/>
                    <a:pt x="43" y="76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68" y="57"/>
                    <a:pt x="68" y="57"/>
                    <a:pt x="68" y="57"/>
                  </a:cubicBezTo>
                  <a:cubicBezTo>
                    <a:pt x="43" y="57"/>
                    <a:pt x="43" y="57"/>
                    <a:pt x="43" y="57"/>
                  </a:cubicBezTo>
                  <a:close/>
                  <a:moveTo>
                    <a:pt x="75" y="57"/>
                  </a:moveTo>
                  <a:cubicBezTo>
                    <a:pt x="75" y="63"/>
                    <a:pt x="75" y="69"/>
                    <a:pt x="75" y="76"/>
                  </a:cubicBezTo>
                  <a:cubicBezTo>
                    <a:pt x="83" y="76"/>
                    <a:pt x="91" y="76"/>
                    <a:pt x="99" y="76"/>
                  </a:cubicBezTo>
                  <a:cubicBezTo>
                    <a:pt x="99" y="69"/>
                    <a:pt x="99" y="63"/>
                    <a:pt x="99" y="57"/>
                  </a:cubicBezTo>
                  <a:cubicBezTo>
                    <a:pt x="91" y="57"/>
                    <a:pt x="83" y="57"/>
                    <a:pt x="75" y="57"/>
                  </a:cubicBezTo>
                  <a:close/>
                  <a:moveTo>
                    <a:pt x="233" y="919"/>
                  </a:moveTo>
                  <a:cubicBezTo>
                    <a:pt x="233" y="937"/>
                    <a:pt x="233" y="937"/>
                    <a:pt x="233" y="937"/>
                  </a:cubicBezTo>
                  <a:cubicBezTo>
                    <a:pt x="257" y="937"/>
                    <a:pt x="257" y="937"/>
                    <a:pt x="257" y="937"/>
                  </a:cubicBezTo>
                  <a:cubicBezTo>
                    <a:pt x="257" y="919"/>
                    <a:pt x="257" y="919"/>
                    <a:pt x="257" y="919"/>
                  </a:cubicBezTo>
                  <a:cubicBezTo>
                    <a:pt x="233" y="919"/>
                    <a:pt x="233" y="919"/>
                    <a:pt x="233" y="919"/>
                  </a:cubicBezTo>
                  <a:close/>
                  <a:moveTo>
                    <a:pt x="201" y="919"/>
                  </a:moveTo>
                  <a:cubicBezTo>
                    <a:pt x="201" y="925"/>
                    <a:pt x="201" y="931"/>
                    <a:pt x="201" y="937"/>
                  </a:cubicBezTo>
                  <a:cubicBezTo>
                    <a:pt x="210" y="937"/>
                    <a:pt x="218" y="937"/>
                    <a:pt x="226" y="937"/>
                  </a:cubicBezTo>
                  <a:cubicBezTo>
                    <a:pt x="226" y="931"/>
                    <a:pt x="226" y="925"/>
                    <a:pt x="226" y="919"/>
                  </a:cubicBezTo>
                  <a:cubicBezTo>
                    <a:pt x="218" y="919"/>
                    <a:pt x="210" y="919"/>
                    <a:pt x="201" y="919"/>
                  </a:cubicBezTo>
                  <a:close/>
                  <a:moveTo>
                    <a:pt x="170" y="919"/>
                  </a:moveTo>
                  <a:cubicBezTo>
                    <a:pt x="170" y="925"/>
                    <a:pt x="170" y="931"/>
                    <a:pt x="170" y="937"/>
                  </a:cubicBezTo>
                  <a:cubicBezTo>
                    <a:pt x="178" y="937"/>
                    <a:pt x="186" y="937"/>
                    <a:pt x="194" y="937"/>
                  </a:cubicBezTo>
                  <a:cubicBezTo>
                    <a:pt x="194" y="931"/>
                    <a:pt x="194" y="925"/>
                    <a:pt x="194" y="919"/>
                  </a:cubicBezTo>
                  <a:cubicBezTo>
                    <a:pt x="186" y="919"/>
                    <a:pt x="178" y="919"/>
                    <a:pt x="170" y="919"/>
                  </a:cubicBezTo>
                  <a:close/>
                  <a:moveTo>
                    <a:pt x="107" y="919"/>
                  </a:moveTo>
                  <a:cubicBezTo>
                    <a:pt x="107" y="925"/>
                    <a:pt x="107" y="931"/>
                    <a:pt x="107" y="937"/>
                  </a:cubicBezTo>
                  <a:cubicBezTo>
                    <a:pt x="115" y="937"/>
                    <a:pt x="123" y="937"/>
                    <a:pt x="131" y="937"/>
                  </a:cubicBezTo>
                  <a:cubicBezTo>
                    <a:pt x="131" y="931"/>
                    <a:pt x="131" y="925"/>
                    <a:pt x="131" y="919"/>
                  </a:cubicBezTo>
                  <a:cubicBezTo>
                    <a:pt x="123" y="919"/>
                    <a:pt x="115" y="919"/>
                    <a:pt x="107" y="919"/>
                  </a:cubicBezTo>
                  <a:close/>
                  <a:moveTo>
                    <a:pt x="43" y="919"/>
                  </a:moveTo>
                  <a:cubicBezTo>
                    <a:pt x="43" y="937"/>
                    <a:pt x="43" y="937"/>
                    <a:pt x="43" y="937"/>
                  </a:cubicBezTo>
                  <a:cubicBezTo>
                    <a:pt x="68" y="937"/>
                    <a:pt x="68" y="937"/>
                    <a:pt x="68" y="937"/>
                  </a:cubicBezTo>
                  <a:cubicBezTo>
                    <a:pt x="68" y="919"/>
                    <a:pt x="68" y="919"/>
                    <a:pt x="68" y="919"/>
                  </a:cubicBezTo>
                  <a:cubicBezTo>
                    <a:pt x="43" y="919"/>
                    <a:pt x="43" y="919"/>
                    <a:pt x="43" y="919"/>
                  </a:cubicBezTo>
                  <a:close/>
                  <a:moveTo>
                    <a:pt x="75" y="919"/>
                  </a:moveTo>
                  <a:cubicBezTo>
                    <a:pt x="75" y="925"/>
                    <a:pt x="75" y="931"/>
                    <a:pt x="75" y="937"/>
                  </a:cubicBezTo>
                  <a:cubicBezTo>
                    <a:pt x="83" y="937"/>
                    <a:pt x="91" y="937"/>
                    <a:pt x="99" y="937"/>
                  </a:cubicBezTo>
                  <a:cubicBezTo>
                    <a:pt x="99" y="931"/>
                    <a:pt x="99" y="925"/>
                    <a:pt x="99" y="919"/>
                  </a:cubicBezTo>
                  <a:cubicBezTo>
                    <a:pt x="91" y="919"/>
                    <a:pt x="83" y="919"/>
                    <a:pt x="75" y="919"/>
                  </a:cubicBezTo>
                  <a:close/>
                  <a:moveTo>
                    <a:pt x="75" y="93"/>
                  </a:moveTo>
                  <a:cubicBezTo>
                    <a:pt x="75" y="99"/>
                    <a:pt x="75" y="105"/>
                    <a:pt x="75" y="111"/>
                  </a:cubicBezTo>
                  <a:cubicBezTo>
                    <a:pt x="83" y="111"/>
                    <a:pt x="91" y="111"/>
                    <a:pt x="99" y="111"/>
                  </a:cubicBezTo>
                  <a:cubicBezTo>
                    <a:pt x="99" y="105"/>
                    <a:pt x="99" y="99"/>
                    <a:pt x="99" y="93"/>
                  </a:cubicBezTo>
                  <a:cubicBezTo>
                    <a:pt x="91" y="93"/>
                    <a:pt x="83" y="93"/>
                    <a:pt x="75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6" name="ïšḷîḋè"/>
            <p:cNvSpPr/>
            <p:nvPr userDrawn="1"/>
          </p:nvSpPr>
          <p:spPr bwMode="auto">
            <a:xfrm>
              <a:off x="4903788" y="3576638"/>
              <a:ext cx="617538" cy="581025"/>
            </a:xfrm>
            <a:custGeom>
              <a:avLst/>
              <a:gdLst>
                <a:gd name="T0" fmla="*/ 8 w 389"/>
                <a:gd name="T1" fmla="*/ 123 h 366"/>
                <a:gd name="T2" fmla="*/ 212 w 389"/>
                <a:gd name="T3" fmla="*/ 165 h 366"/>
                <a:gd name="T4" fmla="*/ 307 w 389"/>
                <a:gd name="T5" fmla="*/ 204 h 366"/>
                <a:gd name="T6" fmla="*/ 379 w 389"/>
                <a:gd name="T7" fmla="*/ 338 h 366"/>
                <a:gd name="T8" fmla="*/ 389 w 389"/>
                <a:gd name="T9" fmla="*/ 366 h 366"/>
                <a:gd name="T10" fmla="*/ 0 w 389"/>
                <a:gd name="T11" fmla="*/ 338 h 366"/>
                <a:gd name="T12" fmla="*/ 8 w 389"/>
                <a:gd name="T13" fmla="*/ 338 h 366"/>
                <a:gd name="T14" fmla="*/ 308 w 389"/>
                <a:gd name="T15" fmla="*/ 235 h 366"/>
                <a:gd name="T16" fmla="*/ 359 w 389"/>
                <a:gd name="T17" fmla="*/ 223 h 366"/>
                <a:gd name="T18" fmla="*/ 308 w 389"/>
                <a:gd name="T19" fmla="*/ 223 h 366"/>
                <a:gd name="T20" fmla="*/ 40 w 389"/>
                <a:gd name="T21" fmla="*/ 236 h 366"/>
                <a:gd name="T22" fmla="*/ 102 w 389"/>
                <a:gd name="T23" fmla="*/ 224 h 366"/>
                <a:gd name="T24" fmla="*/ 40 w 389"/>
                <a:gd name="T25" fmla="*/ 224 h 366"/>
                <a:gd name="T26" fmla="*/ 40 w 389"/>
                <a:gd name="T27" fmla="*/ 211 h 366"/>
                <a:gd name="T28" fmla="*/ 102 w 389"/>
                <a:gd name="T29" fmla="*/ 200 h 366"/>
                <a:gd name="T30" fmla="*/ 40 w 389"/>
                <a:gd name="T31" fmla="*/ 200 h 366"/>
                <a:gd name="T32" fmla="*/ 40 w 389"/>
                <a:gd name="T33" fmla="*/ 188 h 366"/>
                <a:gd name="T34" fmla="*/ 102 w 389"/>
                <a:gd name="T35" fmla="*/ 176 h 366"/>
                <a:gd name="T36" fmla="*/ 40 w 389"/>
                <a:gd name="T37" fmla="*/ 176 h 366"/>
                <a:gd name="T38" fmla="*/ 40 w 389"/>
                <a:gd name="T39" fmla="*/ 163 h 366"/>
                <a:gd name="T40" fmla="*/ 102 w 389"/>
                <a:gd name="T41" fmla="*/ 152 h 366"/>
                <a:gd name="T42" fmla="*/ 40 w 389"/>
                <a:gd name="T43" fmla="*/ 152 h 366"/>
                <a:gd name="T44" fmla="*/ 212 w 389"/>
                <a:gd name="T45" fmla="*/ 267 h 366"/>
                <a:gd name="T46" fmla="*/ 275 w 389"/>
                <a:gd name="T47" fmla="*/ 256 h 366"/>
                <a:gd name="T48" fmla="*/ 212 w 389"/>
                <a:gd name="T49" fmla="*/ 256 h 366"/>
                <a:gd name="T50" fmla="*/ 212 w 389"/>
                <a:gd name="T51" fmla="*/ 243 h 366"/>
                <a:gd name="T52" fmla="*/ 275 w 389"/>
                <a:gd name="T53" fmla="*/ 232 h 366"/>
                <a:gd name="T54" fmla="*/ 212 w 389"/>
                <a:gd name="T55" fmla="*/ 232 h 366"/>
                <a:gd name="T56" fmla="*/ 212 w 389"/>
                <a:gd name="T57" fmla="*/ 219 h 366"/>
                <a:gd name="T58" fmla="*/ 275 w 389"/>
                <a:gd name="T59" fmla="*/ 208 h 366"/>
                <a:gd name="T60" fmla="*/ 212 w 389"/>
                <a:gd name="T61" fmla="*/ 208 h 366"/>
                <a:gd name="T62" fmla="*/ 212 w 389"/>
                <a:gd name="T63" fmla="*/ 195 h 366"/>
                <a:gd name="T64" fmla="*/ 275 w 389"/>
                <a:gd name="T65" fmla="*/ 184 h 366"/>
                <a:gd name="T66" fmla="*/ 212 w 389"/>
                <a:gd name="T67" fmla="*/ 184 h 366"/>
                <a:gd name="T68" fmla="*/ 308 w 389"/>
                <a:gd name="T69" fmla="*/ 307 h 366"/>
                <a:gd name="T70" fmla="*/ 359 w 389"/>
                <a:gd name="T71" fmla="*/ 296 h 366"/>
                <a:gd name="T72" fmla="*/ 308 w 389"/>
                <a:gd name="T73" fmla="*/ 296 h 366"/>
                <a:gd name="T74" fmla="*/ 308 w 389"/>
                <a:gd name="T75" fmla="*/ 283 h 366"/>
                <a:gd name="T76" fmla="*/ 359 w 389"/>
                <a:gd name="T77" fmla="*/ 271 h 366"/>
                <a:gd name="T78" fmla="*/ 308 w 389"/>
                <a:gd name="T79" fmla="*/ 271 h 366"/>
                <a:gd name="T80" fmla="*/ 308 w 389"/>
                <a:gd name="T81" fmla="*/ 259 h 366"/>
                <a:gd name="T82" fmla="*/ 359 w 389"/>
                <a:gd name="T83" fmla="*/ 248 h 366"/>
                <a:gd name="T84" fmla="*/ 308 w 389"/>
                <a:gd name="T85" fmla="*/ 248 h 366"/>
                <a:gd name="T86" fmla="*/ 361 w 389"/>
                <a:gd name="T87" fmla="*/ 84 h 366"/>
                <a:gd name="T88" fmla="*/ 317 w 389"/>
                <a:gd name="T89" fmla="*/ 195 h 366"/>
                <a:gd name="T90" fmla="*/ 369 w 389"/>
                <a:gd name="T91" fmla="*/ 195 h 366"/>
                <a:gd name="T92" fmla="*/ 280 w 389"/>
                <a:gd name="T93" fmla="*/ 43 h 366"/>
                <a:gd name="T94" fmla="*/ 222 w 389"/>
                <a:gd name="T95" fmla="*/ 154 h 366"/>
                <a:gd name="T96" fmla="*/ 290 w 389"/>
                <a:gd name="T97" fmla="*/ 154 h 366"/>
                <a:gd name="T98" fmla="*/ 37 w 389"/>
                <a:gd name="T99" fmla="*/ 110 h 366"/>
                <a:gd name="T100" fmla="*/ 108 w 389"/>
                <a:gd name="T101" fmla="*/ 0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89" h="366">
                  <a:moveTo>
                    <a:pt x="8" y="338"/>
                  </a:moveTo>
                  <a:lnTo>
                    <a:pt x="8" y="123"/>
                  </a:lnTo>
                  <a:lnTo>
                    <a:pt x="212" y="123"/>
                  </a:lnTo>
                  <a:lnTo>
                    <a:pt x="212" y="165"/>
                  </a:lnTo>
                  <a:lnTo>
                    <a:pt x="307" y="165"/>
                  </a:lnTo>
                  <a:lnTo>
                    <a:pt x="307" y="204"/>
                  </a:lnTo>
                  <a:lnTo>
                    <a:pt x="379" y="204"/>
                  </a:lnTo>
                  <a:lnTo>
                    <a:pt x="379" y="338"/>
                  </a:lnTo>
                  <a:lnTo>
                    <a:pt x="389" y="338"/>
                  </a:lnTo>
                  <a:lnTo>
                    <a:pt x="389" y="366"/>
                  </a:lnTo>
                  <a:lnTo>
                    <a:pt x="0" y="366"/>
                  </a:lnTo>
                  <a:lnTo>
                    <a:pt x="0" y="338"/>
                  </a:lnTo>
                  <a:lnTo>
                    <a:pt x="8" y="338"/>
                  </a:lnTo>
                  <a:lnTo>
                    <a:pt x="8" y="338"/>
                  </a:lnTo>
                  <a:close/>
                  <a:moveTo>
                    <a:pt x="308" y="223"/>
                  </a:moveTo>
                  <a:lnTo>
                    <a:pt x="308" y="235"/>
                  </a:lnTo>
                  <a:lnTo>
                    <a:pt x="359" y="235"/>
                  </a:lnTo>
                  <a:lnTo>
                    <a:pt x="359" y="223"/>
                  </a:lnTo>
                  <a:lnTo>
                    <a:pt x="308" y="223"/>
                  </a:lnTo>
                  <a:lnTo>
                    <a:pt x="308" y="223"/>
                  </a:lnTo>
                  <a:close/>
                  <a:moveTo>
                    <a:pt x="40" y="224"/>
                  </a:moveTo>
                  <a:lnTo>
                    <a:pt x="40" y="236"/>
                  </a:lnTo>
                  <a:lnTo>
                    <a:pt x="102" y="236"/>
                  </a:lnTo>
                  <a:lnTo>
                    <a:pt x="102" y="224"/>
                  </a:lnTo>
                  <a:lnTo>
                    <a:pt x="40" y="224"/>
                  </a:lnTo>
                  <a:lnTo>
                    <a:pt x="40" y="224"/>
                  </a:lnTo>
                  <a:close/>
                  <a:moveTo>
                    <a:pt x="40" y="200"/>
                  </a:moveTo>
                  <a:lnTo>
                    <a:pt x="40" y="211"/>
                  </a:lnTo>
                  <a:lnTo>
                    <a:pt x="102" y="211"/>
                  </a:lnTo>
                  <a:lnTo>
                    <a:pt x="102" y="200"/>
                  </a:lnTo>
                  <a:lnTo>
                    <a:pt x="40" y="200"/>
                  </a:lnTo>
                  <a:lnTo>
                    <a:pt x="40" y="200"/>
                  </a:lnTo>
                  <a:close/>
                  <a:moveTo>
                    <a:pt x="40" y="176"/>
                  </a:moveTo>
                  <a:lnTo>
                    <a:pt x="40" y="188"/>
                  </a:lnTo>
                  <a:lnTo>
                    <a:pt x="102" y="188"/>
                  </a:lnTo>
                  <a:lnTo>
                    <a:pt x="102" y="176"/>
                  </a:lnTo>
                  <a:lnTo>
                    <a:pt x="40" y="176"/>
                  </a:lnTo>
                  <a:lnTo>
                    <a:pt x="40" y="176"/>
                  </a:lnTo>
                  <a:close/>
                  <a:moveTo>
                    <a:pt x="40" y="152"/>
                  </a:moveTo>
                  <a:lnTo>
                    <a:pt x="40" y="163"/>
                  </a:lnTo>
                  <a:lnTo>
                    <a:pt x="102" y="163"/>
                  </a:lnTo>
                  <a:lnTo>
                    <a:pt x="102" y="152"/>
                  </a:lnTo>
                  <a:lnTo>
                    <a:pt x="40" y="152"/>
                  </a:lnTo>
                  <a:lnTo>
                    <a:pt x="40" y="152"/>
                  </a:lnTo>
                  <a:close/>
                  <a:moveTo>
                    <a:pt x="212" y="256"/>
                  </a:moveTo>
                  <a:lnTo>
                    <a:pt x="212" y="267"/>
                  </a:lnTo>
                  <a:lnTo>
                    <a:pt x="275" y="267"/>
                  </a:lnTo>
                  <a:lnTo>
                    <a:pt x="275" y="256"/>
                  </a:lnTo>
                  <a:lnTo>
                    <a:pt x="212" y="256"/>
                  </a:lnTo>
                  <a:lnTo>
                    <a:pt x="212" y="256"/>
                  </a:lnTo>
                  <a:close/>
                  <a:moveTo>
                    <a:pt x="212" y="232"/>
                  </a:moveTo>
                  <a:lnTo>
                    <a:pt x="212" y="243"/>
                  </a:lnTo>
                  <a:lnTo>
                    <a:pt x="275" y="243"/>
                  </a:lnTo>
                  <a:lnTo>
                    <a:pt x="275" y="232"/>
                  </a:lnTo>
                  <a:lnTo>
                    <a:pt x="212" y="232"/>
                  </a:lnTo>
                  <a:lnTo>
                    <a:pt x="212" y="232"/>
                  </a:lnTo>
                  <a:close/>
                  <a:moveTo>
                    <a:pt x="212" y="208"/>
                  </a:moveTo>
                  <a:lnTo>
                    <a:pt x="212" y="219"/>
                  </a:lnTo>
                  <a:lnTo>
                    <a:pt x="275" y="219"/>
                  </a:lnTo>
                  <a:lnTo>
                    <a:pt x="275" y="208"/>
                  </a:lnTo>
                  <a:lnTo>
                    <a:pt x="212" y="208"/>
                  </a:lnTo>
                  <a:lnTo>
                    <a:pt x="212" y="208"/>
                  </a:lnTo>
                  <a:close/>
                  <a:moveTo>
                    <a:pt x="212" y="184"/>
                  </a:moveTo>
                  <a:lnTo>
                    <a:pt x="212" y="195"/>
                  </a:lnTo>
                  <a:lnTo>
                    <a:pt x="275" y="195"/>
                  </a:lnTo>
                  <a:lnTo>
                    <a:pt x="275" y="184"/>
                  </a:lnTo>
                  <a:lnTo>
                    <a:pt x="212" y="184"/>
                  </a:lnTo>
                  <a:lnTo>
                    <a:pt x="212" y="184"/>
                  </a:lnTo>
                  <a:close/>
                  <a:moveTo>
                    <a:pt x="308" y="296"/>
                  </a:moveTo>
                  <a:lnTo>
                    <a:pt x="308" y="307"/>
                  </a:lnTo>
                  <a:lnTo>
                    <a:pt x="359" y="307"/>
                  </a:lnTo>
                  <a:lnTo>
                    <a:pt x="359" y="296"/>
                  </a:lnTo>
                  <a:lnTo>
                    <a:pt x="308" y="296"/>
                  </a:lnTo>
                  <a:lnTo>
                    <a:pt x="308" y="296"/>
                  </a:lnTo>
                  <a:close/>
                  <a:moveTo>
                    <a:pt x="308" y="271"/>
                  </a:moveTo>
                  <a:lnTo>
                    <a:pt x="308" y="283"/>
                  </a:lnTo>
                  <a:lnTo>
                    <a:pt x="359" y="283"/>
                  </a:lnTo>
                  <a:lnTo>
                    <a:pt x="359" y="271"/>
                  </a:lnTo>
                  <a:lnTo>
                    <a:pt x="308" y="271"/>
                  </a:lnTo>
                  <a:lnTo>
                    <a:pt x="308" y="271"/>
                  </a:lnTo>
                  <a:close/>
                  <a:moveTo>
                    <a:pt x="308" y="248"/>
                  </a:moveTo>
                  <a:lnTo>
                    <a:pt x="308" y="259"/>
                  </a:lnTo>
                  <a:lnTo>
                    <a:pt x="359" y="259"/>
                  </a:lnTo>
                  <a:lnTo>
                    <a:pt x="359" y="248"/>
                  </a:lnTo>
                  <a:lnTo>
                    <a:pt x="308" y="248"/>
                  </a:lnTo>
                  <a:lnTo>
                    <a:pt x="308" y="248"/>
                  </a:lnTo>
                  <a:close/>
                  <a:moveTo>
                    <a:pt x="369" y="195"/>
                  </a:moveTo>
                  <a:lnTo>
                    <a:pt x="361" y="84"/>
                  </a:lnTo>
                  <a:lnTo>
                    <a:pt x="326" y="84"/>
                  </a:lnTo>
                  <a:lnTo>
                    <a:pt x="317" y="195"/>
                  </a:lnTo>
                  <a:lnTo>
                    <a:pt x="369" y="195"/>
                  </a:lnTo>
                  <a:lnTo>
                    <a:pt x="369" y="195"/>
                  </a:lnTo>
                  <a:close/>
                  <a:moveTo>
                    <a:pt x="290" y="154"/>
                  </a:moveTo>
                  <a:lnTo>
                    <a:pt x="280" y="43"/>
                  </a:lnTo>
                  <a:lnTo>
                    <a:pt x="233" y="43"/>
                  </a:lnTo>
                  <a:lnTo>
                    <a:pt x="222" y="154"/>
                  </a:lnTo>
                  <a:lnTo>
                    <a:pt x="290" y="154"/>
                  </a:lnTo>
                  <a:lnTo>
                    <a:pt x="290" y="154"/>
                  </a:lnTo>
                  <a:close/>
                  <a:moveTo>
                    <a:pt x="120" y="110"/>
                  </a:moveTo>
                  <a:lnTo>
                    <a:pt x="37" y="110"/>
                  </a:lnTo>
                  <a:lnTo>
                    <a:pt x="52" y="0"/>
                  </a:lnTo>
                  <a:lnTo>
                    <a:pt x="108" y="0"/>
                  </a:lnTo>
                  <a:lnTo>
                    <a:pt x="120" y="1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7" name="íš1ïḓè"/>
            <p:cNvSpPr/>
            <p:nvPr userDrawn="1"/>
          </p:nvSpPr>
          <p:spPr bwMode="auto">
            <a:xfrm>
              <a:off x="6911975" y="3106738"/>
              <a:ext cx="277813" cy="1052513"/>
            </a:xfrm>
            <a:custGeom>
              <a:avLst/>
              <a:gdLst>
                <a:gd name="T0" fmla="*/ 44 w 172"/>
                <a:gd name="T1" fmla="*/ 0 h 650"/>
                <a:gd name="T2" fmla="*/ 172 w 172"/>
                <a:gd name="T3" fmla="*/ 63 h 650"/>
                <a:gd name="T4" fmla="*/ 0 w 172"/>
                <a:gd name="T5" fmla="*/ 2 h 650"/>
                <a:gd name="T6" fmla="*/ 104 w 172"/>
                <a:gd name="T7" fmla="*/ 606 h 650"/>
                <a:gd name="T8" fmla="*/ 112 w 172"/>
                <a:gd name="T9" fmla="*/ 594 h 650"/>
                <a:gd name="T10" fmla="*/ 151 w 172"/>
                <a:gd name="T11" fmla="*/ 594 h 650"/>
                <a:gd name="T12" fmla="*/ 19 w 172"/>
                <a:gd name="T13" fmla="*/ 606 h 650"/>
                <a:gd name="T14" fmla="*/ 19 w 172"/>
                <a:gd name="T15" fmla="*/ 594 h 650"/>
                <a:gd name="T16" fmla="*/ 104 w 172"/>
                <a:gd name="T17" fmla="*/ 565 h 650"/>
                <a:gd name="T18" fmla="*/ 112 w 172"/>
                <a:gd name="T19" fmla="*/ 552 h 650"/>
                <a:gd name="T20" fmla="*/ 151 w 172"/>
                <a:gd name="T21" fmla="*/ 552 h 650"/>
                <a:gd name="T22" fmla="*/ 65 w 172"/>
                <a:gd name="T23" fmla="*/ 523 h 650"/>
                <a:gd name="T24" fmla="*/ 65 w 172"/>
                <a:gd name="T25" fmla="*/ 511 h 650"/>
                <a:gd name="T26" fmla="*/ 151 w 172"/>
                <a:gd name="T27" fmla="*/ 523 h 650"/>
                <a:gd name="T28" fmla="*/ 65 w 172"/>
                <a:gd name="T29" fmla="*/ 469 h 650"/>
                <a:gd name="T30" fmla="*/ 104 w 172"/>
                <a:gd name="T31" fmla="*/ 469 h 650"/>
                <a:gd name="T32" fmla="*/ 112 w 172"/>
                <a:gd name="T33" fmla="*/ 482 h 650"/>
                <a:gd name="T34" fmla="*/ 112 w 172"/>
                <a:gd name="T35" fmla="*/ 469 h 650"/>
                <a:gd name="T36" fmla="*/ 57 w 172"/>
                <a:gd name="T37" fmla="*/ 482 h 650"/>
                <a:gd name="T38" fmla="*/ 112 w 172"/>
                <a:gd name="T39" fmla="*/ 428 h 650"/>
                <a:gd name="T40" fmla="*/ 151 w 172"/>
                <a:gd name="T41" fmla="*/ 428 h 650"/>
                <a:gd name="T42" fmla="*/ 19 w 172"/>
                <a:gd name="T43" fmla="*/ 440 h 650"/>
                <a:gd name="T44" fmla="*/ 19 w 172"/>
                <a:gd name="T45" fmla="*/ 428 h 650"/>
                <a:gd name="T46" fmla="*/ 104 w 172"/>
                <a:gd name="T47" fmla="*/ 399 h 650"/>
                <a:gd name="T48" fmla="*/ 112 w 172"/>
                <a:gd name="T49" fmla="*/ 386 h 650"/>
                <a:gd name="T50" fmla="*/ 151 w 172"/>
                <a:gd name="T51" fmla="*/ 386 h 650"/>
                <a:gd name="T52" fmla="*/ 19 w 172"/>
                <a:gd name="T53" fmla="*/ 399 h 650"/>
                <a:gd name="T54" fmla="*/ 19 w 172"/>
                <a:gd name="T55" fmla="*/ 386 h 650"/>
                <a:gd name="T56" fmla="*/ 104 w 172"/>
                <a:gd name="T57" fmla="*/ 357 h 650"/>
                <a:gd name="T58" fmla="*/ 19 w 172"/>
                <a:gd name="T59" fmla="*/ 345 h 650"/>
                <a:gd name="T60" fmla="*/ 57 w 172"/>
                <a:gd name="T61" fmla="*/ 345 h 650"/>
                <a:gd name="T62" fmla="*/ 65 w 172"/>
                <a:gd name="T63" fmla="*/ 316 h 650"/>
                <a:gd name="T64" fmla="*/ 65 w 172"/>
                <a:gd name="T65" fmla="*/ 303 h 650"/>
                <a:gd name="T66" fmla="*/ 151 w 172"/>
                <a:gd name="T67" fmla="*/ 316 h 650"/>
                <a:gd name="T68" fmla="*/ 19 w 172"/>
                <a:gd name="T69" fmla="*/ 303 h 650"/>
                <a:gd name="T70" fmla="*/ 57 w 172"/>
                <a:gd name="T71" fmla="*/ 303 h 650"/>
                <a:gd name="T72" fmla="*/ 65 w 172"/>
                <a:gd name="T73" fmla="*/ 274 h 650"/>
                <a:gd name="T74" fmla="*/ 65 w 172"/>
                <a:gd name="T75" fmla="*/ 262 h 650"/>
                <a:gd name="T76" fmla="*/ 57 w 172"/>
                <a:gd name="T77" fmla="*/ 274 h 650"/>
                <a:gd name="T78" fmla="*/ 65 w 172"/>
                <a:gd name="T79" fmla="*/ 220 h 650"/>
                <a:gd name="T80" fmla="*/ 104 w 172"/>
                <a:gd name="T81" fmla="*/ 220 h 650"/>
                <a:gd name="T82" fmla="*/ 112 w 172"/>
                <a:gd name="T83" fmla="*/ 233 h 650"/>
                <a:gd name="T84" fmla="*/ 112 w 172"/>
                <a:gd name="T85" fmla="*/ 220 h 650"/>
                <a:gd name="T86" fmla="*/ 57 w 172"/>
                <a:gd name="T87" fmla="*/ 233 h 650"/>
                <a:gd name="T88" fmla="*/ 112 w 172"/>
                <a:gd name="T89" fmla="*/ 179 h 650"/>
                <a:gd name="T90" fmla="*/ 151 w 172"/>
                <a:gd name="T91" fmla="*/ 179 h 650"/>
                <a:gd name="T92" fmla="*/ 19 w 172"/>
                <a:gd name="T93" fmla="*/ 191 h 650"/>
                <a:gd name="T94" fmla="*/ 19 w 172"/>
                <a:gd name="T95" fmla="*/ 179 h 650"/>
                <a:gd name="T96" fmla="*/ 104 w 172"/>
                <a:gd name="T97" fmla="*/ 150 h 650"/>
                <a:gd name="T98" fmla="*/ 112 w 172"/>
                <a:gd name="T99" fmla="*/ 137 h 650"/>
                <a:gd name="T100" fmla="*/ 151 w 172"/>
                <a:gd name="T101" fmla="*/ 137 h 650"/>
                <a:gd name="T102" fmla="*/ 19 w 172"/>
                <a:gd name="T103" fmla="*/ 150 h 650"/>
                <a:gd name="T104" fmla="*/ 19 w 172"/>
                <a:gd name="T105" fmla="*/ 137 h 650"/>
                <a:gd name="T106" fmla="*/ 104 w 172"/>
                <a:gd name="T107" fmla="*/ 108 h 650"/>
                <a:gd name="T108" fmla="*/ 112 w 172"/>
                <a:gd name="T109" fmla="*/ 96 h 650"/>
                <a:gd name="T110" fmla="*/ 151 w 172"/>
                <a:gd name="T111" fmla="*/ 96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72" h="650">
                  <a:moveTo>
                    <a:pt x="0" y="2"/>
                  </a:moveTo>
                  <a:cubicBezTo>
                    <a:pt x="44" y="17"/>
                    <a:pt x="44" y="17"/>
                    <a:pt x="44" y="17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33" y="49"/>
                    <a:pt x="133" y="49"/>
                    <a:pt x="133" y="49"/>
                  </a:cubicBezTo>
                  <a:cubicBezTo>
                    <a:pt x="172" y="63"/>
                    <a:pt x="172" y="63"/>
                    <a:pt x="172" y="63"/>
                  </a:cubicBezTo>
                  <a:cubicBezTo>
                    <a:pt x="172" y="650"/>
                    <a:pt x="172" y="650"/>
                    <a:pt x="172" y="650"/>
                  </a:cubicBezTo>
                  <a:cubicBezTo>
                    <a:pt x="0" y="650"/>
                    <a:pt x="0" y="650"/>
                    <a:pt x="0" y="650"/>
                  </a:cubicBezTo>
                  <a:cubicBezTo>
                    <a:pt x="0" y="2"/>
                    <a:pt x="0" y="2"/>
                    <a:pt x="0" y="2"/>
                  </a:cubicBezTo>
                  <a:close/>
                  <a:moveTo>
                    <a:pt x="65" y="594"/>
                  </a:moveTo>
                  <a:cubicBezTo>
                    <a:pt x="65" y="606"/>
                    <a:pt x="65" y="606"/>
                    <a:pt x="65" y="606"/>
                  </a:cubicBezTo>
                  <a:cubicBezTo>
                    <a:pt x="104" y="606"/>
                    <a:pt x="104" y="606"/>
                    <a:pt x="104" y="606"/>
                  </a:cubicBezTo>
                  <a:cubicBezTo>
                    <a:pt x="104" y="594"/>
                    <a:pt x="104" y="594"/>
                    <a:pt x="104" y="594"/>
                  </a:cubicBezTo>
                  <a:cubicBezTo>
                    <a:pt x="65" y="594"/>
                    <a:pt x="65" y="594"/>
                    <a:pt x="65" y="594"/>
                  </a:cubicBezTo>
                  <a:close/>
                  <a:moveTo>
                    <a:pt x="112" y="594"/>
                  </a:moveTo>
                  <a:cubicBezTo>
                    <a:pt x="112" y="606"/>
                    <a:pt x="112" y="606"/>
                    <a:pt x="112" y="606"/>
                  </a:cubicBezTo>
                  <a:cubicBezTo>
                    <a:pt x="151" y="606"/>
                    <a:pt x="151" y="606"/>
                    <a:pt x="151" y="606"/>
                  </a:cubicBezTo>
                  <a:cubicBezTo>
                    <a:pt x="151" y="594"/>
                    <a:pt x="151" y="594"/>
                    <a:pt x="151" y="594"/>
                  </a:cubicBezTo>
                  <a:cubicBezTo>
                    <a:pt x="112" y="594"/>
                    <a:pt x="112" y="594"/>
                    <a:pt x="112" y="594"/>
                  </a:cubicBezTo>
                  <a:close/>
                  <a:moveTo>
                    <a:pt x="19" y="594"/>
                  </a:moveTo>
                  <a:cubicBezTo>
                    <a:pt x="19" y="606"/>
                    <a:pt x="19" y="606"/>
                    <a:pt x="19" y="606"/>
                  </a:cubicBezTo>
                  <a:cubicBezTo>
                    <a:pt x="57" y="606"/>
                    <a:pt x="57" y="606"/>
                    <a:pt x="57" y="606"/>
                  </a:cubicBezTo>
                  <a:cubicBezTo>
                    <a:pt x="57" y="594"/>
                    <a:pt x="57" y="594"/>
                    <a:pt x="57" y="594"/>
                  </a:cubicBezTo>
                  <a:cubicBezTo>
                    <a:pt x="19" y="594"/>
                    <a:pt x="19" y="594"/>
                    <a:pt x="19" y="594"/>
                  </a:cubicBezTo>
                  <a:close/>
                  <a:moveTo>
                    <a:pt x="65" y="552"/>
                  </a:moveTo>
                  <a:cubicBezTo>
                    <a:pt x="65" y="556"/>
                    <a:pt x="65" y="560"/>
                    <a:pt x="65" y="565"/>
                  </a:cubicBezTo>
                  <a:cubicBezTo>
                    <a:pt x="78" y="565"/>
                    <a:pt x="91" y="565"/>
                    <a:pt x="104" y="565"/>
                  </a:cubicBezTo>
                  <a:cubicBezTo>
                    <a:pt x="104" y="560"/>
                    <a:pt x="104" y="556"/>
                    <a:pt x="104" y="552"/>
                  </a:cubicBezTo>
                  <a:cubicBezTo>
                    <a:pt x="91" y="552"/>
                    <a:pt x="78" y="552"/>
                    <a:pt x="65" y="552"/>
                  </a:cubicBezTo>
                  <a:close/>
                  <a:moveTo>
                    <a:pt x="112" y="552"/>
                  </a:moveTo>
                  <a:cubicBezTo>
                    <a:pt x="112" y="556"/>
                    <a:pt x="112" y="560"/>
                    <a:pt x="112" y="565"/>
                  </a:cubicBezTo>
                  <a:cubicBezTo>
                    <a:pt x="125" y="565"/>
                    <a:pt x="138" y="565"/>
                    <a:pt x="151" y="565"/>
                  </a:cubicBezTo>
                  <a:cubicBezTo>
                    <a:pt x="151" y="560"/>
                    <a:pt x="151" y="556"/>
                    <a:pt x="151" y="552"/>
                  </a:cubicBezTo>
                  <a:cubicBezTo>
                    <a:pt x="138" y="552"/>
                    <a:pt x="125" y="552"/>
                    <a:pt x="112" y="552"/>
                  </a:cubicBezTo>
                  <a:close/>
                  <a:moveTo>
                    <a:pt x="65" y="511"/>
                  </a:moveTo>
                  <a:cubicBezTo>
                    <a:pt x="65" y="515"/>
                    <a:pt x="65" y="519"/>
                    <a:pt x="65" y="523"/>
                  </a:cubicBezTo>
                  <a:cubicBezTo>
                    <a:pt x="78" y="523"/>
                    <a:pt x="91" y="523"/>
                    <a:pt x="104" y="523"/>
                  </a:cubicBezTo>
                  <a:cubicBezTo>
                    <a:pt x="104" y="519"/>
                    <a:pt x="104" y="515"/>
                    <a:pt x="104" y="511"/>
                  </a:cubicBezTo>
                  <a:cubicBezTo>
                    <a:pt x="91" y="511"/>
                    <a:pt x="78" y="511"/>
                    <a:pt x="65" y="511"/>
                  </a:cubicBezTo>
                  <a:close/>
                  <a:moveTo>
                    <a:pt x="112" y="511"/>
                  </a:moveTo>
                  <a:cubicBezTo>
                    <a:pt x="112" y="515"/>
                    <a:pt x="112" y="519"/>
                    <a:pt x="112" y="523"/>
                  </a:cubicBezTo>
                  <a:cubicBezTo>
                    <a:pt x="125" y="523"/>
                    <a:pt x="138" y="523"/>
                    <a:pt x="151" y="523"/>
                  </a:cubicBezTo>
                  <a:cubicBezTo>
                    <a:pt x="151" y="519"/>
                    <a:pt x="151" y="515"/>
                    <a:pt x="151" y="511"/>
                  </a:cubicBezTo>
                  <a:cubicBezTo>
                    <a:pt x="138" y="511"/>
                    <a:pt x="125" y="511"/>
                    <a:pt x="112" y="511"/>
                  </a:cubicBezTo>
                  <a:close/>
                  <a:moveTo>
                    <a:pt x="65" y="469"/>
                  </a:moveTo>
                  <a:cubicBezTo>
                    <a:pt x="65" y="473"/>
                    <a:pt x="65" y="478"/>
                    <a:pt x="65" y="482"/>
                  </a:cubicBezTo>
                  <a:cubicBezTo>
                    <a:pt x="78" y="482"/>
                    <a:pt x="91" y="482"/>
                    <a:pt x="104" y="482"/>
                  </a:cubicBezTo>
                  <a:cubicBezTo>
                    <a:pt x="104" y="478"/>
                    <a:pt x="104" y="473"/>
                    <a:pt x="104" y="469"/>
                  </a:cubicBezTo>
                  <a:cubicBezTo>
                    <a:pt x="91" y="469"/>
                    <a:pt x="78" y="469"/>
                    <a:pt x="65" y="469"/>
                  </a:cubicBezTo>
                  <a:close/>
                  <a:moveTo>
                    <a:pt x="112" y="469"/>
                  </a:moveTo>
                  <a:cubicBezTo>
                    <a:pt x="112" y="473"/>
                    <a:pt x="112" y="478"/>
                    <a:pt x="112" y="482"/>
                  </a:cubicBezTo>
                  <a:cubicBezTo>
                    <a:pt x="125" y="482"/>
                    <a:pt x="138" y="482"/>
                    <a:pt x="151" y="482"/>
                  </a:cubicBezTo>
                  <a:cubicBezTo>
                    <a:pt x="151" y="478"/>
                    <a:pt x="151" y="473"/>
                    <a:pt x="151" y="469"/>
                  </a:cubicBezTo>
                  <a:cubicBezTo>
                    <a:pt x="138" y="469"/>
                    <a:pt x="125" y="469"/>
                    <a:pt x="112" y="469"/>
                  </a:cubicBezTo>
                  <a:close/>
                  <a:moveTo>
                    <a:pt x="19" y="469"/>
                  </a:moveTo>
                  <a:cubicBezTo>
                    <a:pt x="19" y="473"/>
                    <a:pt x="19" y="478"/>
                    <a:pt x="19" y="482"/>
                  </a:cubicBezTo>
                  <a:cubicBezTo>
                    <a:pt x="31" y="482"/>
                    <a:pt x="44" y="482"/>
                    <a:pt x="57" y="482"/>
                  </a:cubicBezTo>
                  <a:cubicBezTo>
                    <a:pt x="57" y="478"/>
                    <a:pt x="57" y="473"/>
                    <a:pt x="57" y="469"/>
                  </a:cubicBezTo>
                  <a:cubicBezTo>
                    <a:pt x="44" y="469"/>
                    <a:pt x="31" y="469"/>
                    <a:pt x="19" y="469"/>
                  </a:cubicBezTo>
                  <a:close/>
                  <a:moveTo>
                    <a:pt x="112" y="428"/>
                  </a:moveTo>
                  <a:cubicBezTo>
                    <a:pt x="112" y="432"/>
                    <a:pt x="112" y="436"/>
                    <a:pt x="112" y="440"/>
                  </a:cubicBezTo>
                  <a:cubicBezTo>
                    <a:pt x="125" y="440"/>
                    <a:pt x="138" y="440"/>
                    <a:pt x="151" y="440"/>
                  </a:cubicBezTo>
                  <a:cubicBezTo>
                    <a:pt x="151" y="436"/>
                    <a:pt x="151" y="432"/>
                    <a:pt x="151" y="428"/>
                  </a:cubicBezTo>
                  <a:cubicBezTo>
                    <a:pt x="138" y="428"/>
                    <a:pt x="125" y="428"/>
                    <a:pt x="112" y="428"/>
                  </a:cubicBezTo>
                  <a:close/>
                  <a:moveTo>
                    <a:pt x="19" y="428"/>
                  </a:moveTo>
                  <a:cubicBezTo>
                    <a:pt x="19" y="432"/>
                    <a:pt x="19" y="436"/>
                    <a:pt x="19" y="440"/>
                  </a:cubicBezTo>
                  <a:cubicBezTo>
                    <a:pt x="31" y="440"/>
                    <a:pt x="44" y="440"/>
                    <a:pt x="57" y="440"/>
                  </a:cubicBezTo>
                  <a:cubicBezTo>
                    <a:pt x="57" y="436"/>
                    <a:pt x="57" y="432"/>
                    <a:pt x="57" y="428"/>
                  </a:cubicBezTo>
                  <a:cubicBezTo>
                    <a:pt x="44" y="428"/>
                    <a:pt x="31" y="428"/>
                    <a:pt x="19" y="428"/>
                  </a:cubicBezTo>
                  <a:close/>
                  <a:moveTo>
                    <a:pt x="65" y="386"/>
                  </a:moveTo>
                  <a:cubicBezTo>
                    <a:pt x="65" y="390"/>
                    <a:pt x="65" y="395"/>
                    <a:pt x="65" y="399"/>
                  </a:cubicBezTo>
                  <a:cubicBezTo>
                    <a:pt x="78" y="399"/>
                    <a:pt x="91" y="399"/>
                    <a:pt x="104" y="399"/>
                  </a:cubicBezTo>
                  <a:cubicBezTo>
                    <a:pt x="104" y="395"/>
                    <a:pt x="104" y="390"/>
                    <a:pt x="104" y="386"/>
                  </a:cubicBezTo>
                  <a:cubicBezTo>
                    <a:pt x="91" y="386"/>
                    <a:pt x="78" y="386"/>
                    <a:pt x="65" y="386"/>
                  </a:cubicBezTo>
                  <a:close/>
                  <a:moveTo>
                    <a:pt x="112" y="386"/>
                  </a:moveTo>
                  <a:cubicBezTo>
                    <a:pt x="112" y="390"/>
                    <a:pt x="112" y="395"/>
                    <a:pt x="112" y="399"/>
                  </a:cubicBezTo>
                  <a:cubicBezTo>
                    <a:pt x="125" y="399"/>
                    <a:pt x="138" y="399"/>
                    <a:pt x="151" y="399"/>
                  </a:cubicBezTo>
                  <a:cubicBezTo>
                    <a:pt x="151" y="395"/>
                    <a:pt x="151" y="390"/>
                    <a:pt x="151" y="386"/>
                  </a:cubicBezTo>
                  <a:cubicBezTo>
                    <a:pt x="138" y="386"/>
                    <a:pt x="125" y="386"/>
                    <a:pt x="112" y="386"/>
                  </a:cubicBezTo>
                  <a:close/>
                  <a:moveTo>
                    <a:pt x="19" y="386"/>
                  </a:moveTo>
                  <a:cubicBezTo>
                    <a:pt x="19" y="390"/>
                    <a:pt x="19" y="395"/>
                    <a:pt x="19" y="399"/>
                  </a:cubicBezTo>
                  <a:cubicBezTo>
                    <a:pt x="31" y="399"/>
                    <a:pt x="44" y="399"/>
                    <a:pt x="57" y="399"/>
                  </a:cubicBezTo>
                  <a:cubicBezTo>
                    <a:pt x="57" y="395"/>
                    <a:pt x="57" y="390"/>
                    <a:pt x="57" y="386"/>
                  </a:cubicBezTo>
                  <a:cubicBezTo>
                    <a:pt x="44" y="386"/>
                    <a:pt x="31" y="386"/>
                    <a:pt x="19" y="386"/>
                  </a:cubicBezTo>
                  <a:close/>
                  <a:moveTo>
                    <a:pt x="65" y="345"/>
                  </a:moveTo>
                  <a:cubicBezTo>
                    <a:pt x="65" y="349"/>
                    <a:pt x="65" y="353"/>
                    <a:pt x="65" y="357"/>
                  </a:cubicBezTo>
                  <a:cubicBezTo>
                    <a:pt x="78" y="357"/>
                    <a:pt x="91" y="357"/>
                    <a:pt x="104" y="357"/>
                  </a:cubicBezTo>
                  <a:cubicBezTo>
                    <a:pt x="104" y="353"/>
                    <a:pt x="104" y="349"/>
                    <a:pt x="104" y="345"/>
                  </a:cubicBezTo>
                  <a:cubicBezTo>
                    <a:pt x="91" y="345"/>
                    <a:pt x="78" y="345"/>
                    <a:pt x="65" y="345"/>
                  </a:cubicBezTo>
                  <a:close/>
                  <a:moveTo>
                    <a:pt x="19" y="345"/>
                  </a:moveTo>
                  <a:cubicBezTo>
                    <a:pt x="19" y="349"/>
                    <a:pt x="19" y="353"/>
                    <a:pt x="19" y="357"/>
                  </a:cubicBezTo>
                  <a:cubicBezTo>
                    <a:pt x="31" y="357"/>
                    <a:pt x="44" y="357"/>
                    <a:pt x="57" y="357"/>
                  </a:cubicBezTo>
                  <a:cubicBezTo>
                    <a:pt x="57" y="353"/>
                    <a:pt x="57" y="349"/>
                    <a:pt x="57" y="345"/>
                  </a:cubicBezTo>
                  <a:cubicBezTo>
                    <a:pt x="44" y="345"/>
                    <a:pt x="31" y="345"/>
                    <a:pt x="19" y="345"/>
                  </a:cubicBezTo>
                  <a:close/>
                  <a:moveTo>
                    <a:pt x="65" y="303"/>
                  </a:moveTo>
                  <a:cubicBezTo>
                    <a:pt x="65" y="308"/>
                    <a:pt x="65" y="312"/>
                    <a:pt x="65" y="316"/>
                  </a:cubicBezTo>
                  <a:cubicBezTo>
                    <a:pt x="78" y="316"/>
                    <a:pt x="91" y="316"/>
                    <a:pt x="104" y="316"/>
                  </a:cubicBezTo>
                  <a:cubicBezTo>
                    <a:pt x="104" y="312"/>
                    <a:pt x="104" y="308"/>
                    <a:pt x="104" y="303"/>
                  </a:cubicBezTo>
                  <a:cubicBezTo>
                    <a:pt x="91" y="303"/>
                    <a:pt x="78" y="303"/>
                    <a:pt x="65" y="303"/>
                  </a:cubicBezTo>
                  <a:close/>
                  <a:moveTo>
                    <a:pt x="112" y="303"/>
                  </a:moveTo>
                  <a:cubicBezTo>
                    <a:pt x="112" y="308"/>
                    <a:pt x="112" y="312"/>
                    <a:pt x="112" y="316"/>
                  </a:cubicBezTo>
                  <a:cubicBezTo>
                    <a:pt x="125" y="316"/>
                    <a:pt x="138" y="316"/>
                    <a:pt x="151" y="316"/>
                  </a:cubicBezTo>
                  <a:cubicBezTo>
                    <a:pt x="151" y="312"/>
                    <a:pt x="151" y="308"/>
                    <a:pt x="151" y="303"/>
                  </a:cubicBezTo>
                  <a:cubicBezTo>
                    <a:pt x="138" y="303"/>
                    <a:pt x="125" y="303"/>
                    <a:pt x="112" y="303"/>
                  </a:cubicBezTo>
                  <a:close/>
                  <a:moveTo>
                    <a:pt x="19" y="303"/>
                  </a:moveTo>
                  <a:cubicBezTo>
                    <a:pt x="19" y="308"/>
                    <a:pt x="19" y="312"/>
                    <a:pt x="19" y="316"/>
                  </a:cubicBezTo>
                  <a:cubicBezTo>
                    <a:pt x="31" y="316"/>
                    <a:pt x="44" y="316"/>
                    <a:pt x="57" y="316"/>
                  </a:cubicBezTo>
                  <a:cubicBezTo>
                    <a:pt x="57" y="312"/>
                    <a:pt x="57" y="308"/>
                    <a:pt x="57" y="303"/>
                  </a:cubicBezTo>
                  <a:cubicBezTo>
                    <a:pt x="44" y="303"/>
                    <a:pt x="31" y="303"/>
                    <a:pt x="19" y="303"/>
                  </a:cubicBezTo>
                  <a:close/>
                  <a:moveTo>
                    <a:pt x="65" y="262"/>
                  </a:moveTo>
                  <a:cubicBezTo>
                    <a:pt x="65" y="266"/>
                    <a:pt x="65" y="270"/>
                    <a:pt x="65" y="274"/>
                  </a:cubicBezTo>
                  <a:cubicBezTo>
                    <a:pt x="78" y="274"/>
                    <a:pt x="91" y="274"/>
                    <a:pt x="104" y="274"/>
                  </a:cubicBezTo>
                  <a:cubicBezTo>
                    <a:pt x="104" y="270"/>
                    <a:pt x="104" y="266"/>
                    <a:pt x="104" y="262"/>
                  </a:cubicBezTo>
                  <a:cubicBezTo>
                    <a:pt x="91" y="262"/>
                    <a:pt x="78" y="262"/>
                    <a:pt x="65" y="262"/>
                  </a:cubicBezTo>
                  <a:close/>
                  <a:moveTo>
                    <a:pt x="19" y="262"/>
                  </a:moveTo>
                  <a:cubicBezTo>
                    <a:pt x="19" y="266"/>
                    <a:pt x="19" y="270"/>
                    <a:pt x="19" y="274"/>
                  </a:cubicBezTo>
                  <a:cubicBezTo>
                    <a:pt x="31" y="274"/>
                    <a:pt x="44" y="274"/>
                    <a:pt x="57" y="274"/>
                  </a:cubicBezTo>
                  <a:cubicBezTo>
                    <a:pt x="57" y="270"/>
                    <a:pt x="57" y="266"/>
                    <a:pt x="57" y="262"/>
                  </a:cubicBezTo>
                  <a:cubicBezTo>
                    <a:pt x="44" y="262"/>
                    <a:pt x="31" y="262"/>
                    <a:pt x="19" y="262"/>
                  </a:cubicBezTo>
                  <a:close/>
                  <a:moveTo>
                    <a:pt x="65" y="220"/>
                  </a:moveTo>
                  <a:cubicBezTo>
                    <a:pt x="65" y="225"/>
                    <a:pt x="65" y="229"/>
                    <a:pt x="65" y="233"/>
                  </a:cubicBezTo>
                  <a:cubicBezTo>
                    <a:pt x="78" y="233"/>
                    <a:pt x="91" y="233"/>
                    <a:pt x="104" y="233"/>
                  </a:cubicBezTo>
                  <a:cubicBezTo>
                    <a:pt x="104" y="229"/>
                    <a:pt x="104" y="225"/>
                    <a:pt x="104" y="220"/>
                  </a:cubicBezTo>
                  <a:cubicBezTo>
                    <a:pt x="91" y="220"/>
                    <a:pt x="78" y="220"/>
                    <a:pt x="65" y="220"/>
                  </a:cubicBezTo>
                  <a:close/>
                  <a:moveTo>
                    <a:pt x="112" y="220"/>
                  </a:moveTo>
                  <a:cubicBezTo>
                    <a:pt x="112" y="225"/>
                    <a:pt x="112" y="229"/>
                    <a:pt x="112" y="233"/>
                  </a:cubicBezTo>
                  <a:cubicBezTo>
                    <a:pt x="125" y="233"/>
                    <a:pt x="138" y="233"/>
                    <a:pt x="151" y="233"/>
                  </a:cubicBezTo>
                  <a:cubicBezTo>
                    <a:pt x="151" y="229"/>
                    <a:pt x="151" y="225"/>
                    <a:pt x="151" y="220"/>
                  </a:cubicBezTo>
                  <a:cubicBezTo>
                    <a:pt x="138" y="220"/>
                    <a:pt x="125" y="220"/>
                    <a:pt x="112" y="220"/>
                  </a:cubicBezTo>
                  <a:close/>
                  <a:moveTo>
                    <a:pt x="19" y="220"/>
                  </a:moveTo>
                  <a:cubicBezTo>
                    <a:pt x="19" y="225"/>
                    <a:pt x="19" y="229"/>
                    <a:pt x="19" y="233"/>
                  </a:cubicBezTo>
                  <a:cubicBezTo>
                    <a:pt x="31" y="233"/>
                    <a:pt x="44" y="233"/>
                    <a:pt x="57" y="233"/>
                  </a:cubicBezTo>
                  <a:cubicBezTo>
                    <a:pt x="57" y="229"/>
                    <a:pt x="57" y="225"/>
                    <a:pt x="57" y="220"/>
                  </a:cubicBezTo>
                  <a:cubicBezTo>
                    <a:pt x="44" y="220"/>
                    <a:pt x="31" y="220"/>
                    <a:pt x="19" y="220"/>
                  </a:cubicBezTo>
                  <a:close/>
                  <a:moveTo>
                    <a:pt x="112" y="179"/>
                  </a:moveTo>
                  <a:cubicBezTo>
                    <a:pt x="112" y="183"/>
                    <a:pt x="112" y="187"/>
                    <a:pt x="112" y="191"/>
                  </a:cubicBezTo>
                  <a:cubicBezTo>
                    <a:pt x="125" y="191"/>
                    <a:pt x="138" y="191"/>
                    <a:pt x="151" y="191"/>
                  </a:cubicBezTo>
                  <a:cubicBezTo>
                    <a:pt x="151" y="187"/>
                    <a:pt x="151" y="183"/>
                    <a:pt x="151" y="179"/>
                  </a:cubicBezTo>
                  <a:cubicBezTo>
                    <a:pt x="138" y="179"/>
                    <a:pt x="125" y="179"/>
                    <a:pt x="112" y="179"/>
                  </a:cubicBezTo>
                  <a:close/>
                  <a:moveTo>
                    <a:pt x="19" y="179"/>
                  </a:moveTo>
                  <a:cubicBezTo>
                    <a:pt x="19" y="183"/>
                    <a:pt x="19" y="187"/>
                    <a:pt x="19" y="191"/>
                  </a:cubicBezTo>
                  <a:cubicBezTo>
                    <a:pt x="31" y="191"/>
                    <a:pt x="44" y="191"/>
                    <a:pt x="57" y="191"/>
                  </a:cubicBezTo>
                  <a:cubicBezTo>
                    <a:pt x="57" y="187"/>
                    <a:pt x="57" y="183"/>
                    <a:pt x="57" y="179"/>
                  </a:cubicBezTo>
                  <a:cubicBezTo>
                    <a:pt x="44" y="179"/>
                    <a:pt x="31" y="179"/>
                    <a:pt x="19" y="179"/>
                  </a:cubicBezTo>
                  <a:close/>
                  <a:moveTo>
                    <a:pt x="65" y="137"/>
                  </a:moveTo>
                  <a:cubicBezTo>
                    <a:pt x="65" y="142"/>
                    <a:pt x="65" y="146"/>
                    <a:pt x="65" y="150"/>
                  </a:cubicBezTo>
                  <a:cubicBezTo>
                    <a:pt x="78" y="150"/>
                    <a:pt x="91" y="150"/>
                    <a:pt x="104" y="150"/>
                  </a:cubicBezTo>
                  <a:cubicBezTo>
                    <a:pt x="104" y="146"/>
                    <a:pt x="104" y="142"/>
                    <a:pt x="104" y="137"/>
                  </a:cubicBezTo>
                  <a:cubicBezTo>
                    <a:pt x="91" y="137"/>
                    <a:pt x="78" y="137"/>
                    <a:pt x="65" y="137"/>
                  </a:cubicBezTo>
                  <a:close/>
                  <a:moveTo>
                    <a:pt x="112" y="137"/>
                  </a:moveTo>
                  <a:cubicBezTo>
                    <a:pt x="112" y="142"/>
                    <a:pt x="112" y="146"/>
                    <a:pt x="112" y="150"/>
                  </a:cubicBezTo>
                  <a:cubicBezTo>
                    <a:pt x="125" y="150"/>
                    <a:pt x="138" y="150"/>
                    <a:pt x="151" y="150"/>
                  </a:cubicBezTo>
                  <a:cubicBezTo>
                    <a:pt x="151" y="146"/>
                    <a:pt x="151" y="142"/>
                    <a:pt x="151" y="137"/>
                  </a:cubicBezTo>
                  <a:cubicBezTo>
                    <a:pt x="138" y="137"/>
                    <a:pt x="125" y="137"/>
                    <a:pt x="112" y="137"/>
                  </a:cubicBezTo>
                  <a:close/>
                  <a:moveTo>
                    <a:pt x="19" y="137"/>
                  </a:moveTo>
                  <a:cubicBezTo>
                    <a:pt x="19" y="142"/>
                    <a:pt x="19" y="146"/>
                    <a:pt x="19" y="150"/>
                  </a:cubicBezTo>
                  <a:cubicBezTo>
                    <a:pt x="31" y="150"/>
                    <a:pt x="44" y="150"/>
                    <a:pt x="57" y="150"/>
                  </a:cubicBezTo>
                  <a:cubicBezTo>
                    <a:pt x="57" y="146"/>
                    <a:pt x="57" y="142"/>
                    <a:pt x="57" y="137"/>
                  </a:cubicBezTo>
                  <a:cubicBezTo>
                    <a:pt x="44" y="137"/>
                    <a:pt x="31" y="137"/>
                    <a:pt x="19" y="137"/>
                  </a:cubicBezTo>
                  <a:close/>
                  <a:moveTo>
                    <a:pt x="65" y="96"/>
                  </a:moveTo>
                  <a:cubicBezTo>
                    <a:pt x="65" y="108"/>
                    <a:pt x="65" y="108"/>
                    <a:pt x="65" y="108"/>
                  </a:cubicBezTo>
                  <a:cubicBezTo>
                    <a:pt x="104" y="108"/>
                    <a:pt x="104" y="108"/>
                    <a:pt x="104" y="108"/>
                  </a:cubicBezTo>
                  <a:cubicBezTo>
                    <a:pt x="104" y="96"/>
                    <a:pt x="104" y="96"/>
                    <a:pt x="104" y="96"/>
                  </a:cubicBezTo>
                  <a:cubicBezTo>
                    <a:pt x="65" y="96"/>
                    <a:pt x="65" y="96"/>
                    <a:pt x="65" y="96"/>
                  </a:cubicBezTo>
                  <a:close/>
                  <a:moveTo>
                    <a:pt x="112" y="96"/>
                  </a:moveTo>
                  <a:cubicBezTo>
                    <a:pt x="112" y="108"/>
                    <a:pt x="112" y="108"/>
                    <a:pt x="112" y="108"/>
                  </a:cubicBezTo>
                  <a:cubicBezTo>
                    <a:pt x="151" y="108"/>
                    <a:pt x="151" y="108"/>
                    <a:pt x="151" y="108"/>
                  </a:cubicBezTo>
                  <a:cubicBezTo>
                    <a:pt x="151" y="96"/>
                    <a:pt x="151" y="96"/>
                    <a:pt x="151" y="96"/>
                  </a:cubicBezTo>
                  <a:lnTo>
                    <a:pt x="112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8" name="ïṩ1ïdè"/>
            <p:cNvSpPr/>
            <p:nvPr userDrawn="1"/>
          </p:nvSpPr>
          <p:spPr bwMode="auto">
            <a:xfrm>
              <a:off x="3902075" y="3286125"/>
              <a:ext cx="436563" cy="884238"/>
            </a:xfrm>
            <a:custGeom>
              <a:avLst/>
              <a:gdLst>
                <a:gd name="T0" fmla="*/ 0 w 270"/>
                <a:gd name="T1" fmla="*/ 79 h 546"/>
                <a:gd name="T2" fmla="*/ 156 w 270"/>
                <a:gd name="T3" fmla="*/ 24 h 546"/>
                <a:gd name="T4" fmla="*/ 270 w 270"/>
                <a:gd name="T5" fmla="*/ 95 h 546"/>
                <a:gd name="T6" fmla="*/ 93 w 270"/>
                <a:gd name="T7" fmla="*/ 474 h 546"/>
                <a:gd name="T8" fmla="*/ 93 w 270"/>
                <a:gd name="T9" fmla="*/ 145 h 546"/>
                <a:gd name="T10" fmla="*/ 56 w 270"/>
                <a:gd name="T11" fmla="*/ 145 h 546"/>
                <a:gd name="T12" fmla="*/ 129 w 270"/>
                <a:gd name="T13" fmla="*/ 145 h 546"/>
                <a:gd name="T14" fmla="*/ 165 w 270"/>
                <a:gd name="T15" fmla="*/ 145 h 546"/>
                <a:gd name="T16" fmla="*/ 202 w 270"/>
                <a:gd name="T17" fmla="*/ 145 h 546"/>
                <a:gd name="T18" fmla="*/ 238 w 270"/>
                <a:gd name="T19" fmla="*/ 145 h 546"/>
                <a:gd name="T20" fmla="*/ 93 w 270"/>
                <a:gd name="T21" fmla="*/ 181 h 546"/>
                <a:gd name="T22" fmla="*/ 56 w 270"/>
                <a:gd name="T23" fmla="*/ 181 h 546"/>
                <a:gd name="T24" fmla="*/ 129 w 270"/>
                <a:gd name="T25" fmla="*/ 181 h 546"/>
                <a:gd name="T26" fmla="*/ 165 w 270"/>
                <a:gd name="T27" fmla="*/ 181 h 546"/>
                <a:gd name="T28" fmla="*/ 202 w 270"/>
                <a:gd name="T29" fmla="*/ 181 h 546"/>
                <a:gd name="T30" fmla="*/ 238 w 270"/>
                <a:gd name="T31" fmla="*/ 181 h 546"/>
                <a:gd name="T32" fmla="*/ 93 w 270"/>
                <a:gd name="T33" fmla="*/ 218 h 546"/>
                <a:gd name="T34" fmla="*/ 56 w 270"/>
                <a:gd name="T35" fmla="*/ 218 h 546"/>
                <a:gd name="T36" fmla="*/ 129 w 270"/>
                <a:gd name="T37" fmla="*/ 218 h 546"/>
                <a:gd name="T38" fmla="*/ 165 w 270"/>
                <a:gd name="T39" fmla="*/ 218 h 546"/>
                <a:gd name="T40" fmla="*/ 202 w 270"/>
                <a:gd name="T41" fmla="*/ 218 h 546"/>
                <a:gd name="T42" fmla="*/ 238 w 270"/>
                <a:gd name="T43" fmla="*/ 218 h 546"/>
                <a:gd name="T44" fmla="*/ 93 w 270"/>
                <a:gd name="T45" fmla="*/ 255 h 546"/>
                <a:gd name="T46" fmla="*/ 56 w 270"/>
                <a:gd name="T47" fmla="*/ 255 h 546"/>
                <a:gd name="T48" fmla="*/ 129 w 270"/>
                <a:gd name="T49" fmla="*/ 255 h 546"/>
                <a:gd name="T50" fmla="*/ 165 w 270"/>
                <a:gd name="T51" fmla="*/ 255 h 546"/>
                <a:gd name="T52" fmla="*/ 202 w 270"/>
                <a:gd name="T53" fmla="*/ 255 h 546"/>
                <a:gd name="T54" fmla="*/ 238 w 270"/>
                <a:gd name="T55" fmla="*/ 255 h 546"/>
                <a:gd name="T56" fmla="*/ 93 w 270"/>
                <a:gd name="T57" fmla="*/ 291 h 546"/>
                <a:gd name="T58" fmla="*/ 56 w 270"/>
                <a:gd name="T59" fmla="*/ 291 h 546"/>
                <a:gd name="T60" fmla="*/ 129 w 270"/>
                <a:gd name="T61" fmla="*/ 291 h 546"/>
                <a:gd name="T62" fmla="*/ 165 w 270"/>
                <a:gd name="T63" fmla="*/ 291 h 546"/>
                <a:gd name="T64" fmla="*/ 202 w 270"/>
                <a:gd name="T65" fmla="*/ 291 h 546"/>
                <a:gd name="T66" fmla="*/ 238 w 270"/>
                <a:gd name="T67" fmla="*/ 291 h 546"/>
                <a:gd name="T68" fmla="*/ 93 w 270"/>
                <a:gd name="T69" fmla="*/ 328 h 546"/>
                <a:gd name="T70" fmla="*/ 56 w 270"/>
                <a:gd name="T71" fmla="*/ 328 h 546"/>
                <a:gd name="T72" fmla="*/ 129 w 270"/>
                <a:gd name="T73" fmla="*/ 328 h 546"/>
                <a:gd name="T74" fmla="*/ 165 w 270"/>
                <a:gd name="T75" fmla="*/ 328 h 546"/>
                <a:gd name="T76" fmla="*/ 202 w 270"/>
                <a:gd name="T77" fmla="*/ 328 h 546"/>
                <a:gd name="T78" fmla="*/ 238 w 270"/>
                <a:gd name="T79" fmla="*/ 328 h 546"/>
                <a:gd name="T80" fmla="*/ 93 w 270"/>
                <a:gd name="T81" fmla="*/ 364 h 546"/>
                <a:gd name="T82" fmla="*/ 56 w 270"/>
                <a:gd name="T83" fmla="*/ 364 h 546"/>
                <a:gd name="T84" fmla="*/ 129 w 270"/>
                <a:gd name="T85" fmla="*/ 364 h 546"/>
                <a:gd name="T86" fmla="*/ 165 w 270"/>
                <a:gd name="T87" fmla="*/ 364 h 546"/>
                <a:gd name="T88" fmla="*/ 202 w 270"/>
                <a:gd name="T89" fmla="*/ 364 h 546"/>
                <a:gd name="T90" fmla="*/ 238 w 270"/>
                <a:gd name="T91" fmla="*/ 364 h 546"/>
                <a:gd name="T92" fmla="*/ 93 w 270"/>
                <a:gd name="T93" fmla="*/ 401 h 546"/>
                <a:gd name="T94" fmla="*/ 56 w 270"/>
                <a:gd name="T95" fmla="*/ 401 h 546"/>
                <a:gd name="T96" fmla="*/ 129 w 270"/>
                <a:gd name="T97" fmla="*/ 401 h 546"/>
                <a:gd name="T98" fmla="*/ 165 w 270"/>
                <a:gd name="T99" fmla="*/ 401 h 546"/>
                <a:gd name="T100" fmla="*/ 202 w 270"/>
                <a:gd name="T101" fmla="*/ 401 h 546"/>
                <a:gd name="T102" fmla="*/ 238 w 270"/>
                <a:gd name="T103" fmla="*/ 401 h 546"/>
                <a:gd name="T104" fmla="*/ 93 w 270"/>
                <a:gd name="T105" fmla="*/ 438 h 546"/>
                <a:gd name="T106" fmla="*/ 56 w 270"/>
                <a:gd name="T107" fmla="*/ 438 h 546"/>
                <a:gd name="T108" fmla="*/ 129 w 270"/>
                <a:gd name="T109" fmla="*/ 438 h 546"/>
                <a:gd name="T110" fmla="*/ 165 w 270"/>
                <a:gd name="T111" fmla="*/ 438 h 546"/>
                <a:gd name="T112" fmla="*/ 202 w 270"/>
                <a:gd name="T113" fmla="*/ 438 h 546"/>
                <a:gd name="T114" fmla="*/ 238 w 270"/>
                <a:gd name="T115" fmla="*/ 438 h 546"/>
                <a:gd name="T116" fmla="*/ 56 w 270"/>
                <a:gd name="T117" fmla="*/ 474 h 546"/>
                <a:gd name="T118" fmla="*/ 129 w 270"/>
                <a:gd name="T119" fmla="*/ 474 h 546"/>
                <a:gd name="T120" fmla="*/ 165 w 270"/>
                <a:gd name="T121" fmla="*/ 474 h 546"/>
                <a:gd name="T122" fmla="*/ 202 w 270"/>
                <a:gd name="T123" fmla="*/ 474 h 546"/>
                <a:gd name="T124" fmla="*/ 238 w 270"/>
                <a:gd name="T125" fmla="*/ 474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0" h="546">
                  <a:moveTo>
                    <a:pt x="266" y="546"/>
                  </a:moveTo>
                  <a:cubicBezTo>
                    <a:pt x="4" y="546"/>
                    <a:pt x="4" y="546"/>
                    <a:pt x="4" y="546"/>
                  </a:cubicBezTo>
                  <a:cubicBezTo>
                    <a:pt x="4" y="95"/>
                    <a:pt x="4" y="95"/>
                    <a:pt x="4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56" y="24"/>
                    <a:pt x="156" y="24"/>
                    <a:pt x="156" y="24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79"/>
                    <a:pt x="168" y="79"/>
                    <a:pt x="168" y="79"/>
                  </a:cubicBezTo>
                  <a:cubicBezTo>
                    <a:pt x="270" y="79"/>
                    <a:pt x="270" y="79"/>
                    <a:pt x="270" y="79"/>
                  </a:cubicBezTo>
                  <a:cubicBezTo>
                    <a:pt x="270" y="95"/>
                    <a:pt x="270" y="95"/>
                    <a:pt x="270" y="95"/>
                  </a:cubicBezTo>
                  <a:cubicBezTo>
                    <a:pt x="266" y="95"/>
                    <a:pt x="266" y="95"/>
                    <a:pt x="266" y="95"/>
                  </a:cubicBezTo>
                  <a:cubicBezTo>
                    <a:pt x="266" y="546"/>
                    <a:pt x="266" y="546"/>
                    <a:pt x="266" y="546"/>
                  </a:cubicBezTo>
                  <a:close/>
                  <a:moveTo>
                    <a:pt x="67" y="453"/>
                  </a:moveTo>
                  <a:cubicBezTo>
                    <a:pt x="67" y="460"/>
                    <a:pt x="67" y="467"/>
                    <a:pt x="67" y="474"/>
                  </a:cubicBezTo>
                  <a:cubicBezTo>
                    <a:pt x="75" y="474"/>
                    <a:pt x="84" y="474"/>
                    <a:pt x="93" y="474"/>
                  </a:cubicBezTo>
                  <a:cubicBezTo>
                    <a:pt x="93" y="467"/>
                    <a:pt x="93" y="460"/>
                    <a:pt x="93" y="453"/>
                  </a:cubicBezTo>
                  <a:cubicBezTo>
                    <a:pt x="84" y="453"/>
                    <a:pt x="75" y="453"/>
                    <a:pt x="67" y="453"/>
                  </a:cubicBezTo>
                  <a:close/>
                  <a:moveTo>
                    <a:pt x="67" y="124"/>
                  </a:moveTo>
                  <a:cubicBezTo>
                    <a:pt x="67" y="131"/>
                    <a:pt x="67" y="138"/>
                    <a:pt x="67" y="145"/>
                  </a:cubicBezTo>
                  <a:cubicBezTo>
                    <a:pt x="75" y="145"/>
                    <a:pt x="84" y="145"/>
                    <a:pt x="93" y="145"/>
                  </a:cubicBezTo>
                  <a:cubicBezTo>
                    <a:pt x="93" y="138"/>
                    <a:pt x="93" y="131"/>
                    <a:pt x="93" y="124"/>
                  </a:cubicBezTo>
                  <a:cubicBezTo>
                    <a:pt x="84" y="124"/>
                    <a:pt x="75" y="124"/>
                    <a:pt x="67" y="124"/>
                  </a:cubicBezTo>
                  <a:close/>
                  <a:moveTo>
                    <a:pt x="31" y="124"/>
                  </a:moveTo>
                  <a:cubicBezTo>
                    <a:pt x="31" y="145"/>
                    <a:pt x="31" y="145"/>
                    <a:pt x="31" y="145"/>
                  </a:cubicBezTo>
                  <a:cubicBezTo>
                    <a:pt x="56" y="145"/>
                    <a:pt x="56" y="145"/>
                    <a:pt x="56" y="145"/>
                  </a:cubicBezTo>
                  <a:cubicBezTo>
                    <a:pt x="56" y="124"/>
                    <a:pt x="56" y="124"/>
                    <a:pt x="56" y="124"/>
                  </a:cubicBezTo>
                  <a:cubicBezTo>
                    <a:pt x="31" y="124"/>
                    <a:pt x="31" y="124"/>
                    <a:pt x="31" y="124"/>
                  </a:cubicBezTo>
                  <a:close/>
                  <a:moveTo>
                    <a:pt x="103" y="124"/>
                  </a:moveTo>
                  <a:cubicBezTo>
                    <a:pt x="103" y="131"/>
                    <a:pt x="103" y="138"/>
                    <a:pt x="103" y="145"/>
                  </a:cubicBezTo>
                  <a:cubicBezTo>
                    <a:pt x="112" y="145"/>
                    <a:pt x="120" y="145"/>
                    <a:pt x="129" y="145"/>
                  </a:cubicBezTo>
                  <a:cubicBezTo>
                    <a:pt x="129" y="138"/>
                    <a:pt x="129" y="131"/>
                    <a:pt x="129" y="124"/>
                  </a:cubicBezTo>
                  <a:cubicBezTo>
                    <a:pt x="120" y="124"/>
                    <a:pt x="112" y="124"/>
                    <a:pt x="103" y="124"/>
                  </a:cubicBezTo>
                  <a:close/>
                  <a:moveTo>
                    <a:pt x="140" y="124"/>
                  </a:moveTo>
                  <a:cubicBezTo>
                    <a:pt x="140" y="131"/>
                    <a:pt x="140" y="138"/>
                    <a:pt x="140" y="145"/>
                  </a:cubicBezTo>
                  <a:cubicBezTo>
                    <a:pt x="148" y="145"/>
                    <a:pt x="157" y="145"/>
                    <a:pt x="165" y="145"/>
                  </a:cubicBezTo>
                  <a:cubicBezTo>
                    <a:pt x="165" y="138"/>
                    <a:pt x="165" y="131"/>
                    <a:pt x="165" y="124"/>
                  </a:cubicBezTo>
                  <a:cubicBezTo>
                    <a:pt x="157" y="124"/>
                    <a:pt x="148" y="124"/>
                    <a:pt x="140" y="124"/>
                  </a:cubicBezTo>
                  <a:close/>
                  <a:moveTo>
                    <a:pt x="176" y="124"/>
                  </a:moveTo>
                  <a:cubicBezTo>
                    <a:pt x="176" y="131"/>
                    <a:pt x="176" y="138"/>
                    <a:pt x="176" y="145"/>
                  </a:cubicBezTo>
                  <a:cubicBezTo>
                    <a:pt x="184" y="145"/>
                    <a:pt x="193" y="145"/>
                    <a:pt x="202" y="145"/>
                  </a:cubicBezTo>
                  <a:cubicBezTo>
                    <a:pt x="202" y="138"/>
                    <a:pt x="202" y="131"/>
                    <a:pt x="202" y="124"/>
                  </a:cubicBezTo>
                  <a:cubicBezTo>
                    <a:pt x="193" y="124"/>
                    <a:pt x="184" y="124"/>
                    <a:pt x="176" y="124"/>
                  </a:cubicBezTo>
                  <a:close/>
                  <a:moveTo>
                    <a:pt x="212" y="124"/>
                  </a:moveTo>
                  <a:cubicBezTo>
                    <a:pt x="212" y="145"/>
                    <a:pt x="212" y="145"/>
                    <a:pt x="212" y="145"/>
                  </a:cubicBezTo>
                  <a:cubicBezTo>
                    <a:pt x="238" y="145"/>
                    <a:pt x="238" y="145"/>
                    <a:pt x="238" y="145"/>
                  </a:cubicBezTo>
                  <a:cubicBezTo>
                    <a:pt x="238" y="124"/>
                    <a:pt x="238" y="124"/>
                    <a:pt x="238" y="124"/>
                  </a:cubicBezTo>
                  <a:cubicBezTo>
                    <a:pt x="212" y="124"/>
                    <a:pt x="212" y="124"/>
                    <a:pt x="212" y="124"/>
                  </a:cubicBezTo>
                  <a:close/>
                  <a:moveTo>
                    <a:pt x="67" y="160"/>
                  </a:moveTo>
                  <a:cubicBezTo>
                    <a:pt x="67" y="167"/>
                    <a:pt x="67" y="174"/>
                    <a:pt x="67" y="181"/>
                  </a:cubicBezTo>
                  <a:cubicBezTo>
                    <a:pt x="75" y="181"/>
                    <a:pt x="84" y="181"/>
                    <a:pt x="93" y="181"/>
                  </a:cubicBezTo>
                  <a:cubicBezTo>
                    <a:pt x="93" y="174"/>
                    <a:pt x="93" y="167"/>
                    <a:pt x="93" y="160"/>
                  </a:cubicBezTo>
                  <a:cubicBezTo>
                    <a:pt x="84" y="160"/>
                    <a:pt x="75" y="160"/>
                    <a:pt x="67" y="160"/>
                  </a:cubicBezTo>
                  <a:close/>
                  <a:moveTo>
                    <a:pt x="31" y="160"/>
                  </a:moveTo>
                  <a:cubicBezTo>
                    <a:pt x="31" y="167"/>
                    <a:pt x="31" y="174"/>
                    <a:pt x="31" y="181"/>
                  </a:cubicBezTo>
                  <a:cubicBezTo>
                    <a:pt x="39" y="181"/>
                    <a:pt x="48" y="181"/>
                    <a:pt x="56" y="181"/>
                  </a:cubicBezTo>
                  <a:cubicBezTo>
                    <a:pt x="56" y="174"/>
                    <a:pt x="56" y="167"/>
                    <a:pt x="56" y="160"/>
                  </a:cubicBezTo>
                  <a:cubicBezTo>
                    <a:pt x="48" y="160"/>
                    <a:pt x="39" y="160"/>
                    <a:pt x="31" y="160"/>
                  </a:cubicBezTo>
                  <a:close/>
                  <a:moveTo>
                    <a:pt x="103" y="160"/>
                  </a:moveTo>
                  <a:cubicBezTo>
                    <a:pt x="103" y="167"/>
                    <a:pt x="103" y="174"/>
                    <a:pt x="103" y="181"/>
                  </a:cubicBezTo>
                  <a:cubicBezTo>
                    <a:pt x="112" y="181"/>
                    <a:pt x="120" y="181"/>
                    <a:pt x="129" y="181"/>
                  </a:cubicBezTo>
                  <a:cubicBezTo>
                    <a:pt x="129" y="174"/>
                    <a:pt x="129" y="167"/>
                    <a:pt x="129" y="160"/>
                  </a:cubicBezTo>
                  <a:cubicBezTo>
                    <a:pt x="120" y="160"/>
                    <a:pt x="112" y="160"/>
                    <a:pt x="103" y="160"/>
                  </a:cubicBezTo>
                  <a:close/>
                  <a:moveTo>
                    <a:pt x="140" y="160"/>
                  </a:moveTo>
                  <a:cubicBezTo>
                    <a:pt x="140" y="167"/>
                    <a:pt x="140" y="174"/>
                    <a:pt x="140" y="181"/>
                  </a:cubicBezTo>
                  <a:cubicBezTo>
                    <a:pt x="148" y="181"/>
                    <a:pt x="157" y="181"/>
                    <a:pt x="165" y="181"/>
                  </a:cubicBezTo>
                  <a:cubicBezTo>
                    <a:pt x="165" y="174"/>
                    <a:pt x="165" y="167"/>
                    <a:pt x="165" y="160"/>
                  </a:cubicBezTo>
                  <a:cubicBezTo>
                    <a:pt x="157" y="160"/>
                    <a:pt x="148" y="160"/>
                    <a:pt x="140" y="160"/>
                  </a:cubicBezTo>
                  <a:close/>
                  <a:moveTo>
                    <a:pt x="176" y="160"/>
                  </a:moveTo>
                  <a:cubicBezTo>
                    <a:pt x="176" y="167"/>
                    <a:pt x="176" y="174"/>
                    <a:pt x="176" y="181"/>
                  </a:cubicBezTo>
                  <a:cubicBezTo>
                    <a:pt x="184" y="181"/>
                    <a:pt x="193" y="181"/>
                    <a:pt x="202" y="181"/>
                  </a:cubicBezTo>
                  <a:cubicBezTo>
                    <a:pt x="202" y="174"/>
                    <a:pt x="202" y="167"/>
                    <a:pt x="202" y="160"/>
                  </a:cubicBezTo>
                  <a:cubicBezTo>
                    <a:pt x="193" y="160"/>
                    <a:pt x="184" y="160"/>
                    <a:pt x="176" y="160"/>
                  </a:cubicBezTo>
                  <a:close/>
                  <a:moveTo>
                    <a:pt x="212" y="160"/>
                  </a:moveTo>
                  <a:cubicBezTo>
                    <a:pt x="212" y="167"/>
                    <a:pt x="212" y="174"/>
                    <a:pt x="212" y="181"/>
                  </a:cubicBezTo>
                  <a:cubicBezTo>
                    <a:pt x="221" y="181"/>
                    <a:pt x="229" y="181"/>
                    <a:pt x="238" y="181"/>
                  </a:cubicBezTo>
                  <a:cubicBezTo>
                    <a:pt x="238" y="174"/>
                    <a:pt x="238" y="167"/>
                    <a:pt x="238" y="160"/>
                  </a:cubicBezTo>
                  <a:cubicBezTo>
                    <a:pt x="229" y="160"/>
                    <a:pt x="221" y="160"/>
                    <a:pt x="212" y="160"/>
                  </a:cubicBezTo>
                  <a:close/>
                  <a:moveTo>
                    <a:pt x="67" y="197"/>
                  </a:moveTo>
                  <a:cubicBezTo>
                    <a:pt x="67" y="204"/>
                    <a:pt x="67" y="211"/>
                    <a:pt x="67" y="218"/>
                  </a:cubicBezTo>
                  <a:cubicBezTo>
                    <a:pt x="75" y="218"/>
                    <a:pt x="84" y="218"/>
                    <a:pt x="93" y="218"/>
                  </a:cubicBezTo>
                  <a:cubicBezTo>
                    <a:pt x="93" y="211"/>
                    <a:pt x="93" y="204"/>
                    <a:pt x="93" y="197"/>
                  </a:cubicBezTo>
                  <a:cubicBezTo>
                    <a:pt x="84" y="197"/>
                    <a:pt x="75" y="197"/>
                    <a:pt x="67" y="197"/>
                  </a:cubicBezTo>
                  <a:close/>
                  <a:moveTo>
                    <a:pt x="31" y="197"/>
                  </a:moveTo>
                  <a:cubicBezTo>
                    <a:pt x="31" y="204"/>
                    <a:pt x="31" y="211"/>
                    <a:pt x="31" y="218"/>
                  </a:cubicBezTo>
                  <a:cubicBezTo>
                    <a:pt x="39" y="218"/>
                    <a:pt x="48" y="218"/>
                    <a:pt x="56" y="218"/>
                  </a:cubicBezTo>
                  <a:cubicBezTo>
                    <a:pt x="56" y="211"/>
                    <a:pt x="56" y="204"/>
                    <a:pt x="56" y="197"/>
                  </a:cubicBezTo>
                  <a:cubicBezTo>
                    <a:pt x="48" y="197"/>
                    <a:pt x="39" y="197"/>
                    <a:pt x="31" y="197"/>
                  </a:cubicBezTo>
                  <a:close/>
                  <a:moveTo>
                    <a:pt x="103" y="197"/>
                  </a:moveTo>
                  <a:cubicBezTo>
                    <a:pt x="103" y="204"/>
                    <a:pt x="103" y="211"/>
                    <a:pt x="103" y="218"/>
                  </a:cubicBezTo>
                  <a:cubicBezTo>
                    <a:pt x="112" y="218"/>
                    <a:pt x="120" y="218"/>
                    <a:pt x="129" y="218"/>
                  </a:cubicBezTo>
                  <a:cubicBezTo>
                    <a:pt x="129" y="211"/>
                    <a:pt x="129" y="204"/>
                    <a:pt x="129" y="197"/>
                  </a:cubicBezTo>
                  <a:cubicBezTo>
                    <a:pt x="120" y="197"/>
                    <a:pt x="112" y="197"/>
                    <a:pt x="103" y="197"/>
                  </a:cubicBezTo>
                  <a:close/>
                  <a:moveTo>
                    <a:pt x="140" y="197"/>
                  </a:moveTo>
                  <a:cubicBezTo>
                    <a:pt x="140" y="204"/>
                    <a:pt x="140" y="211"/>
                    <a:pt x="140" y="218"/>
                  </a:cubicBezTo>
                  <a:cubicBezTo>
                    <a:pt x="148" y="218"/>
                    <a:pt x="157" y="218"/>
                    <a:pt x="165" y="218"/>
                  </a:cubicBezTo>
                  <a:cubicBezTo>
                    <a:pt x="165" y="211"/>
                    <a:pt x="165" y="204"/>
                    <a:pt x="165" y="197"/>
                  </a:cubicBezTo>
                  <a:cubicBezTo>
                    <a:pt x="157" y="197"/>
                    <a:pt x="148" y="197"/>
                    <a:pt x="140" y="197"/>
                  </a:cubicBezTo>
                  <a:close/>
                  <a:moveTo>
                    <a:pt x="176" y="197"/>
                  </a:moveTo>
                  <a:cubicBezTo>
                    <a:pt x="176" y="204"/>
                    <a:pt x="176" y="211"/>
                    <a:pt x="176" y="218"/>
                  </a:cubicBezTo>
                  <a:cubicBezTo>
                    <a:pt x="184" y="218"/>
                    <a:pt x="193" y="218"/>
                    <a:pt x="202" y="218"/>
                  </a:cubicBezTo>
                  <a:cubicBezTo>
                    <a:pt x="202" y="211"/>
                    <a:pt x="202" y="204"/>
                    <a:pt x="202" y="197"/>
                  </a:cubicBezTo>
                  <a:cubicBezTo>
                    <a:pt x="193" y="197"/>
                    <a:pt x="184" y="197"/>
                    <a:pt x="176" y="197"/>
                  </a:cubicBezTo>
                  <a:close/>
                  <a:moveTo>
                    <a:pt x="212" y="197"/>
                  </a:moveTo>
                  <a:cubicBezTo>
                    <a:pt x="212" y="204"/>
                    <a:pt x="212" y="211"/>
                    <a:pt x="212" y="218"/>
                  </a:cubicBezTo>
                  <a:cubicBezTo>
                    <a:pt x="221" y="218"/>
                    <a:pt x="229" y="218"/>
                    <a:pt x="238" y="218"/>
                  </a:cubicBezTo>
                  <a:cubicBezTo>
                    <a:pt x="238" y="211"/>
                    <a:pt x="238" y="204"/>
                    <a:pt x="238" y="197"/>
                  </a:cubicBezTo>
                  <a:cubicBezTo>
                    <a:pt x="229" y="197"/>
                    <a:pt x="221" y="197"/>
                    <a:pt x="212" y="197"/>
                  </a:cubicBezTo>
                  <a:close/>
                  <a:moveTo>
                    <a:pt x="67" y="233"/>
                  </a:moveTo>
                  <a:cubicBezTo>
                    <a:pt x="67" y="240"/>
                    <a:pt x="67" y="247"/>
                    <a:pt x="67" y="255"/>
                  </a:cubicBezTo>
                  <a:cubicBezTo>
                    <a:pt x="75" y="255"/>
                    <a:pt x="84" y="255"/>
                    <a:pt x="93" y="255"/>
                  </a:cubicBezTo>
                  <a:cubicBezTo>
                    <a:pt x="93" y="247"/>
                    <a:pt x="93" y="240"/>
                    <a:pt x="93" y="233"/>
                  </a:cubicBezTo>
                  <a:cubicBezTo>
                    <a:pt x="84" y="233"/>
                    <a:pt x="75" y="233"/>
                    <a:pt x="67" y="233"/>
                  </a:cubicBezTo>
                  <a:close/>
                  <a:moveTo>
                    <a:pt x="31" y="233"/>
                  </a:moveTo>
                  <a:cubicBezTo>
                    <a:pt x="31" y="240"/>
                    <a:pt x="31" y="247"/>
                    <a:pt x="31" y="255"/>
                  </a:cubicBezTo>
                  <a:cubicBezTo>
                    <a:pt x="39" y="255"/>
                    <a:pt x="48" y="255"/>
                    <a:pt x="56" y="255"/>
                  </a:cubicBezTo>
                  <a:cubicBezTo>
                    <a:pt x="56" y="247"/>
                    <a:pt x="56" y="240"/>
                    <a:pt x="56" y="233"/>
                  </a:cubicBezTo>
                  <a:cubicBezTo>
                    <a:pt x="48" y="233"/>
                    <a:pt x="39" y="233"/>
                    <a:pt x="31" y="233"/>
                  </a:cubicBezTo>
                  <a:close/>
                  <a:moveTo>
                    <a:pt x="103" y="233"/>
                  </a:moveTo>
                  <a:cubicBezTo>
                    <a:pt x="103" y="240"/>
                    <a:pt x="103" y="247"/>
                    <a:pt x="103" y="255"/>
                  </a:cubicBezTo>
                  <a:cubicBezTo>
                    <a:pt x="112" y="255"/>
                    <a:pt x="120" y="255"/>
                    <a:pt x="129" y="255"/>
                  </a:cubicBezTo>
                  <a:cubicBezTo>
                    <a:pt x="129" y="247"/>
                    <a:pt x="129" y="240"/>
                    <a:pt x="129" y="233"/>
                  </a:cubicBezTo>
                  <a:cubicBezTo>
                    <a:pt x="120" y="233"/>
                    <a:pt x="112" y="233"/>
                    <a:pt x="103" y="233"/>
                  </a:cubicBezTo>
                  <a:close/>
                  <a:moveTo>
                    <a:pt x="140" y="233"/>
                  </a:moveTo>
                  <a:cubicBezTo>
                    <a:pt x="140" y="240"/>
                    <a:pt x="140" y="247"/>
                    <a:pt x="140" y="255"/>
                  </a:cubicBezTo>
                  <a:cubicBezTo>
                    <a:pt x="148" y="255"/>
                    <a:pt x="157" y="255"/>
                    <a:pt x="165" y="255"/>
                  </a:cubicBezTo>
                  <a:cubicBezTo>
                    <a:pt x="165" y="247"/>
                    <a:pt x="165" y="240"/>
                    <a:pt x="165" y="233"/>
                  </a:cubicBezTo>
                  <a:cubicBezTo>
                    <a:pt x="157" y="233"/>
                    <a:pt x="148" y="233"/>
                    <a:pt x="140" y="233"/>
                  </a:cubicBezTo>
                  <a:close/>
                  <a:moveTo>
                    <a:pt x="176" y="233"/>
                  </a:moveTo>
                  <a:cubicBezTo>
                    <a:pt x="176" y="240"/>
                    <a:pt x="176" y="247"/>
                    <a:pt x="176" y="255"/>
                  </a:cubicBezTo>
                  <a:cubicBezTo>
                    <a:pt x="184" y="255"/>
                    <a:pt x="193" y="255"/>
                    <a:pt x="202" y="255"/>
                  </a:cubicBezTo>
                  <a:cubicBezTo>
                    <a:pt x="202" y="247"/>
                    <a:pt x="202" y="240"/>
                    <a:pt x="202" y="233"/>
                  </a:cubicBezTo>
                  <a:cubicBezTo>
                    <a:pt x="193" y="233"/>
                    <a:pt x="184" y="233"/>
                    <a:pt x="176" y="233"/>
                  </a:cubicBezTo>
                  <a:close/>
                  <a:moveTo>
                    <a:pt x="212" y="233"/>
                  </a:moveTo>
                  <a:cubicBezTo>
                    <a:pt x="212" y="240"/>
                    <a:pt x="212" y="247"/>
                    <a:pt x="212" y="255"/>
                  </a:cubicBezTo>
                  <a:cubicBezTo>
                    <a:pt x="221" y="255"/>
                    <a:pt x="229" y="255"/>
                    <a:pt x="238" y="255"/>
                  </a:cubicBezTo>
                  <a:cubicBezTo>
                    <a:pt x="238" y="247"/>
                    <a:pt x="238" y="240"/>
                    <a:pt x="238" y="233"/>
                  </a:cubicBezTo>
                  <a:cubicBezTo>
                    <a:pt x="229" y="233"/>
                    <a:pt x="221" y="233"/>
                    <a:pt x="212" y="233"/>
                  </a:cubicBezTo>
                  <a:close/>
                  <a:moveTo>
                    <a:pt x="67" y="270"/>
                  </a:moveTo>
                  <a:cubicBezTo>
                    <a:pt x="67" y="277"/>
                    <a:pt x="67" y="284"/>
                    <a:pt x="67" y="291"/>
                  </a:cubicBezTo>
                  <a:cubicBezTo>
                    <a:pt x="75" y="291"/>
                    <a:pt x="84" y="291"/>
                    <a:pt x="93" y="291"/>
                  </a:cubicBezTo>
                  <a:cubicBezTo>
                    <a:pt x="93" y="284"/>
                    <a:pt x="93" y="277"/>
                    <a:pt x="93" y="270"/>
                  </a:cubicBezTo>
                  <a:cubicBezTo>
                    <a:pt x="84" y="270"/>
                    <a:pt x="75" y="270"/>
                    <a:pt x="67" y="270"/>
                  </a:cubicBezTo>
                  <a:close/>
                  <a:moveTo>
                    <a:pt x="31" y="270"/>
                  </a:moveTo>
                  <a:cubicBezTo>
                    <a:pt x="31" y="277"/>
                    <a:pt x="31" y="284"/>
                    <a:pt x="31" y="291"/>
                  </a:cubicBezTo>
                  <a:cubicBezTo>
                    <a:pt x="39" y="291"/>
                    <a:pt x="48" y="291"/>
                    <a:pt x="56" y="291"/>
                  </a:cubicBezTo>
                  <a:cubicBezTo>
                    <a:pt x="56" y="284"/>
                    <a:pt x="56" y="277"/>
                    <a:pt x="56" y="270"/>
                  </a:cubicBezTo>
                  <a:cubicBezTo>
                    <a:pt x="48" y="270"/>
                    <a:pt x="39" y="270"/>
                    <a:pt x="31" y="270"/>
                  </a:cubicBezTo>
                  <a:close/>
                  <a:moveTo>
                    <a:pt x="103" y="270"/>
                  </a:moveTo>
                  <a:cubicBezTo>
                    <a:pt x="103" y="277"/>
                    <a:pt x="103" y="284"/>
                    <a:pt x="103" y="291"/>
                  </a:cubicBezTo>
                  <a:cubicBezTo>
                    <a:pt x="112" y="291"/>
                    <a:pt x="120" y="291"/>
                    <a:pt x="129" y="291"/>
                  </a:cubicBezTo>
                  <a:cubicBezTo>
                    <a:pt x="129" y="284"/>
                    <a:pt x="129" y="277"/>
                    <a:pt x="129" y="270"/>
                  </a:cubicBezTo>
                  <a:cubicBezTo>
                    <a:pt x="120" y="270"/>
                    <a:pt x="112" y="270"/>
                    <a:pt x="103" y="270"/>
                  </a:cubicBezTo>
                  <a:close/>
                  <a:moveTo>
                    <a:pt x="140" y="270"/>
                  </a:moveTo>
                  <a:cubicBezTo>
                    <a:pt x="140" y="277"/>
                    <a:pt x="140" y="284"/>
                    <a:pt x="140" y="291"/>
                  </a:cubicBezTo>
                  <a:cubicBezTo>
                    <a:pt x="148" y="291"/>
                    <a:pt x="157" y="291"/>
                    <a:pt x="165" y="291"/>
                  </a:cubicBezTo>
                  <a:cubicBezTo>
                    <a:pt x="165" y="284"/>
                    <a:pt x="165" y="277"/>
                    <a:pt x="165" y="270"/>
                  </a:cubicBezTo>
                  <a:cubicBezTo>
                    <a:pt x="157" y="270"/>
                    <a:pt x="148" y="270"/>
                    <a:pt x="140" y="270"/>
                  </a:cubicBezTo>
                  <a:close/>
                  <a:moveTo>
                    <a:pt x="176" y="270"/>
                  </a:moveTo>
                  <a:cubicBezTo>
                    <a:pt x="176" y="277"/>
                    <a:pt x="176" y="284"/>
                    <a:pt x="176" y="291"/>
                  </a:cubicBezTo>
                  <a:cubicBezTo>
                    <a:pt x="184" y="291"/>
                    <a:pt x="193" y="291"/>
                    <a:pt x="202" y="291"/>
                  </a:cubicBezTo>
                  <a:cubicBezTo>
                    <a:pt x="202" y="284"/>
                    <a:pt x="202" y="277"/>
                    <a:pt x="202" y="270"/>
                  </a:cubicBezTo>
                  <a:cubicBezTo>
                    <a:pt x="193" y="270"/>
                    <a:pt x="184" y="270"/>
                    <a:pt x="176" y="270"/>
                  </a:cubicBezTo>
                  <a:close/>
                  <a:moveTo>
                    <a:pt x="212" y="270"/>
                  </a:moveTo>
                  <a:cubicBezTo>
                    <a:pt x="212" y="277"/>
                    <a:pt x="212" y="284"/>
                    <a:pt x="212" y="291"/>
                  </a:cubicBezTo>
                  <a:cubicBezTo>
                    <a:pt x="221" y="291"/>
                    <a:pt x="229" y="291"/>
                    <a:pt x="238" y="291"/>
                  </a:cubicBezTo>
                  <a:cubicBezTo>
                    <a:pt x="238" y="284"/>
                    <a:pt x="238" y="277"/>
                    <a:pt x="238" y="270"/>
                  </a:cubicBezTo>
                  <a:cubicBezTo>
                    <a:pt x="229" y="270"/>
                    <a:pt x="221" y="270"/>
                    <a:pt x="212" y="270"/>
                  </a:cubicBezTo>
                  <a:close/>
                  <a:moveTo>
                    <a:pt x="67" y="307"/>
                  </a:moveTo>
                  <a:cubicBezTo>
                    <a:pt x="67" y="314"/>
                    <a:pt x="67" y="321"/>
                    <a:pt x="67" y="328"/>
                  </a:cubicBezTo>
                  <a:cubicBezTo>
                    <a:pt x="75" y="328"/>
                    <a:pt x="84" y="328"/>
                    <a:pt x="93" y="328"/>
                  </a:cubicBezTo>
                  <a:cubicBezTo>
                    <a:pt x="93" y="321"/>
                    <a:pt x="93" y="314"/>
                    <a:pt x="93" y="307"/>
                  </a:cubicBezTo>
                  <a:cubicBezTo>
                    <a:pt x="84" y="307"/>
                    <a:pt x="75" y="307"/>
                    <a:pt x="67" y="307"/>
                  </a:cubicBezTo>
                  <a:close/>
                  <a:moveTo>
                    <a:pt x="31" y="307"/>
                  </a:moveTo>
                  <a:cubicBezTo>
                    <a:pt x="31" y="314"/>
                    <a:pt x="31" y="321"/>
                    <a:pt x="31" y="328"/>
                  </a:cubicBezTo>
                  <a:cubicBezTo>
                    <a:pt x="39" y="328"/>
                    <a:pt x="48" y="328"/>
                    <a:pt x="56" y="328"/>
                  </a:cubicBezTo>
                  <a:cubicBezTo>
                    <a:pt x="56" y="321"/>
                    <a:pt x="56" y="314"/>
                    <a:pt x="56" y="307"/>
                  </a:cubicBezTo>
                  <a:cubicBezTo>
                    <a:pt x="48" y="307"/>
                    <a:pt x="39" y="307"/>
                    <a:pt x="31" y="307"/>
                  </a:cubicBezTo>
                  <a:close/>
                  <a:moveTo>
                    <a:pt x="103" y="307"/>
                  </a:moveTo>
                  <a:cubicBezTo>
                    <a:pt x="103" y="314"/>
                    <a:pt x="103" y="321"/>
                    <a:pt x="103" y="328"/>
                  </a:cubicBezTo>
                  <a:cubicBezTo>
                    <a:pt x="112" y="328"/>
                    <a:pt x="120" y="328"/>
                    <a:pt x="129" y="328"/>
                  </a:cubicBezTo>
                  <a:cubicBezTo>
                    <a:pt x="129" y="321"/>
                    <a:pt x="129" y="314"/>
                    <a:pt x="129" y="307"/>
                  </a:cubicBezTo>
                  <a:cubicBezTo>
                    <a:pt x="120" y="307"/>
                    <a:pt x="112" y="307"/>
                    <a:pt x="103" y="307"/>
                  </a:cubicBezTo>
                  <a:close/>
                  <a:moveTo>
                    <a:pt x="140" y="307"/>
                  </a:moveTo>
                  <a:cubicBezTo>
                    <a:pt x="140" y="314"/>
                    <a:pt x="140" y="321"/>
                    <a:pt x="140" y="328"/>
                  </a:cubicBezTo>
                  <a:cubicBezTo>
                    <a:pt x="148" y="328"/>
                    <a:pt x="157" y="328"/>
                    <a:pt x="165" y="328"/>
                  </a:cubicBezTo>
                  <a:cubicBezTo>
                    <a:pt x="165" y="321"/>
                    <a:pt x="165" y="314"/>
                    <a:pt x="165" y="307"/>
                  </a:cubicBezTo>
                  <a:cubicBezTo>
                    <a:pt x="157" y="307"/>
                    <a:pt x="148" y="307"/>
                    <a:pt x="140" y="307"/>
                  </a:cubicBezTo>
                  <a:close/>
                  <a:moveTo>
                    <a:pt x="176" y="307"/>
                  </a:moveTo>
                  <a:cubicBezTo>
                    <a:pt x="176" y="314"/>
                    <a:pt x="176" y="321"/>
                    <a:pt x="176" y="328"/>
                  </a:cubicBezTo>
                  <a:cubicBezTo>
                    <a:pt x="184" y="328"/>
                    <a:pt x="193" y="328"/>
                    <a:pt x="202" y="328"/>
                  </a:cubicBezTo>
                  <a:cubicBezTo>
                    <a:pt x="202" y="321"/>
                    <a:pt x="202" y="314"/>
                    <a:pt x="202" y="307"/>
                  </a:cubicBezTo>
                  <a:cubicBezTo>
                    <a:pt x="193" y="307"/>
                    <a:pt x="184" y="307"/>
                    <a:pt x="176" y="307"/>
                  </a:cubicBezTo>
                  <a:close/>
                  <a:moveTo>
                    <a:pt x="212" y="307"/>
                  </a:moveTo>
                  <a:cubicBezTo>
                    <a:pt x="212" y="314"/>
                    <a:pt x="212" y="321"/>
                    <a:pt x="212" y="328"/>
                  </a:cubicBezTo>
                  <a:cubicBezTo>
                    <a:pt x="221" y="328"/>
                    <a:pt x="229" y="328"/>
                    <a:pt x="238" y="328"/>
                  </a:cubicBezTo>
                  <a:cubicBezTo>
                    <a:pt x="238" y="321"/>
                    <a:pt x="238" y="314"/>
                    <a:pt x="238" y="307"/>
                  </a:cubicBezTo>
                  <a:cubicBezTo>
                    <a:pt x="229" y="307"/>
                    <a:pt x="221" y="307"/>
                    <a:pt x="212" y="307"/>
                  </a:cubicBezTo>
                  <a:close/>
                  <a:moveTo>
                    <a:pt x="67" y="343"/>
                  </a:moveTo>
                  <a:cubicBezTo>
                    <a:pt x="67" y="350"/>
                    <a:pt x="67" y="357"/>
                    <a:pt x="67" y="364"/>
                  </a:cubicBezTo>
                  <a:cubicBezTo>
                    <a:pt x="75" y="364"/>
                    <a:pt x="84" y="364"/>
                    <a:pt x="93" y="364"/>
                  </a:cubicBezTo>
                  <a:cubicBezTo>
                    <a:pt x="93" y="357"/>
                    <a:pt x="93" y="350"/>
                    <a:pt x="93" y="343"/>
                  </a:cubicBezTo>
                  <a:cubicBezTo>
                    <a:pt x="84" y="343"/>
                    <a:pt x="75" y="343"/>
                    <a:pt x="67" y="343"/>
                  </a:cubicBezTo>
                  <a:close/>
                  <a:moveTo>
                    <a:pt x="31" y="343"/>
                  </a:moveTo>
                  <a:cubicBezTo>
                    <a:pt x="31" y="350"/>
                    <a:pt x="31" y="357"/>
                    <a:pt x="31" y="364"/>
                  </a:cubicBezTo>
                  <a:cubicBezTo>
                    <a:pt x="39" y="364"/>
                    <a:pt x="48" y="364"/>
                    <a:pt x="56" y="364"/>
                  </a:cubicBezTo>
                  <a:cubicBezTo>
                    <a:pt x="56" y="357"/>
                    <a:pt x="56" y="350"/>
                    <a:pt x="56" y="343"/>
                  </a:cubicBezTo>
                  <a:cubicBezTo>
                    <a:pt x="48" y="343"/>
                    <a:pt x="39" y="343"/>
                    <a:pt x="31" y="343"/>
                  </a:cubicBezTo>
                  <a:close/>
                  <a:moveTo>
                    <a:pt x="103" y="343"/>
                  </a:moveTo>
                  <a:cubicBezTo>
                    <a:pt x="103" y="350"/>
                    <a:pt x="103" y="357"/>
                    <a:pt x="103" y="364"/>
                  </a:cubicBezTo>
                  <a:cubicBezTo>
                    <a:pt x="112" y="364"/>
                    <a:pt x="120" y="364"/>
                    <a:pt x="129" y="364"/>
                  </a:cubicBezTo>
                  <a:cubicBezTo>
                    <a:pt x="129" y="357"/>
                    <a:pt x="129" y="350"/>
                    <a:pt x="129" y="343"/>
                  </a:cubicBezTo>
                  <a:cubicBezTo>
                    <a:pt x="120" y="343"/>
                    <a:pt x="112" y="343"/>
                    <a:pt x="103" y="343"/>
                  </a:cubicBezTo>
                  <a:close/>
                  <a:moveTo>
                    <a:pt x="140" y="343"/>
                  </a:moveTo>
                  <a:cubicBezTo>
                    <a:pt x="140" y="350"/>
                    <a:pt x="140" y="357"/>
                    <a:pt x="140" y="364"/>
                  </a:cubicBezTo>
                  <a:cubicBezTo>
                    <a:pt x="148" y="364"/>
                    <a:pt x="157" y="364"/>
                    <a:pt x="165" y="364"/>
                  </a:cubicBezTo>
                  <a:cubicBezTo>
                    <a:pt x="165" y="357"/>
                    <a:pt x="165" y="350"/>
                    <a:pt x="165" y="343"/>
                  </a:cubicBezTo>
                  <a:cubicBezTo>
                    <a:pt x="157" y="343"/>
                    <a:pt x="148" y="343"/>
                    <a:pt x="140" y="343"/>
                  </a:cubicBezTo>
                  <a:close/>
                  <a:moveTo>
                    <a:pt x="176" y="343"/>
                  </a:moveTo>
                  <a:cubicBezTo>
                    <a:pt x="176" y="350"/>
                    <a:pt x="176" y="357"/>
                    <a:pt x="176" y="364"/>
                  </a:cubicBezTo>
                  <a:cubicBezTo>
                    <a:pt x="184" y="364"/>
                    <a:pt x="193" y="364"/>
                    <a:pt x="202" y="364"/>
                  </a:cubicBezTo>
                  <a:cubicBezTo>
                    <a:pt x="202" y="357"/>
                    <a:pt x="202" y="350"/>
                    <a:pt x="202" y="343"/>
                  </a:cubicBezTo>
                  <a:cubicBezTo>
                    <a:pt x="193" y="343"/>
                    <a:pt x="184" y="343"/>
                    <a:pt x="176" y="343"/>
                  </a:cubicBezTo>
                  <a:close/>
                  <a:moveTo>
                    <a:pt x="212" y="343"/>
                  </a:moveTo>
                  <a:cubicBezTo>
                    <a:pt x="212" y="350"/>
                    <a:pt x="212" y="357"/>
                    <a:pt x="212" y="364"/>
                  </a:cubicBezTo>
                  <a:cubicBezTo>
                    <a:pt x="221" y="364"/>
                    <a:pt x="229" y="364"/>
                    <a:pt x="238" y="364"/>
                  </a:cubicBezTo>
                  <a:cubicBezTo>
                    <a:pt x="238" y="357"/>
                    <a:pt x="238" y="350"/>
                    <a:pt x="238" y="343"/>
                  </a:cubicBezTo>
                  <a:cubicBezTo>
                    <a:pt x="229" y="343"/>
                    <a:pt x="221" y="343"/>
                    <a:pt x="212" y="343"/>
                  </a:cubicBezTo>
                  <a:close/>
                  <a:moveTo>
                    <a:pt x="67" y="380"/>
                  </a:moveTo>
                  <a:cubicBezTo>
                    <a:pt x="67" y="387"/>
                    <a:pt x="67" y="394"/>
                    <a:pt x="67" y="401"/>
                  </a:cubicBezTo>
                  <a:cubicBezTo>
                    <a:pt x="75" y="401"/>
                    <a:pt x="84" y="401"/>
                    <a:pt x="93" y="401"/>
                  </a:cubicBezTo>
                  <a:cubicBezTo>
                    <a:pt x="93" y="394"/>
                    <a:pt x="93" y="387"/>
                    <a:pt x="93" y="380"/>
                  </a:cubicBezTo>
                  <a:cubicBezTo>
                    <a:pt x="84" y="380"/>
                    <a:pt x="75" y="380"/>
                    <a:pt x="67" y="380"/>
                  </a:cubicBezTo>
                  <a:close/>
                  <a:moveTo>
                    <a:pt x="31" y="380"/>
                  </a:moveTo>
                  <a:cubicBezTo>
                    <a:pt x="31" y="387"/>
                    <a:pt x="31" y="394"/>
                    <a:pt x="31" y="401"/>
                  </a:cubicBezTo>
                  <a:cubicBezTo>
                    <a:pt x="39" y="401"/>
                    <a:pt x="48" y="401"/>
                    <a:pt x="56" y="401"/>
                  </a:cubicBezTo>
                  <a:cubicBezTo>
                    <a:pt x="56" y="394"/>
                    <a:pt x="56" y="387"/>
                    <a:pt x="56" y="380"/>
                  </a:cubicBezTo>
                  <a:cubicBezTo>
                    <a:pt x="48" y="380"/>
                    <a:pt x="39" y="380"/>
                    <a:pt x="31" y="380"/>
                  </a:cubicBezTo>
                  <a:close/>
                  <a:moveTo>
                    <a:pt x="103" y="380"/>
                  </a:moveTo>
                  <a:cubicBezTo>
                    <a:pt x="103" y="387"/>
                    <a:pt x="103" y="394"/>
                    <a:pt x="103" y="401"/>
                  </a:cubicBezTo>
                  <a:cubicBezTo>
                    <a:pt x="112" y="401"/>
                    <a:pt x="120" y="401"/>
                    <a:pt x="129" y="401"/>
                  </a:cubicBezTo>
                  <a:cubicBezTo>
                    <a:pt x="129" y="394"/>
                    <a:pt x="129" y="387"/>
                    <a:pt x="129" y="380"/>
                  </a:cubicBezTo>
                  <a:cubicBezTo>
                    <a:pt x="120" y="380"/>
                    <a:pt x="112" y="380"/>
                    <a:pt x="103" y="380"/>
                  </a:cubicBezTo>
                  <a:close/>
                  <a:moveTo>
                    <a:pt x="140" y="380"/>
                  </a:moveTo>
                  <a:cubicBezTo>
                    <a:pt x="140" y="387"/>
                    <a:pt x="140" y="394"/>
                    <a:pt x="140" y="401"/>
                  </a:cubicBezTo>
                  <a:cubicBezTo>
                    <a:pt x="148" y="401"/>
                    <a:pt x="157" y="401"/>
                    <a:pt x="165" y="401"/>
                  </a:cubicBezTo>
                  <a:cubicBezTo>
                    <a:pt x="165" y="394"/>
                    <a:pt x="165" y="387"/>
                    <a:pt x="165" y="380"/>
                  </a:cubicBezTo>
                  <a:cubicBezTo>
                    <a:pt x="157" y="380"/>
                    <a:pt x="148" y="380"/>
                    <a:pt x="140" y="380"/>
                  </a:cubicBezTo>
                  <a:close/>
                  <a:moveTo>
                    <a:pt x="176" y="380"/>
                  </a:moveTo>
                  <a:cubicBezTo>
                    <a:pt x="176" y="387"/>
                    <a:pt x="176" y="394"/>
                    <a:pt x="176" y="401"/>
                  </a:cubicBezTo>
                  <a:cubicBezTo>
                    <a:pt x="184" y="401"/>
                    <a:pt x="193" y="401"/>
                    <a:pt x="202" y="401"/>
                  </a:cubicBezTo>
                  <a:cubicBezTo>
                    <a:pt x="202" y="394"/>
                    <a:pt x="202" y="387"/>
                    <a:pt x="202" y="380"/>
                  </a:cubicBezTo>
                  <a:cubicBezTo>
                    <a:pt x="193" y="380"/>
                    <a:pt x="184" y="380"/>
                    <a:pt x="176" y="380"/>
                  </a:cubicBezTo>
                  <a:close/>
                  <a:moveTo>
                    <a:pt x="212" y="380"/>
                  </a:moveTo>
                  <a:cubicBezTo>
                    <a:pt x="212" y="387"/>
                    <a:pt x="212" y="394"/>
                    <a:pt x="212" y="401"/>
                  </a:cubicBezTo>
                  <a:cubicBezTo>
                    <a:pt x="221" y="401"/>
                    <a:pt x="229" y="401"/>
                    <a:pt x="238" y="401"/>
                  </a:cubicBezTo>
                  <a:cubicBezTo>
                    <a:pt x="238" y="394"/>
                    <a:pt x="238" y="387"/>
                    <a:pt x="238" y="380"/>
                  </a:cubicBezTo>
                  <a:cubicBezTo>
                    <a:pt x="229" y="380"/>
                    <a:pt x="221" y="380"/>
                    <a:pt x="212" y="380"/>
                  </a:cubicBezTo>
                  <a:close/>
                  <a:moveTo>
                    <a:pt x="67" y="416"/>
                  </a:moveTo>
                  <a:cubicBezTo>
                    <a:pt x="67" y="423"/>
                    <a:pt x="67" y="430"/>
                    <a:pt x="67" y="438"/>
                  </a:cubicBezTo>
                  <a:cubicBezTo>
                    <a:pt x="75" y="438"/>
                    <a:pt x="84" y="438"/>
                    <a:pt x="93" y="438"/>
                  </a:cubicBezTo>
                  <a:cubicBezTo>
                    <a:pt x="93" y="430"/>
                    <a:pt x="93" y="423"/>
                    <a:pt x="93" y="416"/>
                  </a:cubicBezTo>
                  <a:cubicBezTo>
                    <a:pt x="84" y="416"/>
                    <a:pt x="75" y="416"/>
                    <a:pt x="67" y="416"/>
                  </a:cubicBezTo>
                  <a:close/>
                  <a:moveTo>
                    <a:pt x="31" y="416"/>
                  </a:moveTo>
                  <a:cubicBezTo>
                    <a:pt x="31" y="423"/>
                    <a:pt x="31" y="430"/>
                    <a:pt x="31" y="438"/>
                  </a:cubicBezTo>
                  <a:cubicBezTo>
                    <a:pt x="39" y="438"/>
                    <a:pt x="48" y="438"/>
                    <a:pt x="56" y="438"/>
                  </a:cubicBezTo>
                  <a:cubicBezTo>
                    <a:pt x="56" y="430"/>
                    <a:pt x="56" y="423"/>
                    <a:pt x="56" y="416"/>
                  </a:cubicBezTo>
                  <a:cubicBezTo>
                    <a:pt x="48" y="416"/>
                    <a:pt x="39" y="416"/>
                    <a:pt x="31" y="416"/>
                  </a:cubicBezTo>
                  <a:close/>
                  <a:moveTo>
                    <a:pt x="103" y="416"/>
                  </a:moveTo>
                  <a:cubicBezTo>
                    <a:pt x="103" y="423"/>
                    <a:pt x="103" y="430"/>
                    <a:pt x="103" y="438"/>
                  </a:cubicBezTo>
                  <a:cubicBezTo>
                    <a:pt x="112" y="438"/>
                    <a:pt x="120" y="438"/>
                    <a:pt x="129" y="438"/>
                  </a:cubicBezTo>
                  <a:cubicBezTo>
                    <a:pt x="129" y="430"/>
                    <a:pt x="129" y="423"/>
                    <a:pt x="129" y="416"/>
                  </a:cubicBezTo>
                  <a:cubicBezTo>
                    <a:pt x="120" y="416"/>
                    <a:pt x="112" y="416"/>
                    <a:pt x="103" y="416"/>
                  </a:cubicBezTo>
                  <a:close/>
                  <a:moveTo>
                    <a:pt x="140" y="416"/>
                  </a:moveTo>
                  <a:cubicBezTo>
                    <a:pt x="140" y="423"/>
                    <a:pt x="140" y="430"/>
                    <a:pt x="140" y="438"/>
                  </a:cubicBezTo>
                  <a:cubicBezTo>
                    <a:pt x="148" y="438"/>
                    <a:pt x="157" y="438"/>
                    <a:pt x="165" y="438"/>
                  </a:cubicBezTo>
                  <a:cubicBezTo>
                    <a:pt x="165" y="430"/>
                    <a:pt x="165" y="423"/>
                    <a:pt x="165" y="416"/>
                  </a:cubicBezTo>
                  <a:cubicBezTo>
                    <a:pt x="157" y="416"/>
                    <a:pt x="148" y="416"/>
                    <a:pt x="140" y="416"/>
                  </a:cubicBezTo>
                  <a:close/>
                  <a:moveTo>
                    <a:pt x="176" y="416"/>
                  </a:moveTo>
                  <a:cubicBezTo>
                    <a:pt x="176" y="423"/>
                    <a:pt x="176" y="430"/>
                    <a:pt x="176" y="438"/>
                  </a:cubicBezTo>
                  <a:cubicBezTo>
                    <a:pt x="184" y="438"/>
                    <a:pt x="193" y="438"/>
                    <a:pt x="202" y="438"/>
                  </a:cubicBezTo>
                  <a:cubicBezTo>
                    <a:pt x="202" y="430"/>
                    <a:pt x="202" y="423"/>
                    <a:pt x="202" y="416"/>
                  </a:cubicBezTo>
                  <a:cubicBezTo>
                    <a:pt x="193" y="416"/>
                    <a:pt x="184" y="416"/>
                    <a:pt x="176" y="416"/>
                  </a:cubicBezTo>
                  <a:close/>
                  <a:moveTo>
                    <a:pt x="212" y="416"/>
                  </a:moveTo>
                  <a:cubicBezTo>
                    <a:pt x="212" y="423"/>
                    <a:pt x="212" y="430"/>
                    <a:pt x="212" y="438"/>
                  </a:cubicBezTo>
                  <a:cubicBezTo>
                    <a:pt x="221" y="438"/>
                    <a:pt x="229" y="438"/>
                    <a:pt x="238" y="438"/>
                  </a:cubicBezTo>
                  <a:cubicBezTo>
                    <a:pt x="238" y="430"/>
                    <a:pt x="238" y="423"/>
                    <a:pt x="238" y="416"/>
                  </a:cubicBezTo>
                  <a:cubicBezTo>
                    <a:pt x="229" y="416"/>
                    <a:pt x="221" y="416"/>
                    <a:pt x="212" y="416"/>
                  </a:cubicBezTo>
                  <a:close/>
                  <a:moveTo>
                    <a:pt x="31" y="453"/>
                  </a:moveTo>
                  <a:cubicBezTo>
                    <a:pt x="31" y="474"/>
                    <a:pt x="31" y="474"/>
                    <a:pt x="31" y="474"/>
                  </a:cubicBezTo>
                  <a:cubicBezTo>
                    <a:pt x="56" y="474"/>
                    <a:pt x="56" y="474"/>
                    <a:pt x="56" y="474"/>
                  </a:cubicBezTo>
                  <a:cubicBezTo>
                    <a:pt x="56" y="453"/>
                    <a:pt x="56" y="453"/>
                    <a:pt x="56" y="453"/>
                  </a:cubicBezTo>
                  <a:cubicBezTo>
                    <a:pt x="31" y="453"/>
                    <a:pt x="31" y="453"/>
                    <a:pt x="31" y="453"/>
                  </a:cubicBezTo>
                  <a:close/>
                  <a:moveTo>
                    <a:pt x="103" y="453"/>
                  </a:moveTo>
                  <a:cubicBezTo>
                    <a:pt x="103" y="460"/>
                    <a:pt x="103" y="467"/>
                    <a:pt x="103" y="474"/>
                  </a:cubicBezTo>
                  <a:cubicBezTo>
                    <a:pt x="112" y="474"/>
                    <a:pt x="120" y="474"/>
                    <a:pt x="129" y="474"/>
                  </a:cubicBezTo>
                  <a:cubicBezTo>
                    <a:pt x="129" y="467"/>
                    <a:pt x="129" y="460"/>
                    <a:pt x="129" y="453"/>
                  </a:cubicBezTo>
                  <a:cubicBezTo>
                    <a:pt x="120" y="453"/>
                    <a:pt x="112" y="453"/>
                    <a:pt x="103" y="453"/>
                  </a:cubicBezTo>
                  <a:close/>
                  <a:moveTo>
                    <a:pt x="140" y="453"/>
                  </a:moveTo>
                  <a:cubicBezTo>
                    <a:pt x="140" y="460"/>
                    <a:pt x="140" y="467"/>
                    <a:pt x="140" y="474"/>
                  </a:cubicBezTo>
                  <a:cubicBezTo>
                    <a:pt x="148" y="474"/>
                    <a:pt x="157" y="474"/>
                    <a:pt x="165" y="474"/>
                  </a:cubicBezTo>
                  <a:cubicBezTo>
                    <a:pt x="165" y="467"/>
                    <a:pt x="165" y="460"/>
                    <a:pt x="165" y="453"/>
                  </a:cubicBezTo>
                  <a:cubicBezTo>
                    <a:pt x="157" y="453"/>
                    <a:pt x="148" y="453"/>
                    <a:pt x="140" y="453"/>
                  </a:cubicBezTo>
                  <a:close/>
                  <a:moveTo>
                    <a:pt x="176" y="453"/>
                  </a:moveTo>
                  <a:cubicBezTo>
                    <a:pt x="176" y="460"/>
                    <a:pt x="176" y="467"/>
                    <a:pt x="176" y="474"/>
                  </a:cubicBezTo>
                  <a:cubicBezTo>
                    <a:pt x="184" y="474"/>
                    <a:pt x="193" y="474"/>
                    <a:pt x="202" y="474"/>
                  </a:cubicBezTo>
                  <a:cubicBezTo>
                    <a:pt x="202" y="467"/>
                    <a:pt x="202" y="460"/>
                    <a:pt x="202" y="453"/>
                  </a:cubicBezTo>
                  <a:cubicBezTo>
                    <a:pt x="193" y="453"/>
                    <a:pt x="184" y="453"/>
                    <a:pt x="176" y="453"/>
                  </a:cubicBezTo>
                  <a:close/>
                  <a:moveTo>
                    <a:pt x="212" y="453"/>
                  </a:moveTo>
                  <a:cubicBezTo>
                    <a:pt x="212" y="474"/>
                    <a:pt x="212" y="474"/>
                    <a:pt x="212" y="474"/>
                  </a:cubicBezTo>
                  <a:cubicBezTo>
                    <a:pt x="238" y="474"/>
                    <a:pt x="238" y="474"/>
                    <a:pt x="238" y="474"/>
                  </a:cubicBezTo>
                  <a:cubicBezTo>
                    <a:pt x="238" y="453"/>
                    <a:pt x="238" y="453"/>
                    <a:pt x="238" y="453"/>
                  </a:cubicBezTo>
                  <a:lnTo>
                    <a:pt x="212" y="4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</p:grpSp>
      <p:grpSp>
        <p:nvGrpSpPr>
          <p:cNvPr id="3" name="组合 2"/>
          <p:cNvGrpSpPr/>
          <p:nvPr userDrawn="1"/>
        </p:nvGrpSpPr>
        <p:grpSpPr>
          <a:xfrm>
            <a:off x="669925" y="921702"/>
            <a:ext cx="2376076" cy="540999"/>
            <a:chOff x="669925" y="1336962"/>
            <a:chExt cx="2376076" cy="540999"/>
          </a:xfrm>
        </p:grpSpPr>
        <p:grpSp>
          <p:nvGrpSpPr>
            <p:cNvPr id="2" name="组合 1"/>
            <p:cNvGrpSpPr/>
            <p:nvPr userDrawn="1"/>
          </p:nvGrpSpPr>
          <p:grpSpPr>
            <a:xfrm>
              <a:off x="755217" y="1336962"/>
              <a:ext cx="2205493" cy="248480"/>
              <a:chOff x="821641" y="1181996"/>
              <a:chExt cx="2205493" cy="248480"/>
            </a:xfrm>
          </p:grpSpPr>
          <p:sp>
            <p:nvSpPr>
              <p:cNvPr id="38" name="Freeform 5"/>
              <p:cNvSpPr>
                <a:spLocks/>
              </p:cNvSpPr>
              <p:nvPr/>
            </p:nvSpPr>
            <p:spPr bwMode="auto">
              <a:xfrm>
                <a:off x="1200258" y="1196846"/>
                <a:ext cx="319867" cy="233630"/>
              </a:xfrm>
              <a:custGeom>
                <a:avLst/>
                <a:gdLst>
                  <a:gd name="T0" fmla="*/ 0 w 704"/>
                  <a:gd name="T1" fmla="*/ 416 h 528"/>
                  <a:gd name="T2" fmla="*/ 432 w 704"/>
                  <a:gd name="T3" fmla="*/ 416 h 528"/>
                  <a:gd name="T4" fmla="*/ 480 w 704"/>
                  <a:gd name="T5" fmla="*/ 384 h 528"/>
                  <a:gd name="T6" fmla="*/ 480 w 704"/>
                  <a:gd name="T7" fmla="*/ 352 h 528"/>
                  <a:gd name="T8" fmla="*/ 432 w 704"/>
                  <a:gd name="T9" fmla="*/ 320 h 528"/>
                  <a:gd name="T10" fmla="*/ 160 w 704"/>
                  <a:gd name="T11" fmla="*/ 256 h 528"/>
                  <a:gd name="T12" fmla="*/ 0 w 704"/>
                  <a:gd name="T13" fmla="*/ 144 h 528"/>
                  <a:gd name="T14" fmla="*/ 0 w 704"/>
                  <a:gd name="T15" fmla="*/ 64 h 528"/>
                  <a:gd name="T16" fmla="*/ 80 w 704"/>
                  <a:gd name="T17" fmla="*/ 0 h 528"/>
                  <a:gd name="T18" fmla="*/ 704 w 704"/>
                  <a:gd name="T19" fmla="*/ 0 h 528"/>
                  <a:gd name="T20" fmla="*/ 704 w 704"/>
                  <a:gd name="T21" fmla="*/ 96 h 528"/>
                  <a:gd name="T22" fmla="*/ 224 w 704"/>
                  <a:gd name="T23" fmla="*/ 96 h 528"/>
                  <a:gd name="T24" fmla="*/ 224 w 704"/>
                  <a:gd name="T25" fmla="*/ 160 h 528"/>
                  <a:gd name="T26" fmla="*/ 272 w 704"/>
                  <a:gd name="T27" fmla="*/ 192 h 528"/>
                  <a:gd name="T28" fmla="*/ 608 w 704"/>
                  <a:gd name="T29" fmla="*/ 256 h 528"/>
                  <a:gd name="T30" fmla="*/ 704 w 704"/>
                  <a:gd name="T31" fmla="*/ 336 h 528"/>
                  <a:gd name="T32" fmla="*/ 704 w 704"/>
                  <a:gd name="T33" fmla="*/ 432 h 528"/>
                  <a:gd name="T34" fmla="*/ 624 w 704"/>
                  <a:gd name="T35" fmla="*/ 528 h 528"/>
                  <a:gd name="T36" fmla="*/ 0 w 704"/>
                  <a:gd name="T37" fmla="*/ 528 h 528"/>
                  <a:gd name="T38" fmla="*/ 0 w 704"/>
                  <a:gd name="T39" fmla="*/ 416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04" h="528">
                    <a:moveTo>
                      <a:pt x="0" y="416"/>
                    </a:moveTo>
                    <a:lnTo>
                      <a:pt x="432" y="416"/>
                    </a:lnTo>
                    <a:cubicBezTo>
                      <a:pt x="464" y="416"/>
                      <a:pt x="480" y="416"/>
                      <a:pt x="480" y="384"/>
                    </a:cubicBezTo>
                    <a:lnTo>
                      <a:pt x="480" y="352"/>
                    </a:lnTo>
                    <a:cubicBezTo>
                      <a:pt x="480" y="336"/>
                      <a:pt x="448" y="320"/>
                      <a:pt x="432" y="320"/>
                    </a:cubicBezTo>
                    <a:lnTo>
                      <a:pt x="160" y="256"/>
                    </a:lnTo>
                    <a:cubicBezTo>
                      <a:pt x="64" y="240"/>
                      <a:pt x="16" y="208"/>
                      <a:pt x="0" y="144"/>
                    </a:cubicBezTo>
                    <a:lnTo>
                      <a:pt x="0" y="64"/>
                    </a:lnTo>
                    <a:cubicBezTo>
                      <a:pt x="0" y="32"/>
                      <a:pt x="32" y="0"/>
                      <a:pt x="80" y="0"/>
                    </a:cubicBezTo>
                    <a:lnTo>
                      <a:pt x="704" y="0"/>
                    </a:lnTo>
                    <a:lnTo>
                      <a:pt x="704" y="96"/>
                    </a:lnTo>
                    <a:lnTo>
                      <a:pt x="224" y="96"/>
                    </a:lnTo>
                    <a:lnTo>
                      <a:pt x="224" y="160"/>
                    </a:lnTo>
                    <a:cubicBezTo>
                      <a:pt x="224" y="176"/>
                      <a:pt x="256" y="176"/>
                      <a:pt x="272" y="192"/>
                    </a:cubicBezTo>
                    <a:lnTo>
                      <a:pt x="608" y="256"/>
                    </a:lnTo>
                    <a:cubicBezTo>
                      <a:pt x="656" y="272"/>
                      <a:pt x="704" y="288"/>
                      <a:pt x="704" y="336"/>
                    </a:cubicBezTo>
                    <a:lnTo>
                      <a:pt x="704" y="432"/>
                    </a:lnTo>
                    <a:cubicBezTo>
                      <a:pt x="704" y="480"/>
                      <a:pt x="672" y="528"/>
                      <a:pt x="624" y="528"/>
                    </a:cubicBezTo>
                    <a:lnTo>
                      <a:pt x="0" y="528"/>
                    </a:lnTo>
                    <a:lnTo>
                      <a:pt x="0" y="41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Freeform 6"/>
              <p:cNvSpPr>
                <a:spLocks/>
              </p:cNvSpPr>
              <p:nvPr/>
            </p:nvSpPr>
            <p:spPr bwMode="auto">
              <a:xfrm>
                <a:off x="821641" y="1189916"/>
                <a:ext cx="348776" cy="233630"/>
              </a:xfrm>
              <a:custGeom>
                <a:avLst/>
                <a:gdLst>
                  <a:gd name="T0" fmla="*/ 93 w 374"/>
                  <a:gd name="T1" fmla="*/ 93 h 236"/>
                  <a:gd name="T2" fmla="*/ 281 w 374"/>
                  <a:gd name="T3" fmla="*/ 93 h 236"/>
                  <a:gd name="T4" fmla="*/ 281 w 374"/>
                  <a:gd name="T5" fmla="*/ 0 h 236"/>
                  <a:gd name="T6" fmla="*/ 374 w 374"/>
                  <a:gd name="T7" fmla="*/ 0 h 236"/>
                  <a:gd name="T8" fmla="*/ 374 w 374"/>
                  <a:gd name="T9" fmla="*/ 236 h 236"/>
                  <a:gd name="T10" fmla="*/ 281 w 374"/>
                  <a:gd name="T11" fmla="*/ 236 h 236"/>
                  <a:gd name="T12" fmla="*/ 281 w 374"/>
                  <a:gd name="T13" fmla="*/ 136 h 236"/>
                  <a:gd name="T14" fmla="*/ 93 w 374"/>
                  <a:gd name="T15" fmla="*/ 136 h 236"/>
                  <a:gd name="T16" fmla="*/ 93 w 374"/>
                  <a:gd name="T17" fmla="*/ 236 h 236"/>
                  <a:gd name="T18" fmla="*/ 0 w 374"/>
                  <a:gd name="T19" fmla="*/ 236 h 236"/>
                  <a:gd name="T20" fmla="*/ 0 w 374"/>
                  <a:gd name="T21" fmla="*/ 0 h 236"/>
                  <a:gd name="T22" fmla="*/ 93 w 374"/>
                  <a:gd name="T23" fmla="*/ 0 h 236"/>
                  <a:gd name="T24" fmla="*/ 93 w 374"/>
                  <a:gd name="T25" fmla="*/ 93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4" h="236">
                    <a:moveTo>
                      <a:pt x="93" y="93"/>
                    </a:moveTo>
                    <a:lnTo>
                      <a:pt x="281" y="93"/>
                    </a:lnTo>
                    <a:lnTo>
                      <a:pt x="281" y="0"/>
                    </a:lnTo>
                    <a:lnTo>
                      <a:pt x="374" y="0"/>
                    </a:lnTo>
                    <a:lnTo>
                      <a:pt x="374" y="236"/>
                    </a:lnTo>
                    <a:lnTo>
                      <a:pt x="281" y="236"/>
                    </a:lnTo>
                    <a:lnTo>
                      <a:pt x="281" y="136"/>
                    </a:lnTo>
                    <a:lnTo>
                      <a:pt x="93" y="136"/>
                    </a:lnTo>
                    <a:lnTo>
                      <a:pt x="93" y="236"/>
                    </a:lnTo>
                    <a:lnTo>
                      <a:pt x="0" y="236"/>
                    </a:lnTo>
                    <a:lnTo>
                      <a:pt x="0" y="0"/>
                    </a:lnTo>
                    <a:lnTo>
                      <a:pt x="93" y="0"/>
                    </a:lnTo>
                    <a:lnTo>
                      <a:pt x="93" y="9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Freeform 7"/>
              <p:cNvSpPr>
                <a:spLocks noEditPoints="1"/>
              </p:cNvSpPr>
              <p:nvPr/>
            </p:nvSpPr>
            <p:spPr bwMode="auto">
              <a:xfrm>
                <a:off x="1520125" y="1196846"/>
                <a:ext cx="407527" cy="233630"/>
              </a:xfrm>
              <a:custGeom>
                <a:avLst/>
                <a:gdLst>
                  <a:gd name="T0" fmla="*/ 16 w 896"/>
                  <a:gd name="T1" fmla="*/ 512 h 528"/>
                  <a:gd name="T2" fmla="*/ 144 w 896"/>
                  <a:gd name="T3" fmla="*/ 304 h 528"/>
                  <a:gd name="T4" fmla="*/ 0 w 896"/>
                  <a:gd name="T5" fmla="*/ 240 h 528"/>
                  <a:gd name="T6" fmla="*/ 160 w 896"/>
                  <a:gd name="T7" fmla="*/ 288 h 528"/>
                  <a:gd name="T8" fmla="*/ 288 w 896"/>
                  <a:gd name="T9" fmla="*/ 32 h 528"/>
                  <a:gd name="T10" fmla="*/ 352 w 896"/>
                  <a:gd name="T11" fmla="*/ 0 h 528"/>
                  <a:gd name="T12" fmla="*/ 544 w 896"/>
                  <a:gd name="T13" fmla="*/ 0 h 528"/>
                  <a:gd name="T14" fmla="*/ 592 w 896"/>
                  <a:gd name="T15" fmla="*/ 32 h 528"/>
                  <a:gd name="T16" fmla="*/ 720 w 896"/>
                  <a:gd name="T17" fmla="*/ 256 h 528"/>
                  <a:gd name="T18" fmla="*/ 832 w 896"/>
                  <a:gd name="T19" fmla="*/ 208 h 528"/>
                  <a:gd name="T20" fmla="*/ 896 w 896"/>
                  <a:gd name="T21" fmla="*/ 320 h 528"/>
                  <a:gd name="T22" fmla="*/ 336 w 896"/>
                  <a:gd name="T23" fmla="*/ 368 h 528"/>
                  <a:gd name="T24" fmla="*/ 240 w 896"/>
                  <a:gd name="T25" fmla="*/ 528 h 528"/>
                  <a:gd name="T26" fmla="*/ 16 w 896"/>
                  <a:gd name="T27" fmla="*/ 512 h 528"/>
                  <a:gd name="T28" fmla="*/ 576 w 896"/>
                  <a:gd name="T29" fmla="*/ 384 h 528"/>
                  <a:gd name="T30" fmla="*/ 656 w 896"/>
                  <a:gd name="T31" fmla="*/ 512 h 528"/>
                  <a:gd name="T32" fmla="*/ 880 w 896"/>
                  <a:gd name="T33" fmla="*/ 512 h 528"/>
                  <a:gd name="T34" fmla="*/ 784 w 896"/>
                  <a:gd name="T35" fmla="*/ 368 h 528"/>
                  <a:gd name="T36" fmla="*/ 576 w 896"/>
                  <a:gd name="T37" fmla="*/ 384 h 528"/>
                  <a:gd name="T38" fmla="*/ 368 w 896"/>
                  <a:gd name="T39" fmla="*/ 304 h 528"/>
                  <a:gd name="T40" fmla="*/ 448 w 896"/>
                  <a:gd name="T41" fmla="*/ 160 h 528"/>
                  <a:gd name="T42" fmla="*/ 528 w 896"/>
                  <a:gd name="T43" fmla="*/ 288 h 528"/>
                  <a:gd name="T44" fmla="*/ 368 w 896"/>
                  <a:gd name="T45" fmla="*/ 304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96" h="528">
                    <a:moveTo>
                      <a:pt x="16" y="512"/>
                    </a:moveTo>
                    <a:lnTo>
                      <a:pt x="144" y="304"/>
                    </a:lnTo>
                    <a:cubicBezTo>
                      <a:pt x="80" y="288"/>
                      <a:pt x="48" y="272"/>
                      <a:pt x="0" y="240"/>
                    </a:cubicBezTo>
                    <a:cubicBezTo>
                      <a:pt x="48" y="256"/>
                      <a:pt x="96" y="272"/>
                      <a:pt x="160" y="288"/>
                    </a:cubicBezTo>
                    <a:lnTo>
                      <a:pt x="288" y="32"/>
                    </a:lnTo>
                    <a:cubicBezTo>
                      <a:pt x="304" y="16"/>
                      <a:pt x="336" y="0"/>
                      <a:pt x="352" y="0"/>
                    </a:cubicBezTo>
                    <a:lnTo>
                      <a:pt x="544" y="0"/>
                    </a:lnTo>
                    <a:cubicBezTo>
                      <a:pt x="560" y="0"/>
                      <a:pt x="576" y="16"/>
                      <a:pt x="592" y="32"/>
                    </a:cubicBezTo>
                    <a:lnTo>
                      <a:pt x="720" y="256"/>
                    </a:lnTo>
                    <a:lnTo>
                      <a:pt x="832" y="208"/>
                    </a:lnTo>
                    <a:lnTo>
                      <a:pt x="896" y="320"/>
                    </a:lnTo>
                    <a:cubicBezTo>
                      <a:pt x="720" y="368"/>
                      <a:pt x="544" y="384"/>
                      <a:pt x="336" y="368"/>
                    </a:cubicBezTo>
                    <a:lnTo>
                      <a:pt x="240" y="528"/>
                    </a:lnTo>
                    <a:lnTo>
                      <a:pt x="16" y="512"/>
                    </a:lnTo>
                    <a:close/>
                    <a:moveTo>
                      <a:pt x="576" y="384"/>
                    </a:moveTo>
                    <a:lnTo>
                      <a:pt x="656" y="512"/>
                    </a:lnTo>
                    <a:lnTo>
                      <a:pt x="880" y="512"/>
                    </a:lnTo>
                    <a:lnTo>
                      <a:pt x="784" y="368"/>
                    </a:lnTo>
                    <a:cubicBezTo>
                      <a:pt x="720" y="368"/>
                      <a:pt x="656" y="384"/>
                      <a:pt x="576" y="384"/>
                    </a:cubicBezTo>
                    <a:close/>
                    <a:moveTo>
                      <a:pt x="368" y="304"/>
                    </a:moveTo>
                    <a:lnTo>
                      <a:pt x="448" y="160"/>
                    </a:lnTo>
                    <a:lnTo>
                      <a:pt x="528" y="288"/>
                    </a:lnTo>
                    <a:cubicBezTo>
                      <a:pt x="464" y="304"/>
                      <a:pt x="416" y="304"/>
                      <a:pt x="368" y="30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Freeform 8"/>
              <p:cNvSpPr>
                <a:spLocks/>
              </p:cNvSpPr>
              <p:nvPr/>
            </p:nvSpPr>
            <p:spPr bwMode="auto">
              <a:xfrm>
                <a:off x="1942572" y="1196846"/>
                <a:ext cx="334788" cy="226700"/>
              </a:xfrm>
              <a:custGeom>
                <a:avLst/>
                <a:gdLst>
                  <a:gd name="T0" fmla="*/ 0 w 736"/>
                  <a:gd name="T1" fmla="*/ 480 h 512"/>
                  <a:gd name="T2" fmla="*/ 0 w 736"/>
                  <a:gd name="T3" fmla="*/ 32 h 512"/>
                  <a:gd name="T4" fmla="*/ 48 w 736"/>
                  <a:gd name="T5" fmla="*/ 0 h 512"/>
                  <a:gd name="T6" fmla="*/ 736 w 736"/>
                  <a:gd name="T7" fmla="*/ 0 h 512"/>
                  <a:gd name="T8" fmla="*/ 736 w 736"/>
                  <a:gd name="T9" fmla="*/ 96 h 512"/>
                  <a:gd name="T10" fmla="*/ 208 w 736"/>
                  <a:gd name="T11" fmla="*/ 96 h 512"/>
                  <a:gd name="T12" fmla="*/ 208 w 736"/>
                  <a:gd name="T13" fmla="*/ 192 h 512"/>
                  <a:gd name="T14" fmla="*/ 448 w 736"/>
                  <a:gd name="T15" fmla="*/ 192 h 512"/>
                  <a:gd name="T16" fmla="*/ 448 w 736"/>
                  <a:gd name="T17" fmla="*/ 288 h 512"/>
                  <a:gd name="T18" fmla="*/ 208 w 736"/>
                  <a:gd name="T19" fmla="*/ 288 h 512"/>
                  <a:gd name="T20" fmla="*/ 208 w 736"/>
                  <a:gd name="T21" fmla="*/ 416 h 512"/>
                  <a:gd name="T22" fmla="*/ 736 w 736"/>
                  <a:gd name="T23" fmla="*/ 416 h 512"/>
                  <a:gd name="T24" fmla="*/ 736 w 736"/>
                  <a:gd name="T25" fmla="*/ 512 h 512"/>
                  <a:gd name="T26" fmla="*/ 32 w 736"/>
                  <a:gd name="T27" fmla="*/ 512 h 512"/>
                  <a:gd name="T28" fmla="*/ 0 w 736"/>
                  <a:gd name="T29" fmla="*/ 48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36" h="512">
                    <a:moveTo>
                      <a:pt x="0" y="480"/>
                    </a:moveTo>
                    <a:lnTo>
                      <a:pt x="0" y="32"/>
                    </a:lnTo>
                    <a:cubicBezTo>
                      <a:pt x="0" y="16"/>
                      <a:pt x="16" y="0"/>
                      <a:pt x="48" y="0"/>
                    </a:cubicBezTo>
                    <a:lnTo>
                      <a:pt x="736" y="0"/>
                    </a:lnTo>
                    <a:lnTo>
                      <a:pt x="736" y="96"/>
                    </a:lnTo>
                    <a:lnTo>
                      <a:pt x="208" y="96"/>
                    </a:lnTo>
                    <a:lnTo>
                      <a:pt x="208" y="192"/>
                    </a:lnTo>
                    <a:lnTo>
                      <a:pt x="448" y="192"/>
                    </a:lnTo>
                    <a:lnTo>
                      <a:pt x="448" y="288"/>
                    </a:lnTo>
                    <a:lnTo>
                      <a:pt x="208" y="288"/>
                    </a:lnTo>
                    <a:lnTo>
                      <a:pt x="208" y="416"/>
                    </a:lnTo>
                    <a:lnTo>
                      <a:pt x="736" y="416"/>
                    </a:lnTo>
                    <a:lnTo>
                      <a:pt x="736" y="512"/>
                    </a:lnTo>
                    <a:lnTo>
                      <a:pt x="32" y="512"/>
                    </a:lnTo>
                    <a:cubicBezTo>
                      <a:pt x="16" y="512"/>
                      <a:pt x="0" y="496"/>
                      <a:pt x="0" y="48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Freeform 9"/>
              <p:cNvSpPr>
                <a:spLocks noEditPoints="1"/>
              </p:cNvSpPr>
              <p:nvPr/>
            </p:nvSpPr>
            <p:spPr bwMode="auto">
              <a:xfrm>
                <a:off x="2371548" y="1181996"/>
                <a:ext cx="305879" cy="248479"/>
              </a:xfrm>
              <a:custGeom>
                <a:avLst/>
                <a:gdLst>
                  <a:gd name="T0" fmla="*/ 128 w 672"/>
                  <a:gd name="T1" fmla="*/ 256 h 560"/>
                  <a:gd name="T2" fmla="*/ 128 w 672"/>
                  <a:gd name="T3" fmla="*/ 128 h 560"/>
                  <a:gd name="T4" fmla="*/ 160 w 672"/>
                  <a:gd name="T5" fmla="*/ 224 h 560"/>
                  <a:gd name="T6" fmla="*/ 240 w 672"/>
                  <a:gd name="T7" fmla="*/ 224 h 560"/>
                  <a:gd name="T8" fmla="*/ 208 w 672"/>
                  <a:gd name="T9" fmla="*/ 128 h 560"/>
                  <a:gd name="T10" fmla="*/ 128 w 672"/>
                  <a:gd name="T11" fmla="*/ 128 h 560"/>
                  <a:gd name="T12" fmla="*/ 128 w 672"/>
                  <a:gd name="T13" fmla="*/ 80 h 560"/>
                  <a:gd name="T14" fmla="*/ 240 w 672"/>
                  <a:gd name="T15" fmla="*/ 80 h 560"/>
                  <a:gd name="T16" fmla="*/ 240 w 672"/>
                  <a:gd name="T17" fmla="*/ 256 h 560"/>
                  <a:gd name="T18" fmla="*/ 128 w 672"/>
                  <a:gd name="T19" fmla="*/ 256 h 560"/>
                  <a:gd name="T20" fmla="*/ 144 w 672"/>
                  <a:gd name="T21" fmla="*/ 320 h 560"/>
                  <a:gd name="T22" fmla="*/ 160 w 672"/>
                  <a:gd name="T23" fmla="*/ 432 h 560"/>
                  <a:gd name="T24" fmla="*/ 240 w 672"/>
                  <a:gd name="T25" fmla="*/ 432 h 560"/>
                  <a:gd name="T26" fmla="*/ 208 w 672"/>
                  <a:gd name="T27" fmla="*/ 320 h 560"/>
                  <a:gd name="T28" fmla="*/ 144 w 672"/>
                  <a:gd name="T29" fmla="*/ 320 h 560"/>
                  <a:gd name="T30" fmla="*/ 448 w 672"/>
                  <a:gd name="T31" fmla="*/ 48 h 560"/>
                  <a:gd name="T32" fmla="*/ 416 w 672"/>
                  <a:gd name="T33" fmla="*/ 0 h 560"/>
                  <a:gd name="T34" fmla="*/ 512 w 672"/>
                  <a:gd name="T35" fmla="*/ 0 h 560"/>
                  <a:gd name="T36" fmla="*/ 544 w 672"/>
                  <a:gd name="T37" fmla="*/ 48 h 560"/>
                  <a:gd name="T38" fmla="*/ 672 w 672"/>
                  <a:gd name="T39" fmla="*/ 48 h 560"/>
                  <a:gd name="T40" fmla="*/ 672 w 672"/>
                  <a:gd name="T41" fmla="*/ 96 h 560"/>
                  <a:gd name="T42" fmla="*/ 336 w 672"/>
                  <a:gd name="T43" fmla="*/ 96 h 560"/>
                  <a:gd name="T44" fmla="*/ 336 w 672"/>
                  <a:gd name="T45" fmla="*/ 48 h 560"/>
                  <a:gd name="T46" fmla="*/ 448 w 672"/>
                  <a:gd name="T47" fmla="*/ 48 h 560"/>
                  <a:gd name="T48" fmla="*/ 368 w 672"/>
                  <a:gd name="T49" fmla="*/ 144 h 560"/>
                  <a:gd name="T50" fmla="*/ 608 w 672"/>
                  <a:gd name="T51" fmla="*/ 144 h 560"/>
                  <a:gd name="T52" fmla="*/ 608 w 672"/>
                  <a:gd name="T53" fmla="*/ 512 h 560"/>
                  <a:gd name="T54" fmla="*/ 672 w 672"/>
                  <a:gd name="T55" fmla="*/ 512 h 560"/>
                  <a:gd name="T56" fmla="*/ 672 w 672"/>
                  <a:gd name="T57" fmla="*/ 544 h 560"/>
                  <a:gd name="T58" fmla="*/ 560 w 672"/>
                  <a:gd name="T59" fmla="*/ 544 h 560"/>
                  <a:gd name="T60" fmla="*/ 528 w 672"/>
                  <a:gd name="T61" fmla="*/ 512 h 560"/>
                  <a:gd name="T62" fmla="*/ 528 w 672"/>
                  <a:gd name="T63" fmla="*/ 192 h 560"/>
                  <a:gd name="T64" fmla="*/ 464 w 672"/>
                  <a:gd name="T65" fmla="*/ 192 h 560"/>
                  <a:gd name="T66" fmla="*/ 464 w 672"/>
                  <a:gd name="T67" fmla="*/ 384 h 560"/>
                  <a:gd name="T68" fmla="*/ 336 w 672"/>
                  <a:gd name="T69" fmla="*/ 544 h 560"/>
                  <a:gd name="T70" fmla="*/ 336 w 672"/>
                  <a:gd name="T71" fmla="*/ 480 h 560"/>
                  <a:gd name="T72" fmla="*/ 368 w 672"/>
                  <a:gd name="T73" fmla="*/ 400 h 560"/>
                  <a:gd name="T74" fmla="*/ 368 w 672"/>
                  <a:gd name="T75" fmla="*/ 144 h 560"/>
                  <a:gd name="T76" fmla="*/ 128 w 672"/>
                  <a:gd name="T77" fmla="*/ 48 h 560"/>
                  <a:gd name="T78" fmla="*/ 160 w 672"/>
                  <a:gd name="T79" fmla="*/ 0 h 560"/>
                  <a:gd name="T80" fmla="*/ 256 w 672"/>
                  <a:gd name="T81" fmla="*/ 0 h 560"/>
                  <a:gd name="T82" fmla="*/ 224 w 672"/>
                  <a:gd name="T83" fmla="*/ 48 h 560"/>
                  <a:gd name="T84" fmla="*/ 320 w 672"/>
                  <a:gd name="T85" fmla="*/ 48 h 560"/>
                  <a:gd name="T86" fmla="*/ 320 w 672"/>
                  <a:gd name="T87" fmla="*/ 528 h 560"/>
                  <a:gd name="T88" fmla="*/ 304 w 672"/>
                  <a:gd name="T89" fmla="*/ 560 h 560"/>
                  <a:gd name="T90" fmla="*/ 176 w 672"/>
                  <a:gd name="T91" fmla="*/ 560 h 560"/>
                  <a:gd name="T92" fmla="*/ 176 w 672"/>
                  <a:gd name="T93" fmla="*/ 512 h 560"/>
                  <a:gd name="T94" fmla="*/ 240 w 672"/>
                  <a:gd name="T95" fmla="*/ 512 h 560"/>
                  <a:gd name="T96" fmla="*/ 240 w 672"/>
                  <a:gd name="T97" fmla="*/ 288 h 560"/>
                  <a:gd name="T98" fmla="*/ 128 w 672"/>
                  <a:gd name="T99" fmla="*/ 288 h 560"/>
                  <a:gd name="T100" fmla="*/ 80 w 672"/>
                  <a:gd name="T101" fmla="*/ 544 h 560"/>
                  <a:gd name="T102" fmla="*/ 0 w 672"/>
                  <a:gd name="T103" fmla="*/ 544 h 560"/>
                  <a:gd name="T104" fmla="*/ 48 w 672"/>
                  <a:gd name="T105" fmla="*/ 304 h 560"/>
                  <a:gd name="T106" fmla="*/ 0 w 672"/>
                  <a:gd name="T107" fmla="*/ 304 h 560"/>
                  <a:gd name="T108" fmla="*/ 0 w 672"/>
                  <a:gd name="T109" fmla="*/ 256 h 560"/>
                  <a:gd name="T110" fmla="*/ 48 w 672"/>
                  <a:gd name="T111" fmla="*/ 256 h 560"/>
                  <a:gd name="T112" fmla="*/ 48 w 672"/>
                  <a:gd name="T113" fmla="*/ 48 h 560"/>
                  <a:gd name="T114" fmla="*/ 128 w 672"/>
                  <a:gd name="T115" fmla="*/ 48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72" h="560">
                    <a:moveTo>
                      <a:pt x="128" y="256"/>
                    </a:moveTo>
                    <a:lnTo>
                      <a:pt x="128" y="128"/>
                    </a:lnTo>
                    <a:lnTo>
                      <a:pt x="160" y="224"/>
                    </a:lnTo>
                    <a:lnTo>
                      <a:pt x="240" y="224"/>
                    </a:lnTo>
                    <a:lnTo>
                      <a:pt x="208" y="128"/>
                    </a:lnTo>
                    <a:lnTo>
                      <a:pt x="128" y="128"/>
                    </a:lnTo>
                    <a:lnTo>
                      <a:pt x="128" y="80"/>
                    </a:lnTo>
                    <a:lnTo>
                      <a:pt x="240" y="80"/>
                    </a:lnTo>
                    <a:lnTo>
                      <a:pt x="240" y="256"/>
                    </a:lnTo>
                    <a:lnTo>
                      <a:pt x="128" y="256"/>
                    </a:lnTo>
                    <a:close/>
                    <a:moveTo>
                      <a:pt x="144" y="320"/>
                    </a:moveTo>
                    <a:lnTo>
                      <a:pt x="160" y="432"/>
                    </a:lnTo>
                    <a:lnTo>
                      <a:pt x="240" y="432"/>
                    </a:lnTo>
                    <a:lnTo>
                      <a:pt x="208" y="320"/>
                    </a:lnTo>
                    <a:lnTo>
                      <a:pt x="144" y="320"/>
                    </a:lnTo>
                    <a:close/>
                    <a:moveTo>
                      <a:pt x="448" y="48"/>
                    </a:moveTo>
                    <a:lnTo>
                      <a:pt x="416" y="0"/>
                    </a:lnTo>
                    <a:lnTo>
                      <a:pt x="512" y="0"/>
                    </a:lnTo>
                    <a:lnTo>
                      <a:pt x="544" y="48"/>
                    </a:lnTo>
                    <a:lnTo>
                      <a:pt x="672" y="48"/>
                    </a:lnTo>
                    <a:lnTo>
                      <a:pt x="672" y="96"/>
                    </a:lnTo>
                    <a:lnTo>
                      <a:pt x="336" y="96"/>
                    </a:lnTo>
                    <a:lnTo>
                      <a:pt x="336" y="48"/>
                    </a:lnTo>
                    <a:lnTo>
                      <a:pt x="448" y="48"/>
                    </a:lnTo>
                    <a:close/>
                    <a:moveTo>
                      <a:pt x="368" y="144"/>
                    </a:moveTo>
                    <a:lnTo>
                      <a:pt x="608" y="144"/>
                    </a:lnTo>
                    <a:lnTo>
                      <a:pt x="608" y="512"/>
                    </a:lnTo>
                    <a:lnTo>
                      <a:pt x="672" y="512"/>
                    </a:lnTo>
                    <a:lnTo>
                      <a:pt x="672" y="544"/>
                    </a:lnTo>
                    <a:lnTo>
                      <a:pt x="560" y="544"/>
                    </a:lnTo>
                    <a:cubicBezTo>
                      <a:pt x="544" y="544"/>
                      <a:pt x="528" y="544"/>
                      <a:pt x="528" y="512"/>
                    </a:cubicBezTo>
                    <a:lnTo>
                      <a:pt x="528" y="192"/>
                    </a:lnTo>
                    <a:lnTo>
                      <a:pt x="464" y="192"/>
                    </a:lnTo>
                    <a:lnTo>
                      <a:pt x="464" y="384"/>
                    </a:lnTo>
                    <a:cubicBezTo>
                      <a:pt x="448" y="480"/>
                      <a:pt x="400" y="528"/>
                      <a:pt x="336" y="544"/>
                    </a:cubicBezTo>
                    <a:lnTo>
                      <a:pt x="336" y="480"/>
                    </a:lnTo>
                    <a:cubicBezTo>
                      <a:pt x="352" y="464"/>
                      <a:pt x="368" y="432"/>
                      <a:pt x="368" y="400"/>
                    </a:cubicBezTo>
                    <a:lnTo>
                      <a:pt x="368" y="144"/>
                    </a:lnTo>
                    <a:close/>
                    <a:moveTo>
                      <a:pt x="128" y="48"/>
                    </a:moveTo>
                    <a:lnTo>
                      <a:pt x="160" y="0"/>
                    </a:lnTo>
                    <a:lnTo>
                      <a:pt x="256" y="0"/>
                    </a:lnTo>
                    <a:lnTo>
                      <a:pt x="224" y="48"/>
                    </a:lnTo>
                    <a:lnTo>
                      <a:pt x="320" y="48"/>
                    </a:lnTo>
                    <a:lnTo>
                      <a:pt x="320" y="528"/>
                    </a:lnTo>
                    <a:cubicBezTo>
                      <a:pt x="320" y="544"/>
                      <a:pt x="320" y="560"/>
                      <a:pt x="304" y="560"/>
                    </a:cubicBezTo>
                    <a:lnTo>
                      <a:pt x="176" y="560"/>
                    </a:lnTo>
                    <a:lnTo>
                      <a:pt x="176" y="512"/>
                    </a:lnTo>
                    <a:lnTo>
                      <a:pt x="240" y="512"/>
                    </a:lnTo>
                    <a:lnTo>
                      <a:pt x="240" y="288"/>
                    </a:lnTo>
                    <a:lnTo>
                      <a:pt x="128" y="288"/>
                    </a:lnTo>
                    <a:cubicBezTo>
                      <a:pt x="144" y="400"/>
                      <a:pt x="128" y="480"/>
                      <a:pt x="80" y="544"/>
                    </a:cubicBezTo>
                    <a:lnTo>
                      <a:pt x="0" y="544"/>
                    </a:lnTo>
                    <a:cubicBezTo>
                      <a:pt x="32" y="480"/>
                      <a:pt x="48" y="400"/>
                      <a:pt x="48" y="304"/>
                    </a:cubicBezTo>
                    <a:lnTo>
                      <a:pt x="0" y="304"/>
                    </a:lnTo>
                    <a:lnTo>
                      <a:pt x="0" y="256"/>
                    </a:lnTo>
                    <a:lnTo>
                      <a:pt x="48" y="256"/>
                    </a:lnTo>
                    <a:lnTo>
                      <a:pt x="48" y="48"/>
                    </a:lnTo>
                    <a:lnTo>
                      <a:pt x="128" y="48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Freeform 10"/>
              <p:cNvSpPr>
                <a:spLocks noEditPoints="1"/>
              </p:cNvSpPr>
              <p:nvPr/>
            </p:nvSpPr>
            <p:spPr bwMode="auto">
              <a:xfrm>
                <a:off x="2728716" y="1181996"/>
                <a:ext cx="298418" cy="248479"/>
              </a:xfrm>
              <a:custGeom>
                <a:avLst/>
                <a:gdLst>
                  <a:gd name="T0" fmla="*/ 16 w 656"/>
                  <a:gd name="T1" fmla="*/ 512 h 560"/>
                  <a:gd name="T2" fmla="*/ 16 w 656"/>
                  <a:gd name="T3" fmla="*/ 352 h 560"/>
                  <a:gd name="T4" fmla="*/ 624 w 656"/>
                  <a:gd name="T5" fmla="*/ 352 h 560"/>
                  <a:gd name="T6" fmla="*/ 624 w 656"/>
                  <a:gd name="T7" fmla="*/ 512 h 560"/>
                  <a:gd name="T8" fmla="*/ 656 w 656"/>
                  <a:gd name="T9" fmla="*/ 512 h 560"/>
                  <a:gd name="T10" fmla="*/ 656 w 656"/>
                  <a:gd name="T11" fmla="*/ 560 h 560"/>
                  <a:gd name="T12" fmla="*/ 0 w 656"/>
                  <a:gd name="T13" fmla="*/ 560 h 560"/>
                  <a:gd name="T14" fmla="*/ 0 w 656"/>
                  <a:gd name="T15" fmla="*/ 512 h 560"/>
                  <a:gd name="T16" fmla="*/ 16 w 656"/>
                  <a:gd name="T17" fmla="*/ 512 h 560"/>
                  <a:gd name="T18" fmla="*/ 112 w 656"/>
                  <a:gd name="T19" fmla="*/ 400 h 560"/>
                  <a:gd name="T20" fmla="*/ 208 w 656"/>
                  <a:gd name="T21" fmla="*/ 400 h 560"/>
                  <a:gd name="T22" fmla="*/ 208 w 656"/>
                  <a:gd name="T23" fmla="*/ 512 h 560"/>
                  <a:gd name="T24" fmla="*/ 112 w 656"/>
                  <a:gd name="T25" fmla="*/ 512 h 560"/>
                  <a:gd name="T26" fmla="*/ 112 w 656"/>
                  <a:gd name="T27" fmla="*/ 400 h 560"/>
                  <a:gd name="T28" fmla="*/ 272 w 656"/>
                  <a:gd name="T29" fmla="*/ 400 h 560"/>
                  <a:gd name="T30" fmla="*/ 384 w 656"/>
                  <a:gd name="T31" fmla="*/ 400 h 560"/>
                  <a:gd name="T32" fmla="*/ 384 w 656"/>
                  <a:gd name="T33" fmla="*/ 512 h 560"/>
                  <a:gd name="T34" fmla="*/ 272 w 656"/>
                  <a:gd name="T35" fmla="*/ 512 h 560"/>
                  <a:gd name="T36" fmla="*/ 272 w 656"/>
                  <a:gd name="T37" fmla="*/ 400 h 560"/>
                  <a:gd name="T38" fmla="*/ 448 w 656"/>
                  <a:gd name="T39" fmla="*/ 400 h 560"/>
                  <a:gd name="T40" fmla="*/ 544 w 656"/>
                  <a:gd name="T41" fmla="*/ 400 h 560"/>
                  <a:gd name="T42" fmla="*/ 544 w 656"/>
                  <a:gd name="T43" fmla="*/ 512 h 560"/>
                  <a:gd name="T44" fmla="*/ 448 w 656"/>
                  <a:gd name="T45" fmla="*/ 512 h 560"/>
                  <a:gd name="T46" fmla="*/ 448 w 656"/>
                  <a:gd name="T47" fmla="*/ 400 h 560"/>
                  <a:gd name="T48" fmla="*/ 16 w 656"/>
                  <a:gd name="T49" fmla="*/ 256 h 560"/>
                  <a:gd name="T50" fmla="*/ 48 w 656"/>
                  <a:gd name="T51" fmla="*/ 176 h 560"/>
                  <a:gd name="T52" fmla="*/ 48 w 656"/>
                  <a:gd name="T53" fmla="*/ 32 h 560"/>
                  <a:gd name="T54" fmla="*/ 336 w 656"/>
                  <a:gd name="T55" fmla="*/ 32 h 560"/>
                  <a:gd name="T56" fmla="*/ 320 w 656"/>
                  <a:gd name="T57" fmla="*/ 0 h 560"/>
                  <a:gd name="T58" fmla="*/ 400 w 656"/>
                  <a:gd name="T59" fmla="*/ 0 h 560"/>
                  <a:gd name="T60" fmla="*/ 416 w 656"/>
                  <a:gd name="T61" fmla="*/ 48 h 560"/>
                  <a:gd name="T62" fmla="*/ 560 w 656"/>
                  <a:gd name="T63" fmla="*/ 48 h 560"/>
                  <a:gd name="T64" fmla="*/ 560 w 656"/>
                  <a:gd name="T65" fmla="*/ 0 h 560"/>
                  <a:gd name="T66" fmla="*/ 640 w 656"/>
                  <a:gd name="T67" fmla="*/ 0 h 560"/>
                  <a:gd name="T68" fmla="*/ 640 w 656"/>
                  <a:gd name="T69" fmla="*/ 80 h 560"/>
                  <a:gd name="T70" fmla="*/ 416 w 656"/>
                  <a:gd name="T71" fmla="*/ 80 h 560"/>
                  <a:gd name="T72" fmla="*/ 464 w 656"/>
                  <a:gd name="T73" fmla="*/ 176 h 560"/>
                  <a:gd name="T74" fmla="*/ 496 w 656"/>
                  <a:gd name="T75" fmla="*/ 112 h 560"/>
                  <a:gd name="T76" fmla="*/ 592 w 656"/>
                  <a:gd name="T77" fmla="*/ 112 h 560"/>
                  <a:gd name="T78" fmla="*/ 528 w 656"/>
                  <a:gd name="T79" fmla="*/ 240 h 560"/>
                  <a:gd name="T80" fmla="*/ 576 w 656"/>
                  <a:gd name="T81" fmla="*/ 256 h 560"/>
                  <a:gd name="T82" fmla="*/ 576 w 656"/>
                  <a:gd name="T83" fmla="*/ 208 h 560"/>
                  <a:gd name="T84" fmla="*/ 656 w 656"/>
                  <a:gd name="T85" fmla="*/ 208 h 560"/>
                  <a:gd name="T86" fmla="*/ 656 w 656"/>
                  <a:gd name="T87" fmla="*/ 352 h 560"/>
                  <a:gd name="T88" fmla="*/ 464 w 656"/>
                  <a:gd name="T89" fmla="*/ 288 h 560"/>
                  <a:gd name="T90" fmla="*/ 336 w 656"/>
                  <a:gd name="T91" fmla="*/ 336 h 560"/>
                  <a:gd name="T92" fmla="*/ 336 w 656"/>
                  <a:gd name="T93" fmla="*/ 272 h 560"/>
                  <a:gd name="T94" fmla="*/ 416 w 656"/>
                  <a:gd name="T95" fmla="*/ 240 h 560"/>
                  <a:gd name="T96" fmla="*/ 336 w 656"/>
                  <a:gd name="T97" fmla="*/ 80 h 560"/>
                  <a:gd name="T98" fmla="*/ 128 w 656"/>
                  <a:gd name="T99" fmla="*/ 80 h 560"/>
                  <a:gd name="T100" fmla="*/ 128 w 656"/>
                  <a:gd name="T101" fmla="*/ 128 h 560"/>
                  <a:gd name="T102" fmla="*/ 320 w 656"/>
                  <a:gd name="T103" fmla="*/ 128 h 560"/>
                  <a:gd name="T104" fmla="*/ 320 w 656"/>
                  <a:gd name="T105" fmla="*/ 304 h 560"/>
                  <a:gd name="T106" fmla="*/ 288 w 656"/>
                  <a:gd name="T107" fmla="*/ 352 h 560"/>
                  <a:gd name="T108" fmla="*/ 160 w 656"/>
                  <a:gd name="T109" fmla="*/ 352 h 560"/>
                  <a:gd name="T110" fmla="*/ 160 w 656"/>
                  <a:gd name="T111" fmla="*/ 304 h 560"/>
                  <a:gd name="T112" fmla="*/ 224 w 656"/>
                  <a:gd name="T113" fmla="*/ 304 h 560"/>
                  <a:gd name="T114" fmla="*/ 240 w 656"/>
                  <a:gd name="T115" fmla="*/ 288 h 560"/>
                  <a:gd name="T116" fmla="*/ 240 w 656"/>
                  <a:gd name="T117" fmla="*/ 160 h 560"/>
                  <a:gd name="T118" fmla="*/ 128 w 656"/>
                  <a:gd name="T119" fmla="*/ 160 h 560"/>
                  <a:gd name="T120" fmla="*/ 16 w 656"/>
                  <a:gd name="T121" fmla="*/ 336 h 560"/>
                  <a:gd name="T122" fmla="*/ 16 w 656"/>
                  <a:gd name="T123" fmla="*/ 256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6" h="560">
                    <a:moveTo>
                      <a:pt x="16" y="512"/>
                    </a:moveTo>
                    <a:lnTo>
                      <a:pt x="16" y="352"/>
                    </a:lnTo>
                    <a:lnTo>
                      <a:pt x="624" y="352"/>
                    </a:lnTo>
                    <a:lnTo>
                      <a:pt x="624" y="512"/>
                    </a:lnTo>
                    <a:lnTo>
                      <a:pt x="656" y="512"/>
                    </a:lnTo>
                    <a:lnTo>
                      <a:pt x="656" y="560"/>
                    </a:lnTo>
                    <a:lnTo>
                      <a:pt x="0" y="560"/>
                    </a:lnTo>
                    <a:lnTo>
                      <a:pt x="0" y="512"/>
                    </a:lnTo>
                    <a:lnTo>
                      <a:pt x="16" y="512"/>
                    </a:lnTo>
                    <a:close/>
                    <a:moveTo>
                      <a:pt x="112" y="400"/>
                    </a:moveTo>
                    <a:lnTo>
                      <a:pt x="208" y="400"/>
                    </a:lnTo>
                    <a:lnTo>
                      <a:pt x="208" y="512"/>
                    </a:lnTo>
                    <a:lnTo>
                      <a:pt x="112" y="512"/>
                    </a:lnTo>
                    <a:lnTo>
                      <a:pt x="112" y="400"/>
                    </a:lnTo>
                    <a:close/>
                    <a:moveTo>
                      <a:pt x="272" y="400"/>
                    </a:moveTo>
                    <a:lnTo>
                      <a:pt x="384" y="400"/>
                    </a:lnTo>
                    <a:lnTo>
                      <a:pt x="384" y="512"/>
                    </a:lnTo>
                    <a:lnTo>
                      <a:pt x="272" y="512"/>
                    </a:lnTo>
                    <a:lnTo>
                      <a:pt x="272" y="400"/>
                    </a:lnTo>
                    <a:close/>
                    <a:moveTo>
                      <a:pt x="448" y="400"/>
                    </a:moveTo>
                    <a:lnTo>
                      <a:pt x="544" y="400"/>
                    </a:lnTo>
                    <a:lnTo>
                      <a:pt x="544" y="512"/>
                    </a:lnTo>
                    <a:lnTo>
                      <a:pt x="448" y="512"/>
                    </a:lnTo>
                    <a:lnTo>
                      <a:pt x="448" y="400"/>
                    </a:lnTo>
                    <a:close/>
                    <a:moveTo>
                      <a:pt x="16" y="256"/>
                    </a:moveTo>
                    <a:cubicBezTo>
                      <a:pt x="32" y="240"/>
                      <a:pt x="48" y="208"/>
                      <a:pt x="48" y="176"/>
                    </a:cubicBezTo>
                    <a:lnTo>
                      <a:pt x="48" y="32"/>
                    </a:lnTo>
                    <a:lnTo>
                      <a:pt x="336" y="32"/>
                    </a:lnTo>
                    <a:cubicBezTo>
                      <a:pt x="320" y="16"/>
                      <a:pt x="320" y="16"/>
                      <a:pt x="320" y="0"/>
                    </a:cubicBezTo>
                    <a:lnTo>
                      <a:pt x="400" y="0"/>
                    </a:lnTo>
                    <a:cubicBezTo>
                      <a:pt x="400" y="16"/>
                      <a:pt x="400" y="32"/>
                      <a:pt x="416" y="48"/>
                    </a:cubicBezTo>
                    <a:lnTo>
                      <a:pt x="560" y="48"/>
                    </a:lnTo>
                    <a:lnTo>
                      <a:pt x="560" y="0"/>
                    </a:lnTo>
                    <a:lnTo>
                      <a:pt x="640" y="0"/>
                    </a:lnTo>
                    <a:lnTo>
                      <a:pt x="640" y="80"/>
                    </a:lnTo>
                    <a:lnTo>
                      <a:pt x="416" y="80"/>
                    </a:lnTo>
                    <a:cubicBezTo>
                      <a:pt x="432" y="112"/>
                      <a:pt x="448" y="144"/>
                      <a:pt x="464" y="176"/>
                    </a:cubicBezTo>
                    <a:lnTo>
                      <a:pt x="496" y="112"/>
                    </a:lnTo>
                    <a:lnTo>
                      <a:pt x="592" y="112"/>
                    </a:lnTo>
                    <a:cubicBezTo>
                      <a:pt x="576" y="160"/>
                      <a:pt x="560" y="192"/>
                      <a:pt x="528" y="240"/>
                    </a:cubicBezTo>
                    <a:cubicBezTo>
                      <a:pt x="544" y="240"/>
                      <a:pt x="560" y="256"/>
                      <a:pt x="576" y="256"/>
                    </a:cubicBezTo>
                    <a:lnTo>
                      <a:pt x="576" y="208"/>
                    </a:lnTo>
                    <a:lnTo>
                      <a:pt x="656" y="208"/>
                    </a:lnTo>
                    <a:lnTo>
                      <a:pt x="656" y="352"/>
                    </a:lnTo>
                    <a:cubicBezTo>
                      <a:pt x="576" y="352"/>
                      <a:pt x="528" y="320"/>
                      <a:pt x="464" y="288"/>
                    </a:cubicBezTo>
                    <a:cubicBezTo>
                      <a:pt x="432" y="304"/>
                      <a:pt x="384" y="320"/>
                      <a:pt x="336" y="336"/>
                    </a:cubicBezTo>
                    <a:lnTo>
                      <a:pt x="336" y="272"/>
                    </a:lnTo>
                    <a:cubicBezTo>
                      <a:pt x="368" y="256"/>
                      <a:pt x="384" y="256"/>
                      <a:pt x="416" y="240"/>
                    </a:cubicBezTo>
                    <a:cubicBezTo>
                      <a:pt x="368" y="176"/>
                      <a:pt x="352" y="128"/>
                      <a:pt x="336" y="80"/>
                    </a:cubicBezTo>
                    <a:lnTo>
                      <a:pt x="128" y="80"/>
                    </a:lnTo>
                    <a:lnTo>
                      <a:pt x="128" y="128"/>
                    </a:lnTo>
                    <a:lnTo>
                      <a:pt x="320" y="128"/>
                    </a:lnTo>
                    <a:lnTo>
                      <a:pt x="320" y="304"/>
                    </a:lnTo>
                    <a:cubicBezTo>
                      <a:pt x="320" y="320"/>
                      <a:pt x="304" y="352"/>
                      <a:pt x="288" y="352"/>
                    </a:cubicBezTo>
                    <a:lnTo>
                      <a:pt x="160" y="352"/>
                    </a:lnTo>
                    <a:lnTo>
                      <a:pt x="160" y="304"/>
                    </a:lnTo>
                    <a:lnTo>
                      <a:pt x="224" y="304"/>
                    </a:lnTo>
                    <a:cubicBezTo>
                      <a:pt x="224" y="304"/>
                      <a:pt x="240" y="304"/>
                      <a:pt x="240" y="288"/>
                    </a:cubicBezTo>
                    <a:lnTo>
                      <a:pt x="240" y="160"/>
                    </a:lnTo>
                    <a:lnTo>
                      <a:pt x="128" y="160"/>
                    </a:lnTo>
                    <a:cubicBezTo>
                      <a:pt x="128" y="272"/>
                      <a:pt x="80" y="320"/>
                      <a:pt x="16" y="336"/>
                    </a:cubicBezTo>
                    <a:lnTo>
                      <a:pt x="16" y="25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4" name="文本框 43"/>
            <p:cNvSpPr txBox="1"/>
            <p:nvPr/>
          </p:nvSpPr>
          <p:spPr>
            <a:xfrm>
              <a:off x="669925" y="1616351"/>
              <a:ext cx="23760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100" dirty="0">
                  <a:solidFill>
                    <a:schemeClr val="bg1"/>
                  </a:solidFill>
                </a:rPr>
                <a:t>科   技   创   新  </a:t>
              </a:r>
              <a:r>
                <a:rPr lang="zh-CN" altLang="en-US" sz="1100" baseline="0" dirty="0">
                  <a:solidFill>
                    <a:schemeClr val="bg1"/>
                  </a:solidFill>
                </a:rPr>
                <a:t>    </a:t>
              </a:r>
              <a:r>
                <a:rPr lang="zh-CN" altLang="en-US" sz="1100" dirty="0">
                  <a:solidFill>
                    <a:schemeClr val="bg1"/>
                  </a:solidFill>
                </a:rPr>
                <a:t> 文   化   护   航</a:t>
              </a:r>
            </a:p>
          </p:txBody>
        </p:sp>
      </p:grpSp>
      <p:sp>
        <p:nvSpPr>
          <p:cNvPr id="30" name="矩形 29"/>
          <p:cNvSpPr/>
          <p:nvPr userDrawn="1"/>
        </p:nvSpPr>
        <p:spPr>
          <a:xfrm>
            <a:off x="669925" y="6428792"/>
            <a:ext cx="16546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>
                <a:solidFill>
                  <a:srgbClr val="284753"/>
                </a:solidFill>
              </a:rPr>
              <a:t>Confidential © HSAE</a:t>
            </a:r>
          </a:p>
        </p:txBody>
      </p:sp>
    </p:spTree>
    <p:extLst>
      <p:ext uri="{BB962C8B-B14F-4D97-AF65-F5344CB8AC3E}">
        <p14:creationId xmlns:p14="http://schemas.microsoft.com/office/powerpoint/2010/main" val="3582141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íṩļíḍé"/>
          <p:cNvSpPr/>
          <p:nvPr userDrawn="1"/>
        </p:nvSpPr>
        <p:spPr>
          <a:xfrm>
            <a:off x="0" y="1773679"/>
            <a:ext cx="12192000" cy="3310642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9601200" y="405735"/>
            <a:ext cx="1919288" cy="456511"/>
            <a:chOff x="7836774" y="258763"/>
            <a:chExt cx="4044824" cy="906292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8618539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/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7974014" y="271463"/>
              <a:ext cx="593724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/>
            </a:p>
          </p:txBody>
        </p:sp>
        <p:sp>
          <p:nvSpPr>
            <p:cNvPr id="15" name="Freeform 7"/>
            <p:cNvSpPr>
              <a:spLocks noEditPoints="1"/>
            </p:cNvSpPr>
            <p:nvPr/>
          </p:nvSpPr>
          <p:spPr bwMode="auto">
            <a:xfrm>
              <a:off x="9163052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/>
            </a:p>
          </p:txBody>
        </p:sp>
        <p:sp>
          <p:nvSpPr>
            <p:cNvPr id="16" name="Freeform 8"/>
            <p:cNvSpPr>
              <a:spLocks/>
            </p:cNvSpPr>
            <p:nvPr/>
          </p:nvSpPr>
          <p:spPr bwMode="auto">
            <a:xfrm>
              <a:off x="9882189" y="282576"/>
              <a:ext cx="569912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10612439" y="258763"/>
              <a:ext cx="520701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/>
            </a:p>
          </p:txBody>
        </p:sp>
        <p:sp>
          <p:nvSpPr>
            <p:cNvPr id="18" name="Freeform 10"/>
            <p:cNvSpPr>
              <a:spLocks noEditPoints="1"/>
            </p:cNvSpPr>
            <p:nvPr/>
          </p:nvSpPr>
          <p:spPr bwMode="auto">
            <a:xfrm>
              <a:off x="11220452" y="258763"/>
              <a:ext cx="507999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1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836774" y="706794"/>
              <a:ext cx="4044824" cy="45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900" baseline="0" dirty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</a:rPr>
                <a:t> 文   化   护   航</a:t>
              </a:r>
            </a:p>
          </p:txBody>
        </p:sp>
      </p:grpSp>
      <p:sp>
        <p:nvSpPr>
          <p:cNvPr id="20" name="矩形 19"/>
          <p:cNvSpPr/>
          <p:nvPr userDrawn="1"/>
        </p:nvSpPr>
        <p:spPr>
          <a:xfrm>
            <a:off x="669925" y="6428792"/>
            <a:ext cx="16546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>
                <a:solidFill>
                  <a:srgbClr val="284753"/>
                </a:solidFill>
              </a:rPr>
              <a:t>Confidential © HSAE</a:t>
            </a:r>
          </a:p>
        </p:txBody>
      </p:sp>
    </p:spTree>
    <p:extLst>
      <p:ext uri="{BB962C8B-B14F-4D97-AF65-F5344CB8AC3E}">
        <p14:creationId xmlns:p14="http://schemas.microsoft.com/office/powerpoint/2010/main" val="81042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9850599" y="6477561"/>
            <a:ext cx="1592887" cy="179461"/>
            <a:chOff x="7974013" y="258763"/>
            <a:chExt cx="3754438" cy="398463"/>
          </a:xfrm>
        </p:grpSpPr>
        <p:sp>
          <p:nvSpPr>
            <p:cNvPr id="28" name="Freeform 5"/>
            <p:cNvSpPr>
              <a:spLocks/>
            </p:cNvSpPr>
            <p:nvPr/>
          </p:nvSpPr>
          <p:spPr bwMode="auto">
            <a:xfrm>
              <a:off x="8618538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/>
            </a:p>
          </p:txBody>
        </p:sp>
        <p:sp>
          <p:nvSpPr>
            <p:cNvPr id="29" name="Freeform 6"/>
            <p:cNvSpPr>
              <a:spLocks/>
            </p:cNvSpPr>
            <p:nvPr/>
          </p:nvSpPr>
          <p:spPr bwMode="auto">
            <a:xfrm>
              <a:off x="7974013" y="271463"/>
              <a:ext cx="593725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/>
            </a:p>
          </p:txBody>
        </p:sp>
        <p:sp>
          <p:nvSpPr>
            <p:cNvPr id="30" name="Freeform 7"/>
            <p:cNvSpPr>
              <a:spLocks noEditPoints="1"/>
            </p:cNvSpPr>
            <p:nvPr/>
          </p:nvSpPr>
          <p:spPr bwMode="auto">
            <a:xfrm>
              <a:off x="9163051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/>
            </a:p>
          </p:txBody>
        </p:sp>
        <p:sp>
          <p:nvSpPr>
            <p:cNvPr id="31" name="Freeform 8"/>
            <p:cNvSpPr>
              <a:spLocks/>
            </p:cNvSpPr>
            <p:nvPr/>
          </p:nvSpPr>
          <p:spPr bwMode="auto">
            <a:xfrm>
              <a:off x="9882188" y="282576"/>
              <a:ext cx="569913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/>
            </a:p>
          </p:txBody>
        </p:sp>
        <p:sp>
          <p:nvSpPr>
            <p:cNvPr id="32" name="Freeform 9"/>
            <p:cNvSpPr>
              <a:spLocks noEditPoints="1"/>
            </p:cNvSpPr>
            <p:nvPr/>
          </p:nvSpPr>
          <p:spPr bwMode="auto">
            <a:xfrm>
              <a:off x="10612438" y="258763"/>
              <a:ext cx="520700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/>
            </a:p>
          </p:txBody>
        </p:sp>
        <p:sp>
          <p:nvSpPr>
            <p:cNvPr id="33" name="Freeform 10"/>
            <p:cNvSpPr>
              <a:spLocks noEditPoints="1"/>
            </p:cNvSpPr>
            <p:nvPr/>
          </p:nvSpPr>
          <p:spPr bwMode="auto">
            <a:xfrm>
              <a:off x="11220451" y="258763"/>
              <a:ext cx="508000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50"/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669925" y="6428792"/>
            <a:ext cx="16113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>
                <a:solidFill>
                  <a:srgbClr val="284753"/>
                </a:solidFill>
              </a:rPr>
              <a:t>Confidential © HSAE</a:t>
            </a: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669925" y="276525"/>
            <a:ext cx="11070607" cy="409039"/>
          </a:xfrm>
        </p:spPr>
        <p:txBody>
          <a:bodyPr anchor="ctr">
            <a:noAutofit/>
          </a:bodyPr>
          <a:lstStyle>
            <a:lvl1pPr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11DDC141-3E6C-46D5-8695-6B307540D62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309623"/>
            <a:ext cx="323681" cy="32964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D97BFE99-A247-4E77-8C69-0697D9238B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1009" y="309623"/>
            <a:ext cx="90698" cy="32964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002060"/>
              </a:solidFill>
              <a:latin typeface="黑体" panose="02010600030101010101" pitchFamily="49" charset="-122"/>
              <a:ea typeface="黑体" panose="02010600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1830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1795986" y="2032680"/>
            <a:ext cx="2115085" cy="506994"/>
            <a:chOff x="1795986" y="2032680"/>
            <a:chExt cx="2115085" cy="506994"/>
          </a:xfrm>
        </p:grpSpPr>
        <p:grpSp>
          <p:nvGrpSpPr>
            <p:cNvPr id="2" name="组合 1"/>
            <p:cNvGrpSpPr/>
            <p:nvPr userDrawn="1"/>
          </p:nvGrpSpPr>
          <p:grpSpPr>
            <a:xfrm>
              <a:off x="1871909" y="2032680"/>
              <a:ext cx="1963239" cy="231922"/>
              <a:chOff x="1867750" y="2032680"/>
              <a:chExt cx="1963239" cy="231922"/>
            </a:xfrm>
          </p:grpSpPr>
          <p:sp>
            <p:nvSpPr>
              <p:cNvPr id="22" name="Freeform 5"/>
              <p:cNvSpPr>
                <a:spLocks/>
              </p:cNvSpPr>
              <p:nvPr/>
            </p:nvSpPr>
            <p:spPr bwMode="auto">
              <a:xfrm>
                <a:off x="2204779" y="2046540"/>
                <a:ext cx="284732" cy="218061"/>
              </a:xfrm>
              <a:custGeom>
                <a:avLst/>
                <a:gdLst>
                  <a:gd name="T0" fmla="*/ 0 w 704"/>
                  <a:gd name="T1" fmla="*/ 416 h 528"/>
                  <a:gd name="T2" fmla="*/ 432 w 704"/>
                  <a:gd name="T3" fmla="*/ 416 h 528"/>
                  <a:gd name="T4" fmla="*/ 480 w 704"/>
                  <a:gd name="T5" fmla="*/ 384 h 528"/>
                  <a:gd name="T6" fmla="*/ 480 w 704"/>
                  <a:gd name="T7" fmla="*/ 352 h 528"/>
                  <a:gd name="T8" fmla="*/ 432 w 704"/>
                  <a:gd name="T9" fmla="*/ 320 h 528"/>
                  <a:gd name="T10" fmla="*/ 160 w 704"/>
                  <a:gd name="T11" fmla="*/ 256 h 528"/>
                  <a:gd name="T12" fmla="*/ 0 w 704"/>
                  <a:gd name="T13" fmla="*/ 144 h 528"/>
                  <a:gd name="T14" fmla="*/ 0 w 704"/>
                  <a:gd name="T15" fmla="*/ 64 h 528"/>
                  <a:gd name="T16" fmla="*/ 80 w 704"/>
                  <a:gd name="T17" fmla="*/ 0 h 528"/>
                  <a:gd name="T18" fmla="*/ 704 w 704"/>
                  <a:gd name="T19" fmla="*/ 0 h 528"/>
                  <a:gd name="T20" fmla="*/ 704 w 704"/>
                  <a:gd name="T21" fmla="*/ 96 h 528"/>
                  <a:gd name="T22" fmla="*/ 224 w 704"/>
                  <a:gd name="T23" fmla="*/ 96 h 528"/>
                  <a:gd name="T24" fmla="*/ 224 w 704"/>
                  <a:gd name="T25" fmla="*/ 160 h 528"/>
                  <a:gd name="T26" fmla="*/ 272 w 704"/>
                  <a:gd name="T27" fmla="*/ 192 h 528"/>
                  <a:gd name="T28" fmla="*/ 608 w 704"/>
                  <a:gd name="T29" fmla="*/ 256 h 528"/>
                  <a:gd name="T30" fmla="*/ 704 w 704"/>
                  <a:gd name="T31" fmla="*/ 336 h 528"/>
                  <a:gd name="T32" fmla="*/ 704 w 704"/>
                  <a:gd name="T33" fmla="*/ 432 h 528"/>
                  <a:gd name="T34" fmla="*/ 624 w 704"/>
                  <a:gd name="T35" fmla="*/ 528 h 528"/>
                  <a:gd name="T36" fmla="*/ 0 w 704"/>
                  <a:gd name="T37" fmla="*/ 528 h 528"/>
                  <a:gd name="T38" fmla="*/ 0 w 704"/>
                  <a:gd name="T39" fmla="*/ 416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04" h="528">
                    <a:moveTo>
                      <a:pt x="0" y="416"/>
                    </a:moveTo>
                    <a:lnTo>
                      <a:pt x="432" y="416"/>
                    </a:lnTo>
                    <a:cubicBezTo>
                      <a:pt x="464" y="416"/>
                      <a:pt x="480" y="416"/>
                      <a:pt x="480" y="384"/>
                    </a:cubicBezTo>
                    <a:lnTo>
                      <a:pt x="480" y="352"/>
                    </a:lnTo>
                    <a:cubicBezTo>
                      <a:pt x="480" y="336"/>
                      <a:pt x="448" y="320"/>
                      <a:pt x="432" y="320"/>
                    </a:cubicBezTo>
                    <a:lnTo>
                      <a:pt x="160" y="256"/>
                    </a:lnTo>
                    <a:cubicBezTo>
                      <a:pt x="64" y="240"/>
                      <a:pt x="16" y="208"/>
                      <a:pt x="0" y="144"/>
                    </a:cubicBezTo>
                    <a:lnTo>
                      <a:pt x="0" y="64"/>
                    </a:lnTo>
                    <a:cubicBezTo>
                      <a:pt x="0" y="32"/>
                      <a:pt x="32" y="0"/>
                      <a:pt x="80" y="0"/>
                    </a:cubicBezTo>
                    <a:lnTo>
                      <a:pt x="704" y="0"/>
                    </a:lnTo>
                    <a:lnTo>
                      <a:pt x="704" y="96"/>
                    </a:lnTo>
                    <a:lnTo>
                      <a:pt x="224" y="96"/>
                    </a:lnTo>
                    <a:lnTo>
                      <a:pt x="224" y="160"/>
                    </a:lnTo>
                    <a:cubicBezTo>
                      <a:pt x="224" y="176"/>
                      <a:pt x="256" y="176"/>
                      <a:pt x="272" y="192"/>
                    </a:cubicBezTo>
                    <a:lnTo>
                      <a:pt x="608" y="256"/>
                    </a:lnTo>
                    <a:cubicBezTo>
                      <a:pt x="656" y="272"/>
                      <a:pt x="704" y="288"/>
                      <a:pt x="704" y="336"/>
                    </a:cubicBezTo>
                    <a:lnTo>
                      <a:pt x="704" y="432"/>
                    </a:lnTo>
                    <a:cubicBezTo>
                      <a:pt x="704" y="480"/>
                      <a:pt x="672" y="528"/>
                      <a:pt x="624" y="528"/>
                    </a:cubicBezTo>
                    <a:lnTo>
                      <a:pt x="0" y="528"/>
                    </a:lnTo>
                    <a:lnTo>
                      <a:pt x="0" y="41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00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Freeform 6"/>
              <p:cNvSpPr>
                <a:spLocks/>
              </p:cNvSpPr>
              <p:nvPr/>
            </p:nvSpPr>
            <p:spPr bwMode="auto">
              <a:xfrm>
                <a:off x="1867750" y="2040072"/>
                <a:ext cx="310466" cy="218061"/>
              </a:xfrm>
              <a:custGeom>
                <a:avLst/>
                <a:gdLst>
                  <a:gd name="T0" fmla="*/ 93 w 374"/>
                  <a:gd name="T1" fmla="*/ 93 h 236"/>
                  <a:gd name="T2" fmla="*/ 281 w 374"/>
                  <a:gd name="T3" fmla="*/ 93 h 236"/>
                  <a:gd name="T4" fmla="*/ 281 w 374"/>
                  <a:gd name="T5" fmla="*/ 0 h 236"/>
                  <a:gd name="T6" fmla="*/ 374 w 374"/>
                  <a:gd name="T7" fmla="*/ 0 h 236"/>
                  <a:gd name="T8" fmla="*/ 374 w 374"/>
                  <a:gd name="T9" fmla="*/ 236 h 236"/>
                  <a:gd name="T10" fmla="*/ 281 w 374"/>
                  <a:gd name="T11" fmla="*/ 236 h 236"/>
                  <a:gd name="T12" fmla="*/ 281 w 374"/>
                  <a:gd name="T13" fmla="*/ 136 h 236"/>
                  <a:gd name="T14" fmla="*/ 93 w 374"/>
                  <a:gd name="T15" fmla="*/ 136 h 236"/>
                  <a:gd name="T16" fmla="*/ 93 w 374"/>
                  <a:gd name="T17" fmla="*/ 236 h 236"/>
                  <a:gd name="T18" fmla="*/ 0 w 374"/>
                  <a:gd name="T19" fmla="*/ 236 h 236"/>
                  <a:gd name="T20" fmla="*/ 0 w 374"/>
                  <a:gd name="T21" fmla="*/ 0 h 236"/>
                  <a:gd name="T22" fmla="*/ 93 w 374"/>
                  <a:gd name="T23" fmla="*/ 0 h 236"/>
                  <a:gd name="T24" fmla="*/ 93 w 374"/>
                  <a:gd name="T25" fmla="*/ 93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4" h="236">
                    <a:moveTo>
                      <a:pt x="93" y="93"/>
                    </a:moveTo>
                    <a:lnTo>
                      <a:pt x="281" y="93"/>
                    </a:lnTo>
                    <a:lnTo>
                      <a:pt x="281" y="0"/>
                    </a:lnTo>
                    <a:lnTo>
                      <a:pt x="374" y="0"/>
                    </a:lnTo>
                    <a:lnTo>
                      <a:pt x="374" y="236"/>
                    </a:lnTo>
                    <a:lnTo>
                      <a:pt x="281" y="236"/>
                    </a:lnTo>
                    <a:lnTo>
                      <a:pt x="281" y="136"/>
                    </a:lnTo>
                    <a:lnTo>
                      <a:pt x="93" y="136"/>
                    </a:lnTo>
                    <a:lnTo>
                      <a:pt x="93" y="236"/>
                    </a:lnTo>
                    <a:lnTo>
                      <a:pt x="0" y="236"/>
                    </a:lnTo>
                    <a:lnTo>
                      <a:pt x="0" y="0"/>
                    </a:lnTo>
                    <a:lnTo>
                      <a:pt x="93" y="0"/>
                    </a:lnTo>
                    <a:lnTo>
                      <a:pt x="93" y="9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00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Freeform 7"/>
              <p:cNvSpPr>
                <a:spLocks noEditPoints="1"/>
              </p:cNvSpPr>
              <p:nvPr/>
            </p:nvSpPr>
            <p:spPr bwMode="auto">
              <a:xfrm>
                <a:off x="2489512" y="2046540"/>
                <a:ext cx="362764" cy="218061"/>
              </a:xfrm>
              <a:custGeom>
                <a:avLst/>
                <a:gdLst>
                  <a:gd name="T0" fmla="*/ 16 w 896"/>
                  <a:gd name="T1" fmla="*/ 512 h 528"/>
                  <a:gd name="T2" fmla="*/ 144 w 896"/>
                  <a:gd name="T3" fmla="*/ 304 h 528"/>
                  <a:gd name="T4" fmla="*/ 0 w 896"/>
                  <a:gd name="T5" fmla="*/ 240 h 528"/>
                  <a:gd name="T6" fmla="*/ 160 w 896"/>
                  <a:gd name="T7" fmla="*/ 288 h 528"/>
                  <a:gd name="T8" fmla="*/ 288 w 896"/>
                  <a:gd name="T9" fmla="*/ 32 h 528"/>
                  <a:gd name="T10" fmla="*/ 352 w 896"/>
                  <a:gd name="T11" fmla="*/ 0 h 528"/>
                  <a:gd name="T12" fmla="*/ 544 w 896"/>
                  <a:gd name="T13" fmla="*/ 0 h 528"/>
                  <a:gd name="T14" fmla="*/ 592 w 896"/>
                  <a:gd name="T15" fmla="*/ 32 h 528"/>
                  <a:gd name="T16" fmla="*/ 720 w 896"/>
                  <a:gd name="T17" fmla="*/ 256 h 528"/>
                  <a:gd name="T18" fmla="*/ 832 w 896"/>
                  <a:gd name="T19" fmla="*/ 208 h 528"/>
                  <a:gd name="T20" fmla="*/ 896 w 896"/>
                  <a:gd name="T21" fmla="*/ 320 h 528"/>
                  <a:gd name="T22" fmla="*/ 336 w 896"/>
                  <a:gd name="T23" fmla="*/ 368 h 528"/>
                  <a:gd name="T24" fmla="*/ 240 w 896"/>
                  <a:gd name="T25" fmla="*/ 528 h 528"/>
                  <a:gd name="T26" fmla="*/ 16 w 896"/>
                  <a:gd name="T27" fmla="*/ 512 h 528"/>
                  <a:gd name="T28" fmla="*/ 576 w 896"/>
                  <a:gd name="T29" fmla="*/ 384 h 528"/>
                  <a:gd name="T30" fmla="*/ 656 w 896"/>
                  <a:gd name="T31" fmla="*/ 512 h 528"/>
                  <a:gd name="T32" fmla="*/ 880 w 896"/>
                  <a:gd name="T33" fmla="*/ 512 h 528"/>
                  <a:gd name="T34" fmla="*/ 784 w 896"/>
                  <a:gd name="T35" fmla="*/ 368 h 528"/>
                  <a:gd name="T36" fmla="*/ 576 w 896"/>
                  <a:gd name="T37" fmla="*/ 384 h 528"/>
                  <a:gd name="T38" fmla="*/ 368 w 896"/>
                  <a:gd name="T39" fmla="*/ 304 h 528"/>
                  <a:gd name="T40" fmla="*/ 448 w 896"/>
                  <a:gd name="T41" fmla="*/ 160 h 528"/>
                  <a:gd name="T42" fmla="*/ 528 w 896"/>
                  <a:gd name="T43" fmla="*/ 288 h 528"/>
                  <a:gd name="T44" fmla="*/ 368 w 896"/>
                  <a:gd name="T45" fmla="*/ 304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96" h="528">
                    <a:moveTo>
                      <a:pt x="16" y="512"/>
                    </a:moveTo>
                    <a:lnTo>
                      <a:pt x="144" y="304"/>
                    </a:lnTo>
                    <a:cubicBezTo>
                      <a:pt x="80" y="288"/>
                      <a:pt x="48" y="272"/>
                      <a:pt x="0" y="240"/>
                    </a:cubicBezTo>
                    <a:cubicBezTo>
                      <a:pt x="48" y="256"/>
                      <a:pt x="96" y="272"/>
                      <a:pt x="160" y="288"/>
                    </a:cubicBezTo>
                    <a:lnTo>
                      <a:pt x="288" y="32"/>
                    </a:lnTo>
                    <a:cubicBezTo>
                      <a:pt x="304" y="16"/>
                      <a:pt x="336" y="0"/>
                      <a:pt x="352" y="0"/>
                    </a:cubicBezTo>
                    <a:lnTo>
                      <a:pt x="544" y="0"/>
                    </a:lnTo>
                    <a:cubicBezTo>
                      <a:pt x="560" y="0"/>
                      <a:pt x="576" y="16"/>
                      <a:pt x="592" y="32"/>
                    </a:cubicBezTo>
                    <a:lnTo>
                      <a:pt x="720" y="256"/>
                    </a:lnTo>
                    <a:lnTo>
                      <a:pt x="832" y="208"/>
                    </a:lnTo>
                    <a:lnTo>
                      <a:pt x="896" y="320"/>
                    </a:lnTo>
                    <a:cubicBezTo>
                      <a:pt x="720" y="368"/>
                      <a:pt x="544" y="384"/>
                      <a:pt x="336" y="368"/>
                    </a:cubicBezTo>
                    <a:lnTo>
                      <a:pt x="240" y="528"/>
                    </a:lnTo>
                    <a:lnTo>
                      <a:pt x="16" y="512"/>
                    </a:lnTo>
                    <a:close/>
                    <a:moveTo>
                      <a:pt x="576" y="384"/>
                    </a:moveTo>
                    <a:lnTo>
                      <a:pt x="656" y="512"/>
                    </a:lnTo>
                    <a:lnTo>
                      <a:pt x="880" y="512"/>
                    </a:lnTo>
                    <a:lnTo>
                      <a:pt x="784" y="368"/>
                    </a:lnTo>
                    <a:cubicBezTo>
                      <a:pt x="720" y="368"/>
                      <a:pt x="656" y="384"/>
                      <a:pt x="576" y="384"/>
                    </a:cubicBezTo>
                    <a:close/>
                    <a:moveTo>
                      <a:pt x="368" y="304"/>
                    </a:moveTo>
                    <a:lnTo>
                      <a:pt x="448" y="160"/>
                    </a:lnTo>
                    <a:lnTo>
                      <a:pt x="528" y="288"/>
                    </a:lnTo>
                    <a:cubicBezTo>
                      <a:pt x="464" y="304"/>
                      <a:pt x="416" y="304"/>
                      <a:pt x="368" y="30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00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Freeform 8"/>
              <p:cNvSpPr>
                <a:spLocks/>
              </p:cNvSpPr>
              <p:nvPr/>
            </p:nvSpPr>
            <p:spPr bwMode="auto">
              <a:xfrm>
                <a:off x="2865557" y="2046540"/>
                <a:ext cx="298014" cy="211594"/>
              </a:xfrm>
              <a:custGeom>
                <a:avLst/>
                <a:gdLst>
                  <a:gd name="T0" fmla="*/ 0 w 736"/>
                  <a:gd name="T1" fmla="*/ 480 h 512"/>
                  <a:gd name="T2" fmla="*/ 0 w 736"/>
                  <a:gd name="T3" fmla="*/ 32 h 512"/>
                  <a:gd name="T4" fmla="*/ 48 w 736"/>
                  <a:gd name="T5" fmla="*/ 0 h 512"/>
                  <a:gd name="T6" fmla="*/ 736 w 736"/>
                  <a:gd name="T7" fmla="*/ 0 h 512"/>
                  <a:gd name="T8" fmla="*/ 736 w 736"/>
                  <a:gd name="T9" fmla="*/ 96 h 512"/>
                  <a:gd name="T10" fmla="*/ 208 w 736"/>
                  <a:gd name="T11" fmla="*/ 96 h 512"/>
                  <a:gd name="T12" fmla="*/ 208 w 736"/>
                  <a:gd name="T13" fmla="*/ 192 h 512"/>
                  <a:gd name="T14" fmla="*/ 448 w 736"/>
                  <a:gd name="T15" fmla="*/ 192 h 512"/>
                  <a:gd name="T16" fmla="*/ 448 w 736"/>
                  <a:gd name="T17" fmla="*/ 288 h 512"/>
                  <a:gd name="T18" fmla="*/ 208 w 736"/>
                  <a:gd name="T19" fmla="*/ 288 h 512"/>
                  <a:gd name="T20" fmla="*/ 208 w 736"/>
                  <a:gd name="T21" fmla="*/ 416 h 512"/>
                  <a:gd name="T22" fmla="*/ 736 w 736"/>
                  <a:gd name="T23" fmla="*/ 416 h 512"/>
                  <a:gd name="T24" fmla="*/ 736 w 736"/>
                  <a:gd name="T25" fmla="*/ 512 h 512"/>
                  <a:gd name="T26" fmla="*/ 32 w 736"/>
                  <a:gd name="T27" fmla="*/ 512 h 512"/>
                  <a:gd name="T28" fmla="*/ 0 w 736"/>
                  <a:gd name="T29" fmla="*/ 48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36" h="512">
                    <a:moveTo>
                      <a:pt x="0" y="480"/>
                    </a:moveTo>
                    <a:lnTo>
                      <a:pt x="0" y="32"/>
                    </a:lnTo>
                    <a:cubicBezTo>
                      <a:pt x="0" y="16"/>
                      <a:pt x="16" y="0"/>
                      <a:pt x="48" y="0"/>
                    </a:cubicBezTo>
                    <a:lnTo>
                      <a:pt x="736" y="0"/>
                    </a:lnTo>
                    <a:lnTo>
                      <a:pt x="736" y="96"/>
                    </a:lnTo>
                    <a:lnTo>
                      <a:pt x="208" y="96"/>
                    </a:lnTo>
                    <a:lnTo>
                      <a:pt x="208" y="192"/>
                    </a:lnTo>
                    <a:lnTo>
                      <a:pt x="448" y="192"/>
                    </a:lnTo>
                    <a:lnTo>
                      <a:pt x="448" y="288"/>
                    </a:lnTo>
                    <a:lnTo>
                      <a:pt x="208" y="288"/>
                    </a:lnTo>
                    <a:lnTo>
                      <a:pt x="208" y="416"/>
                    </a:lnTo>
                    <a:lnTo>
                      <a:pt x="736" y="416"/>
                    </a:lnTo>
                    <a:lnTo>
                      <a:pt x="736" y="512"/>
                    </a:lnTo>
                    <a:lnTo>
                      <a:pt x="32" y="512"/>
                    </a:lnTo>
                    <a:cubicBezTo>
                      <a:pt x="16" y="512"/>
                      <a:pt x="0" y="496"/>
                      <a:pt x="0" y="48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00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9" name="Freeform 9"/>
              <p:cNvSpPr>
                <a:spLocks noEditPoints="1"/>
              </p:cNvSpPr>
              <p:nvPr/>
            </p:nvSpPr>
            <p:spPr bwMode="auto">
              <a:xfrm>
                <a:off x="3247413" y="2032680"/>
                <a:ext cx="272280" cy="231922"/>
              </a:xfrm>
              <a:custGeom>
                <a:avLst/>
                <a:gdLst>
                  <a:gd name="T0" fmla="*/ 128 w 672"/>
                  <a:gd name="T1" fmla="*/ 256 h 560"/>
                  <a:gd name="T2" fmla="*/ 128 w 672"/>
                  <a:gd name="T3" fmla="*/ 128 h 560"/>
                  <a:gd name="T4" fmla="*/ 160 w 672"/>
                  <a:gd name="T5" fmla="*/ 224 h 560"/>
                  <a:gd name="T6" fmla="*/ 240 w 672"/>
                  <a:gd name="T7" fmla="*/ 224 h 560"/>
                  <a:gd name="T8" fmla="*/ 208 w 672"/>
                  <a:gd name="T9" fmla="*/ 128 h 560"/>
                  <a:gd name="T10" fmla="*/ 128 w 672"/>
                  <a:gd name="T11" fmla="*/ 128 h 560"/>
                  <a:gd name="T12" fmla="*/ 128 w 672"/>
                  <a:gd name="T13" fmla="*/ 80 h 560"/>
                  <a:gd name="T14" fmla="*/ 240 w 672"/>
                  <a:gd name="T15" fmla="*/ 80 h 560"/>
                  <a:gd name="T16" fmla="*/ 240 w 672"/>
                  <a:gd name="T17" fmla="*/ 256 h 560"/>
                  <a:gd name="T18" fmla="*/ 128 w 672"/>
                  <a:gd name="T19" fmla="*/ 256 h 560"/>
                  <a:gd name="T20" fmla="*/ 144 w 672"/>
                  <a:gd name="T21" fmla="*/ 320 h 560"/>
                  <a:gd name="T22" fmla="*/ 160 w 672"/>
                  <a:gd name="T23" fmla="*/ 432 h 560"/>
                  <a:gd name="T24" fmla="*/ 240 w 672"/>
                  <a:gd name="T25" fmla="*/ 432 h 560"/>
                  <a:gd name="T26" fmla="*/ 208 w 672"/>
                  <a:gd name="T27" fmla="*/ 320 h 560"/>
                  <a:gd name="T28" fmla="*/ 144 w 672"/>
                  <a:gd name="T29" fmla="*/ 320 h 560"/>
                  <a:gd name="T30" fmla="*/ 448 w 672"/>
                  <a:gd name="T31" fmla="*/ 48 h 560"/>
                  <a:gd name="T32" fmla="*/ 416 w 672"/>
                  <a:gd name="T33" fmla="*/ 0 h 560"/>
                  <a:gd name="T34" fmla="*/ 512 w 672"/>
                  <a:gd name="T35" fmla="*/ 0 h 560"/>
                  <a:gd name="T36" fmla="*/ 544 w 672"/>
                  <a:gd name="T37" fmla="*/ 48 h 560"/>
                  <a:gd name="T38" fmla="*/ 672 w 672"/>
                  <a:gd name="T39" fmla="*/ 48 h 560"/>
                  <a:gd name="T40" fmla="*/ 672 w 672"/>
                  <a:gd name="T41" fmla="*/ 96 h 560"/>
                  <a:gd name="T42" fmla="*/ 336 w 672"/>
                  <a:gd name="T43" fmla="*/ 96 h 560"/>
                  <a:gd name="T44" fmla="*/ 336 w 672"/>
                  <a:gd name="T45" fmla="*/ 48 h 560"/>
                  <a:gd name="T46" fmla="*/ 448 w 672"/>
                  <a:gd name="T47" fmla="*/ 48 h 560"/>
                  <a:gd name="T48" fmla="*/ 368 w 672"/>
                  <a:gd name="T49" fmla="*/ 144 h 560"/>
                  <a:gd name="T50" fmla="*/ 608 w 672"/>
                  <a:gd name="T51" fmla="*/ 144 h 560"/>
                  <a:gd name="T52" fmla="*/ 608 w 672"/>
                  <a:gd name="T53" fmla="*/ 512 h 560"/>
                  <a:gd name="T54" fmla="*/ 672 w 672"/>
                  <a:gd name="T55" fmla="*/ 512 h 560"/>
                  <a:gd name="T56" fmla="*/ 672 w 672"/>
                  <a:gd name="T57" fmla="*/ 544 h 560"/>
                  <a:gd name="T58" fmla="*/ 560 w 672"/>
                  <a:gd name="T59" fmla="*/ 544 h 560"/>
                  <a:gd name="T60" fmla="*/ 528 w 672"/>
                  <a:gd name="T61" fmla="*/ 512 h 560"/>
                  <a:gd name="T62" fmla="*/ 528 w 672"/>
                  <a:gd name="T63" fmla="*/ 192 h 560"/>
                  <a:gd name="T64" fmla="*/ 464 w 672"/>
                  <a:gd name="T65" fmla="*/ 192 h 560"/>
                  <a:gd name="T66" fmla="*/ 464 w 672"/>
                  <a:gd name="T67" fmla="*/ 384 h 560"/>
                  <a:gd name="T68" fmla="*/ 336 w 672"/>
                  <a:gd name="T69" fmla="*/ 544 h 560"/>
                  <a:gd name="T70" fmla="*/ 336 w 672"/>
                  <a:gd name="T71" fmla="*/ 480 h 560"/>
                  <a:gd name="T72" fmla="*/ 368 w 672"/>
                  <a:gd name="T73" fmla="*/ 400 h 560"/>
                  <a:gd name="T74" fmla="*/ 368 w 672"/>
                  <a:gd name="T75" fmla="*/ 144 h 560"/>
                  <a:gd name="T76" fmla="*/ 128 w 672"/>
                  <a:gd name="T77" fmla="*/ 48 h 560"/>
                  <a:gd name="T78" fmla="*/ 160 w 672"/>
                  <a:gd name="T79" fmla="*/ 0 h 560"/>
                  <a:gd name="T80" fmla="*/ 256 w 672"/>
                  <a:gd name="T81" fmla="*/ 0 h 560"/>
                  <a:gd name="T82" fmla="*/ 224 w 672"/>
                  <a:gd name="T83" fmla="*/ 48 h 560"/>
                  <a:gd name="T84" fmla="*/ 320 w 672"/>
                  <a:gd name="T85" fmla="*/ 48 h 560"/>
                  <a:gd name="T86" fmla="*/ 320 w 672"/>
                  <a:gd name="T87" fmla="*/ 528 h 560"/>
                  <a:gd name="T88" fmla="*/ 304 w 672"/>
                  <a:gd name="T89" fmla="*/ 560 h 560"/>
                  <a:gd name="T90" fmla="*/ 176 w 672"/>
                  <a:gd name="T91" fmla="*/ 560 h 560"/>
                  <a:gd name="T92" fmla="*/ 176 w 672"/>
                  <a:gd name="T93" fmla="*/ 512 h 560"/>
                  <a:gd name="T94" fmla="*/ 240 w 672"/>
                  <a:gd name="T95" fmla="*/ 512 h 560"/>
                  <a:gd name="T96" fmla="*/ 240 w 672"/>
                  <a:gd name="T97" fmla="*/ 288 h 560"/>
                  <a:gd name="T98" fmla="*/ 128 w 672"/>
                  <a:gd name="T99" fmla="*/ 288 h 560"/>
                  <a:gd name="T100" fmla="*/ 80 w 672"/>
                  <a:gd name="T101" fmla="*/ 544 h 560"/>
                  <a:gd name="T102" fmla="*/ 0 w 672"/>
                  <a:gd name="T103" fmla="*/ 544 h 560"/>
                  <a:gd name="T104" fmla="*/ 48 w 672"/>
                  <a:gd name="T105" fmla="*/ 304 h 560"/>
                  <a:gd name="T106" fmla="*/ 0 w 672"/>
                  <a:gd name="T107" fmla="*/ 304 h 560"/>
                  <a:gd name="T108" fmla="*/ 0 w 672"/>
                  <a:gd name="T109" fmla="*/ 256 h 560"/>
                  <a:gd name="T110" fmla="*/ 48 w 672"/>
                  <a:gd name="T111" fmla="*/ 256 h 560"/>
                  <a:gd name="T112" fmla="*/ 48 w 672"/>
                  <a:gd name="T113" fmla="*/ 48 h 560"/>
                  <a:gd name="T114" fmla="*/ 128 w 672"/>
                  <a:gd name="T115" fmla="*/ 48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72" h="560">
                    <a:moveTo>
                      <a:pt x="128" y="256"/>
                    </a:moveTo>
                    <a:lnTo>
                      <a:pt x="128" y="128"/>
                    </a:lnTo>
                    <a:lnTo>
                      <a:pt x="160" y="224"/>
                    </a:lnTo>
                    <a:lnTo>
                      <a:pt x="240" y="224"/>
                    </a:lnTo>
                    <a:lnTo>
                      <a:pt x="208" y="128"/>
                    </a:lnTo>
                    <a:lnTo>
                      <a:pt x="128" y="128"/>
                    </a:lnTo>
                    <a:lnTo>
                      <a:pt x="128" y="80"/>
                    </a:lnTo>
                    <a:lnTo>
                      <a:pt x="240" y="80"/>
                    </a:lnTo>
                    <a:lnTo>
                      <a:pt x="240" y="256"/>
                    </a:lnTo>
                    <a:lnTo>
                      <a:pt x="128" y="256"/>
                    </a:lnTo>
                    <a:close/>
                    <a:moveTo>
                      <a:pt x="144" y="320"/>
                    </a:moveTo>
                    <a:lnTo>
                      <a:pt x="160" y="432"/>
                    </a:lnTo>
                    <a:lnTo>
                      <a:pt x="240" y="432"/>
                    </a:lnTo>
                    <a:lnTo>
                      <a:pt x="208" y="320"/>
                    </a:lnTo>
                    <a:lnTo>
                      <a:pt x="144" y="320"/>
                    </a:lnTo>
                    <a:close/>
                    <a:moveTo>
                      <a:pt x="448" y="48"/>
                    </a:moveTo>
                    <a:lnTo>
                      <a:pt x="416" y="0"/>
                    </a:lnTo>
                    <a:lnTo>
                      <a:pt x="512" y="0"/>
                    </a:lnTo>
                    <a:lnTo>
                      <a:pt x="544" y="48"/>
                    </a:lnTo>
                    <a:lnTo>
                      <a:pt x="672" y="48"/>
                    </a:lnTo>
                    <a:lnTo>
                      <a:pt x="672" y="96"/>
                    </a:lnTo>
                    <a:lnTo>
                      <a:pt x="336" y="96"/>
                    </a:lnTo>
                    <a:lnTo>
                      <a:pt x="336" y="48"/>
                    </a:lnTo>
                    <a:lnTo>
                      <a:pt x="448" y="48"/>
                    </a:lnTo>
                    <a:close/>
                    <a:moveTo>
                      <a:pt x="368" y="144"/>
                    </a:moveTo>
                    <a:lnTo>
                      <a:pt x="608" y="144"/>
                    </a:lnTo>
                    <a:lnTo>
                      <a:pt x="608" y="512"/>
                    </a:lnTo>
                    <a:lnTo>
                      <a:pt x="672" y="512"/>
                    </a:lnTo>
                    <a:lnTo>
                      <a:pt x="672" y="544"/>
                    </a:lnTo>
                    <a:lnTo>
                      <a:pt x="560" y="544"/>
                    </a:lnTo>
                    <a:cubicBezTo>
                      <a:pt x="544" y="544"/>
                      <a:pt x="528" y="544"/>
                      <a:pt x="528" y="512"/>
                    </a:cubicBezTo>
                    <a:lnTo>
                      <a:pt x="528" y="192"/>
                    </a:lnTo>
                    <a:lnTo>
                      <a:pt x="464" y="192"/>
                    </a:lnTo>
                    <a:lnTo>
                      <a:pt x="464" y="384"/>
                    </a:lnTo>
                    <a:cubicBezTo>
                      <a:pt x="448" y="480"/>
                      <a:pt x="400" y="528"/>
                      <a:pt x="336" y="544"/>
                    </a:cubicBezTo>
                    <a:lnTo>
                      <a:pt x="336" y="480"/>
                    </a:lnTo>
                    <a:cubicBezTo>
                      <a:pt x="352" y="464"/>
                      <a:pt x="368" y="432"/>
                      <a:pt x="368" y="400"/>
                    </a:cubicBezTo>
                    <a:lnTo>
                      <a:pt x="368" y="144"/>
                    </a:lnTo>
                    <a:close/>
                    <a:moveTo>
                      <a:pt x="128" y="48"/>
                    </a:moveTo>
                    <a:lnTo>
                      <a:pt x="160" y="0"/>
                    </a:lnTo>
                    <a:lnTo>
                      <a:pt x="256" y="0"/>
                    </a:lnTo>
                    <a:lnTo>
                      <a:pt x="224" y="48"/>
                    </a:lnTo>
                    <a:lnTo>
                      <a:pt x="320" y="48"/>
                    </a:lnTo>
                    <a:lnTo>
                      <a:pt x="320" y="528"/>
                    </a:lnTo>
                    <a:cubicBezTo>
                      <a:pt x="320" y="544"/>
                      <a:pt x="320" y="560"/>
                      <a:pt x="304" y="560"/>
                    </a:cubicBezTo>
                    <a:lnTo>
                      <a:pt x="176" y="560"/>
                    </a:lnTo>
                    <a:lnTo>
                      <a:pt x="176" y="512"/>
                    </a:lnTo>
                    <a:lnTo>
                      <a:pt x="240" y="512"/>
                    </a:lnTo>
                    <a:lnTo>
                      <a:pt x="240" y="288"/>
                    </a:lnTo>
                    <a:lnTo>
                      <a:pt x="128" y="288"/>
                    </a:lnTo>
                    <a:cubicBezTo>
                      <a:pt x="144" y="400"/>
                      <a:pt x="128" y="480"/>
                      <a:pt x="80" y="544"/>
                    </a:cubicBezTo>
                    <a:lnTo>
                      <a:pt x="0" y="544"/>
                    </a:lnTo>
                    <a:cubicBezTo>
                      <a:pt x="32" y="480"/>
                      <a:pt x="48" y="400"/>
                      <a:pt x="48" y="304"/>
                    </a:cubicBezTo>
                    <a:lnTo>
                      <a:pt x="0" y="304"/>
                    </a:lnTo>
                    <a:lnTo>
                      <a:pt x="0" y="256"/>
                    </a:lnTo>
                    <a:lnTo>
                      <a:pt x="48" y="256"/>
                    </a:lnTo>
                    <a:lnTo>
                      <a:pt x="48" y="48"/>
                    </a:lnTo>
                    <a:lnTo>
                      <a:pt x="128" y="48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00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8" name="Freeform 10"/>
              <p:cNvSpPr>
                <a:spLocks noEditPoints="1"/>
              </p:cNvSpPr>
              <p:nvPr/>
            </p:nvSpPr>
            <p:spPr bwMode="auto">
              <a:xfrm>
                <a:off x="3565350" y="2032680"/>
                <a:ext cx="265639" cy="231922"/>
              </a:xfrm>
              <a:custGeom>
                <a:avLst/>
                <a:gdLst>
                  <a:gd name="T0" fmla="*/ 16 w 656"/>
                  <a:gd name="T1" fmla="*/ 512 h 560"/>
                  <a:gd name="T2" fmla="*/ 16 w 656"/>
                  <a:gd name="T3" fmla="*/ 352 h 560"/>
                  <a:gd name="T4" fmla="*/ 624 w 656"/>
                  <a:gd name="T5" fmla="*/ 352 h 560"/>
                  <a:gd name="T6" fmla="*/ 624 w 656"/>
                  <a:gd name="T7" fmla="*/ 512 h 560"/>
                  <a:gd name="T8" fmla="*/ 656 w 656"/>
                  <a:gd name="T9" fmla="*/ 512 h 560"/>
                  <a:gd name="T10" fmla="*/ 656 w 656"/>
                  <a:gd name="T11" fmla="*/ 560 h 560"/>
                  <a:gd name="T12" fmla="*/ 0 w 656"/>
                  <a:gd name="T13" fmla="*/ 560 h 560"/>
                  <a:gd name="T14" fmla="*/ 0 w 656"/>
                  <a:gd name="T15" fmla="*/ 512 h 560"/>
                  <a:gd name="T16" fmla="*/ 16 w 656"/>
                  <a:gd name="T17" fmla="*/ 512 h 560"/>
                  <a:gd name="T18" fmla="*/ 112 w 656"/>
                  <a:gd name="T19" fmla="*/ 400 h 560"/>
                  <a:gd name="T20" fmla="*/ 208 w 656"/>
                  <a:gd name="T21" fmla="*/ 400 h 560"/>
                  <a:gd name="T22" fmla="*/ 208 w 656"/>
                  <a:gd name="T23" fmla="*/ 512 h 560"/>
                  <a:gd name="T24" fmla="*/ 112 w 656"/>
                  <a:gd name="T25" fmla="*/ 512 h 560"/>
                  <a:gd name="T26" fmla="*/ 112 w 656"/>
                  <a:gd name="T27" fmla="*/ 400 h 560"/>
                  <a:gd name="T28" fmla="*/ 272 w 656"/>
                  <a:gd name="T29" fmla="*/ 400 h 560"/>
                  <a:gd name="T30" fmla="*/ 384 w 656"/>
                  <a:gd name="T31" fmla="*/ 400 h 560"/>
                  <a:gd name="T32" fmla="*/ 384 w 656"/>
                  <a:gd name="T33" fmla="*/ 512 h 560"/>
                  <a:gd name="T34" fmla="*/ 272 w 656"/>
                  <a:gd name="T35" fmla="*/ 512 h 560"/>
                  <a:gd name="T36" fmla="*/ 272 w 656"/>
                  <a:gd name="T37" fmla="*/ 400 h 560"/>
                  <a:gd name="T38" fmla="*/ 448 w 656"/>
                  <a:gd name="T39" fmla="*/ 400 h 560"/>
                  <a:gd name="T40" fmla="*/ 544 w 656"/>
                  <a:gd name="T41" fmla="*/ 400 h 560"/>
                  <a:gd name="T42" fmla="*/ 544 w 656"/>
                  <a:gd name="T43" fmla="*/ 512 h 560"/>
                  <a:gd name="T44" fmla="*/ 448 w 656"/>
                  <a:gd name="T45" fmla="*/ 512 h 560"/>
                  <a:gd name="T46" fmla="*/ 448 w 656"/>
                  <a:gd name="T47" fmla="*/ 400 h 560"/>
                  <a:gd name="T48" fmla="*/ 16 w 656"/>
                  <a:gd name="T49" fmla="*/ 256 h 560"/>
                  <a:gd name="T50" fmla="*/ 48 w 656"/>
                  <a:gd name="T51" fmla="*/ 176 h 560"/>
                  <a:gd name="T52" fmla="*/ 48 w 656"/>
                  <a:gd name="T53" fmla="*/ 32 h 560"/>
                  <a:gd name="T54" fmla="*/ 336 w 656"/>
                  <a:gd name="T55" fmla="*/ 32 h 560"/>
                  <a:gd name="T56" fmla="*/ 320 w 656"/>
                  <a:gd name="T57" fmla="*/ 0 h 560"/>
                  <a:gd name="T58" fmla="*/ 400 w 656"/>
                  <a:gd name="T59" fmla="*/ 0 h 560"/>
                  <a:gd name="T60" fmla="*/ 416 w 656"/>
                  <a:gd name="T61" fmla="*/ 48 h 560"/>
                  <a:gd name="T62" fmla="*/ 560 w 656"/>
                  <a:gd name="T63" fmla="*/ 48 h 560"/>
                  <a:gd name="T64" fmla="*/ 560 w 656"/>
                  <a:gd name="T65" fmla="*/ 0 h 560"/>
                  <a:gd name="T66" fmla="*/ 640 w 656"/>
                  <a:gd name="T67" fmla="*/ 0 h 560"/>
                  <a:gd name="T68" fmla="*/ 640 w 656"/>
                  <a:gd name="T69" fmla="*/ 80 h 560"/>
                  <a:gd name="T70" fmla="*/ 416 w 656"/>
                  <a:gd name="T71" fmla="*/ 80 h 560"/>
                  <a:gd name="T72" fmla="*/ 464 w 656"/>
                  <a:gd name="T73" fmla="*/ 176 h 560"/>
                  <a:gd name="T74" fmla="*/ 496 w 656"/>
                  <a:gd name="T75" fmla="*/ 112 h 560"/>
                  <a:gd name="T76" fmla="*/ 592 w 656"/>
                  <a:gd name="T77" fmla="*/ 112 h 560"/>
                  <a:gd name="T78" fmla="*/ 528 w 656"/>
                  <a:gd name="T79" fmla="*/ 240 h 560"/>
                  <a:gd name="T80" fmla="*/ 576 w 656"/>
                  <a:gd name="T81" fmla="*/ 256 h 560"/>
                  <a:gd name="T82" fmla="*/ 576 w 656"/>
                  <a:gd name="T83" fmla="*/ 208 h 560"/>
                  <a:gd name="T84" fmla="*/ 656 w 656"/>
                  <a:gd name="T85" fmla="*/ 208 h 560"/>
                  <a:gd name="T86" fmla="*/ 656 w 656"/>
                  <a:gd name="T87" fmla="*/ 352 h 560"/>
                  <a:gd name="T88" fmla="*/ 464 w 656"/>
                  <a:gd name="T89" fmla="*/ 288 h 560"/>
                  <a:gd name="T90" fmla="*/ 336 w 656"/>
                  <a:gd name="T91" fmla="*/ 336 h 560"/>
                  <a:gd name="T92" fmla="*/ 336 w 656"/>
                  <a:gd name="T93" fmla="*/ 272 h 560"/>
                  <a:gd name="T94" fmla="*/ 416 w 656"/>
                  <a:gd name="T95" fmla="*/ 240 h 560"/>
                  <a:gd name="T96" fmla="*/ 336 w 656"/>
                  <a:gd name="T97" fmla="*/ 80 h 560"/>
                  <a:gd name="T98" fmla="*/ 128 w 656"/>
                  <a:gd name="T99" fmla="*/ 80 h 560"/>
                  <a:gd name="T100" fmla="*/ 128 w 656"/>
                  <a:gd name="T101" fmla="*/ 128 h 560"/>
                  <a:gd name="T102" fmla="*/ 320 w 656"/>
                  <a:gd name="T103" fmla="*/ 128 h 560"/>
                  <a:gd name="T104" fmla="*/ 320 w 656"/>
                  <a:gd name="T105" fmla="*/ 304 h 560"/>
                  <a:gd name="T106" fmla="*/ 288 w 656"/>
                  <a:gd name="T107" fmla="*/ 352 h 560"/>
                  <a:gd name="T108" fmla="*/ 160 w 656"/>
                  <a:gd name="T109" fmla="*/ 352 h 560"/>
                  <a:gd name="T110" fmla="*/ 160 w 656"/>
                  <a:gd name="T111" fmla="*/ 304 h 560"/>
                  <a:gd name="T112" fmla="*/ 224 w 656"/>
                  <a:gd name="T113" fmla="*/ 304 h 560"/>
                  <a:gd name="T114" fmla="*/ 240 w 656"/>
                  <a:gd name="T115" fmla="*/ 288 h 560"/>
                  <a:gd name="T116" fmla="*/ 240 w 656"/>
                  <a:gd name="T117" fmla="*/ 160 h 560"/>
                  <a:gd name="T118" fmla="*/ 128 w 656"/>
                  <a:gd name="T119" fmla="*/ 160 h 560"/>
                  <a:gd name="T120" fmla="*/ 16 w 656"/>
                  <a:gd name="T121" fmla="*/ 336 h 560"/>
                  <a:gd name="T122" fmla="*/ 16 w 656"/>
                  <a:gd name="T123" fmla="*/ 256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6" h="560">
                    <a:moveTo>
                      <a:pt x="16" y="512"/>
                    </a:moveTo>
                    <a:lnTo>
                      <a:pt x="16" y="352"/>
                    </a:lnTo>
                    <a:lnTo>
                      <a:pt x="624" y="352"/>
                    </a:lnTo>
                    <a:lnTo>
                      <a:pt x="624" y="512"/>
                    </a:lnTo>
                    <a:lnTo>
                      <a:pt x="656" y="512"/>
                    </a:lnTo>
                    <a:lnTo>
                      <a:pt x="656" y="560"/>
                    </a:lnTo>
                    <a:lnTo>
                      <a:pt x="0" y="560"/>
                    </a:lnTo>
                    <a:lnTo>
                      <a:pt x="0" y="512"/>
                    </a:lnTo>
                    <a:lnTo>
                      <a:pt x="16" y="512"/>
                    </a:lnTo>
                    <a:close/>
                    <a:moveTo>
                      <a:pt x="112" y="400"/>
                    </a:moveTo>
                    <a:lnTo>
                      <a:pt x="208" y="400"/>
                    </a:lnTo>
                    <a:lnTo>
                      <a:pt x="208" y="512"/>
                    </a:lnTo>
                    <a:lnTo>
                      <a:pt x="112" y="512"/>
                    </a:lnTo>
                    <a:lnTo>
                      <a:pt x="112" y="400"/>
                    </a:lnTo>
                    <a:close/>
                    <a:moveTo>
                      <a:pt x="272" y="400"/>
                    </a:moveTo>
                    <a:lnTo>
                      <a:pt x="384" y="400"/>
                    </a:lnTo>
                    <a:lnTo>
                      <a:pt x="384" y="512"/>
                    </a:lnTo>
                    <a:lnTo>
                      <a:pt x="272" y="512"/>
                    </a:lnTo>
                    <a:lnTo>
                      <a:pt x="272" y="400"/>
                    </a:lnTo>
                    <a:close/>
                    <a:moveTo>
                      <a:pt x="448" y="400"/>
                    </a:moveTo>
                    <a:lnTo>
                      <a:pt x="544" y="400"/>
                    </a:lnTo>
                    <a:lnTo>
                      <a:pt x="544" y="512"/>
                    </a:lnTo>
                    <a:lnTo>
                      <a:pt x="448" y="512"/>
                    </a:lnTo>
                    <a:lnTo>
                      <a:pt x="448" y="400"/>
                    </a:lnTo>
                    <a:close/>
                    <a:moveTo>
                      <a:pt x="16" y="256"/>
                    </a:moveTo>
                    <a:cubicBezTo>
                      <a:pt x="32" y="240"/>
                      <a:pt x="48" y="208"/>
                      <a:pt x="48" y="176"/>
                    </a:cubicBezTo>
                    <a:lnTo>
                      <a:pt x="48" y="32"/>
                    </a:lnTo>
                    <a:lnTo>
                      <a:pt x="336" y="32"/>
                    </a:lnTo>
                    <a:cubicBezTo>
                      <a:pt x="320" y="16"/>
                      <a:pt x="320" y="16"/>
                      <a:pt x="320" y="0"/>
                    </a:cubicBezTo>
                    <a:lnTo>
                      <a:pt x="400" y="0"/>
                    </a:lnTo>
                    <a:cubicBezTo>
                      <a:pt x="400" y="16"/>
                      <a:pt x="400" y="32"/>
                      <a:pt x="416" y="48"/>
                    </a:cubicBezTo>
                    <a:lnTo>
                      <a:pt x="560" y="48"/>
                    </a:lnTo>
                    <a:lnTo>
                      <a:pt x="560" y="0"/>
                    </a:lnTo>
                    <a:lnTo>
                      <a:pt x="640" y="0"/>
                    </a:lnTo>
                    <a:lnTo>
                      <a:pt x="640" y="80"/>
                    </a:lnTo>
                    <a:lnTo>
                      <a:pt x="416" y="80"/>
                    </a:lnTo>
                    <a:cubicBezTo>
                      <a:pt x="432" y="112"/>
                      <a:pt x="448" y="144"/>
                      <a:pt x="464" y="176"/>
                    </a:cubicBezTo>
                    <a:lnTo>
                      <a:pt x="496" y="112"/>
                    </a:lnTo>
                    <a:lnTo>
                      <a:pt x="592" y="112"/>
                    </a:lnTo>
                    <a:cubicBezTo>
                      <a:pt x="576" y="160"/>
                      <a:pt x="560" y="192"/>
                      <a:pt x="528" y="240"/>
                    </a:cubicBezTo>
                    <a:cubicBezTo>
                      <a:pt x="544" y="240"/>
                      <a:pt x="560" y="256"/>
                      <a:pt x="576" y="256"/>
                    </a:cubicBezTo>
                    <a:lnTo>
                      <a:pt x="576" y="208"/>
                    </a:lnTo>
                    <a:lnTo>
                      <a:pt x="656" y="208"/>
                    </a:lnTo>
                    <a:lnTo>
                      <a:pt x="656" y="352"/>
                    </a:lnTo>
                    <a:cubicBezTo>
                      <a:pt x="576" y="352"/>
                      <a:pt x="528" y="320"/>
                      <a:pt x="464" y="288"/>
                    </a:cubicBezTo>
                    <a:cubicBezTo>
                      <a:pt x="432" y="304"/>
                      <a:pt x="384" y="320"/>
                      <a:pt x="336" y="336"/>
                    </a:cubicBezTo>
                    <a:lnTo>
                      <a:pt x="336" y="272"/>
                    </a:lnTo>
                    <a:cubicBezTo>
                      <a:pt x="368" y="256"/>
                      <a:pt x="384" y="256"/>
                      <a:pt x="416" y="240"/>
                    </a:cubicBezTo>
                    <a:cubicBezTo>
                      <a:pt x="368" y="176"/>
                      <a:pt x="352" y="128"/>
                      <a:pt x="336" y="80"/>
                    </a:cubicBezTo>
                    <a:lnTo>
                      <a:pt x="128" y="80"/>
                    </a:lnTo>
                    <a:lnTo>
                      <a:pt x="128" y="128"/>
                    </a:lnTo>
                    <a:lnTo>
                      <a:pt x="320" y="128"/>
                    </a:lnTo>
                    <a:lnTo>
                      <a:pt x="320" y="304"/>
                    </a:lnTo>
                    <a:cubicBezTo>
                      <a:pt x="320" y="320"/>
                      <a:pt x="304" y="352"/>
                      <a:pt x="288" y="352"/>
                    </a:cubicBezTo>
                    <a:lnTo>
                      <a:pt x="160" y="352"/>
                    </a:lnTo>
                    <a:lnTo>
                      <a:pt x="160" y="304"/>
                    </a:lnTo>
                    <a:lnTo>
                      <a:pt x="224" y="304"/>
                    </a:lnTo>
                    <a:cubicBezTo>
                      <a:pt x="224" y="304"/>
                      <a:pt x="240" y="304"/>
                      <a:pt x="240" y="288"/>
                    </a:cubicBezTo>
                    <a:lnTo>
                      <a:pt x="240" y="160"/>
                    </a:lnTo>
                    <a:lnTo>
                      <a:pt x="128" y="160"/>
                    </a:lnTo>
                    <a:cubicBezTo>
                      <a:pt x="128" y="272"/>
                      <a:pt x="80" y="320"/>
                      <a:pt x="16" y="336"/>
                    </a:cubicBezTo>
                    <a:lnTo>
                      <a:pt x="16" y="25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300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9" name="文本框 38"/>
            <p:cNvSpPr txBox="1"/>
            <p:nvPr/>
          </p:nvSpPr>
          <p:spPr>
            <a:xfrm>
              <a:off x="1795986" y="2293453"/>
              <a:ext cx="21150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  科   技   创   新      文   化   护   航</a:t>
              </a:r>
            </a:p>
          </p:txBody>
        </p:sp>
      </p:grpSp>
      <p:pic>
        <p:nvPicPr>
          <p:cNvPr id="41" name="Picture 2" descr="C:\Users\Michael\AppData\Roaming\Foxmail7\Temp-6820-20190311092219\_storage_emulate(03-11-11-55-55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610" y="2793958"/>
            <a:ext cx="1527837" cy="1372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7535627" y="2032680"/>
            <a:ext cx="3111878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8000" b="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Thanks</a:t>
            </a:r>
            <a:endParaRPr lang="zh-CN" altLang="en-US" sz="8000" b="0" dirty="0"/>
          </a:p>
        </p:txBody>
      </p:sp>
      <p:sp>
        <p:nvSpPr>
          <p:cNvPr id="4" name="矩形 3"/>
          <p:cNvSpPr/>
          <p:nvPr userDrawn="1"/>
        </p:nvSpPr>
        <p:spPr>
          <a:xfrm>
            <a:off x="7394884" y="3467918"/>
            <a:ext cx="3252621" cy="7052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+mn-lt"/>
              </a:rPr>
              <a:t>Shenzhen</a:t>
            </a:r>
            <a:r>
              <a:rPr lang="en-US" altLang="zh-CN" sz="1400" baseline="0" dirty="0">
                <a:solidFill>
                  <a:schemeClr val="bg1"/>
                </a:solidFill>
                <a:latin typeface="+mn-lt"/>
              </a:rPr>
              <a:t> Hangsheng </a:t>
            </a:r>
            <a:r>
              <a:rPr lang="en-US" altLang="zh-CN" sz="1400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electronics Co., Ltd. </a:t>
            </a:r>
            <a:endParaRPr lang="en-US" altLang="zh-CN" sz="1400" dirty="0">
              <a:solidFill>
                <a:schemeClr val="bg1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+mn-lt"/>
              </a:rPr>
              <a:t>www.hangsheng.com.cn</a:t>
            </a:r>
          </a:p>
        </p:txBody>
      </p:sp>
      <p:sp>
        <p:nvSpPr>
          <p:cNvPr id="15" name="矩形 14"/>
          <p:cNvSpPr/>
          <p:nvPr userDrawn="1"/>
        </p:nvSpPr>
        <p:spPr>
          <a:xfrm>
            <a:off x="669925" y="6428792"/>
            <a:ext cx="16113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>
                <a:solidFill>
                  <a:schemeClr val="bg1"/>
                </a:solidFill>
              </a:rPr>
              <a:t>Confidential © HSAE</a:t>
            </a:r>
          </a:p>
        </p:txBody>
      </p:sp>
    </p:spTree>
    <p:extLst>
      <p:ext uri="{BB962C8B-B14F-4D97-AF65-F5344CB8AC3E}">
        <p14:creationId xmlns:p14="http://schemas.microsoft.com/office/powerpoint/2010/main" val="2286950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326613" y="6428792"/>
            <a:ext cx="38824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7CFDA740-9342-42D1-884D-3B960B32CDD0}" type="slidenum">
              <a:rPr lang="zh-CN" altLang="en-US" sz="1200" smtClean="0">
                <a:solidFill>
                  <a:srgbClr val="5A69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ctr"/>
              <a:t>‹#›</a:t>
            </a:fld>
            <a:endParaRPr lang="zh-CN" altLang="en-US" sz="1200" dirty="0">
              <a:solidFill>
                <a:srgbClr val="5A69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5" r:id="rId2"/>
    <p:sldLayoutId id="2147483682" r:id="rId3"/>
    <p:sldLayoutId id="2147483683" r:id="rId4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08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blogs.com/juzaizai/p/15069674.html" TargetMode="Externa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blogs.com/juzaizai/p/15069674.html" TargetMode="Externa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9509227" y="5733054"/>
            <a:ext cx="1828799" cy="296271"/>
          </a:xfrm>
        </p:spPr>
        <p:txBody>
          <a:bodyPr/>
          <a:lstStyle/>
          <a:p>
            <a:pPr algn="ctr"/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2022.07.26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0" y="1920973"/>
            <a:ext cx="12192000" cy="1266373"/>
          </a:xfrm>
        </p:spPr>
        <p:txBody>
          <a:bodyPr/>
          <a:lstStyle/>
          <a:p>
            <a:pPr algn="ctr"/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简述几种构建</a:t>
            </a:r>
            <a:r>
              <a:rPr lang="zh-CN" altLang="en-US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lang="en-US" altLang="zh-CN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 developers</a:t>
            </a:r>
            <a:endParaRPr lang="zh-CN" altLang="en-US" sz="48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255020" y="5405407"/>
            <a:ext cx="2337215" cy="327647"/>
          </a:xfrm>
        </p:spPr>
        <p:txBody>
          <a:bodyPr/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HSAE</a:t>
            </a:r>
            <a:endParaRPr lang="zh-CN" altLang="en-US" sz="16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01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起源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3C215455-D646-4D37-BD6E-5649E397AC3A}"/>
              </a:ext>
            </a:extLst>
          </p:cNvPr>
          <p:cNvSpPr txBox="1"/>
          <p:nvPr/>
        </p:nvSpPr>
        <p:spPr>
          <a:xfrm>
            <a:off x="838470" y="1389972"/>
            <a:ext cx="1036253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latin typeface="+mn-ea"/>
                <a:sym typeface="Arial" panose="020B0604020202020204" pitchFamily="34" charset="0"/>
              </a:rPr>
              <a:t>CCS5.0</a:t>
            </a:r>
            <a:r>
              <a:rPr lang="zh-CN" altLang="en-US" dirty="0" smtClean="0">
                <a:latin typeface="+mn-ea"/>
                <a:sym typeface="Arial" panose="020B0604020202020204" pitchFamily="34" charset="0"/>
              </a:rPr>
              <a:t>的同事试图将</a:t>
            </a:r>
            <a:r>
              <a:rPr lang="en-US" altLang="zh-CN" dirty="0" err="1" smtClean="0">
                <a:latin typeface="+mn-ea"/>
                <a:sym typeface="Arial" panose="020B0604020202020204" pitchFamily="34" charset="0"/>
              </a:rPr>
              <a:t>vsomeip</a:t>
            </a:r>
            <a:r>
              <a:rPr lang="zh-CN" altLang="en-US" dirty="0" smtClean="0">
                <a:latin typeface="+mn-ea"/>
                <a:sym typeface="Arial" panose="020B0604020202020204" pitchFamily="34" charset="0"/>
              </a:rPr>
              <a:t>的工程导入到</a:t>
            </a:r>
            <a:r>
              <a:rPr lang="en-US" altLang="zh-CN" dirty="0" smtClean="0">
                <a:latin typeface="+mn-ea"/>
                <a:sym typeface="Arial" panose="020B0604020202020204" pitchFamily="34" charset="0"/>
              </a:rPr>
              <a:t>Android studio</a:t>
            </a:r>
            <a:r>
              <a:rPr lang="zh-CN" altLang="en-US" dirty="0" smtClean="0">
                <a:latin typeface="+mn-ea"/>
                <a:sym typeface="Arial" panose="020B0604020202020204" pitchFamily="34" charset="0"/>
              </a:rPr>
              <a:t>，构建时遇到一系列问题。</a:t>
            </a:r>
            <a:endParaRPr lang="en-US" altLang="zh-CN" dirty="0" smtClean="0">
              <a:latin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  <a:sym typeface="Arial" panose="020B0604020202020204" pitchFamily="34" charset="0"/>
              </a:rPr>
              <a:t>反映了安卓开发人员通常对</a:t>
            </a:r>
            <a:r>
              <a:rPr lang="en-US" altLang="zh-CN" dirty="0" smtClean="0">
                <a:latin typeface="+mn-ea"/>
                <a:sym typeface="Arial" panose="020B0604020202020204" pitchFamily="34" charset="0"/>
              </a:rPr>
              <a:t>make</a:t>
            </a:r>
            <a:r>
              <a:rPr lang="zh-CN" altLang="en-US" dirty="0" smtClean="0">
                <a:latin typeface="+mn-ea"/>
                <a:sym typeface="Arial" panose="020B0604020202020204" pitchFamily="34" charset="0"/>
              </a:rPr>
              <a:t>、</a:t>
            </a:r>
            <a:r>
              <a:rPr lang="en-US" altLang="zh-CN" dirty="0" err="1" smtClean="0">
                <a:latin typeface="+mn-ea"/>
                <a:sym typeface="Arial" panose="020B0604020202020204" pitchFamily="34" charset="0"/>
              </a:rPr>
              <a:t>cmake</a:t>
            </a:r>
            <a:r>
              <a:rPr lang="zh-CN" altLang="en-US" dirty="0" smtClean="0">
                <a:latin typeface="+mn-ea"/>
                <a:sym typeface="Arial" panose="020B0604020202020204" pitchFamily="34" charset="0"/>
              </a:rPr>
              <a:t>等构建系统不是很熟悉。</a:t>
            </a:r>
            <a:endParaRPr lang="en-US" altLang="zh-CN" dirty="0" smtClean="0">
              <a:latin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+mn-ea"/>
                <a:sym typeface="Arial" panose="020B0604020202020204" pitchFamily="34" charset="0"/>
              </a:rPr>
              <a:t>Linux</a:t>
            </a:r>
            <a:r>
              <a:rPr lang="zh-CN" altLang="en-US" dirty="0" smtClean="0">
                <a:latin typeface="+mn-ea"/>
                <a:sym typeface="Arial" panose="020B0604020202020204" pitchFamily="34" charset="0"/>
              </a:rPr>
              <a:t>的同事，不熟的不妨听听，熟悉的可以睡觉了。</a:t>
            </a:r>
            <a:endParaRPr lang="en-US" altLang="zh-CN" dirty="0" smtClean="0">
              <a:latin typeface="+mn-ea"/>
              <a:sym typeface="Arial" panose="020B0604020202020204" pitchFamily="34" charset="0"/>
            </a:endParaRPr>
          </a:p>
        </p:txBody>
      </p:sp>
      <p:sp>
        <p:nvSpPr>
          <p:cNvPr id="5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 txBox="1">
            <a:spLocks/>
          </p:cNvSpPr>
          <p:nvPr/>
        </p:nvSpPr>
        <p:spPr>
          <a:xfrm>
            <a:off x="669924" y="3903913"/>
            <a:ext cx="11070607" cy="409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目标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C215455-D646-4D37-BD6E-5649E397AC3A}"/>
              </a:ext>
            </a:extLst>
          </p:cNvPr>
          <p:cNvSpPr txBox="1"/>
          <p:nvPr/>
        </p:nvSpPr>
        <p:spPr>
          <a:xfrm>
            <a:off x="669924" y="4432221"/>
            <a:ext cx="103625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 smtClean="0">
                <a:latin typeface="+mn-ea"/>
                <a:sym typeface="Arial" panose="020B0604020202020204" pitchFamily="34" charset="0"/>
              </a:rPr>
              <a:t>能读懂以及会写简单的</a:t>
            </a:r>
            <a:r>
              <a:rPr lang="en-US" altLang="zh-CN" dirty="0" err="1" smtClean="0">
                <a:latin typeface="+mn-ea"/>
                <a:sym typeface="Arial" panose="020B0604020202020204" pitchFamily="34" charset="0"/>
              </a:rPr>
              <a:t>makefile</a:t>
            </a:r>
            <a:r>
              <a:rPr lang="zh-CN" altLang="en-US" dirty="0" smtClean="0">
                <a:latin typeface="+mn-ea"/>
                <a:sym typeface="Arial" panose="020B0604020202020204" pitchFamily="34" charset="0"/>
              </a:rPr>
              <a:t>、了解执行机理</a:t>
            </a:r>
            <a:endParaRPr lang="en-US" altLang="zh-CN" dirty="0" smtClean="0">
              <a:latin typeface="+mn-ea"/>
              <a:sym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latin typeface="+mn-ea"/>
                <a:sym typeface="Arial" panose="020B0604020202020204" pitchFamily="34" charset="0"/>
              </a:rPr>
              <a:t>能读懂以及会写简单</a:t>
            </a:r>
            <a:r>
              <a:rPr lang="zh-CN" altLang="en-US" dirty="0" smtClean="0">
                <a:latin typeface="+mn-ea"/>
                <a:sym typeface="Arial" panose="020B0604020202020204" pitchFamily="34" charset="0"/>
              </a:rPr>
              <a:t>的</a:t>
            </a:r>
            <a:r>
              <a:rPr lang="en-US" altLang="zh-CN" dirty="0" smtClean="0">
                <a:latin typeface="+mn-ea"/>
                <a:sym typeface="Arial" panose="020B0604020202020204" pitchFamily="34" charset="0"/>
              </a:rPr>
              <a:t>ninja</a:t>
            </a:r>
            <a:r>
              <a:rPr lang="zh-CN" altLang="en-US" dirty="0">
                <a:latin typeface="+mn-ea"/>
                <a:sym typeface="Arial" panose="020B0604020202020204" pitchFamily="34" charset="0"/>
              </a:rPr>
              <a:t>文件</a:t>
            </a:r>
            <a:r>
              <a:rPr lang="zh-CN" altLang="en-US" dirty="0" smtClean="0">
                <a:latin typeface="+mn-ea"/>
                <a:sym typeface="Arial" panose="020B0604020202020204" pitchFamily="34" charset="0"/>
              </a:rPr>
              <a:t>、</a:t>
            </a:r>
            <a:r>
              <a:rPr lang="zh-CN" altLang="en-US" dirty="0">
                <a:latin typeface="+mn-ea"/>
                <a:sym typeface="Arial" panose="020B0604020202020204" pitchFamily="34" charset="0"/>
              </a:rPr>
              <a:t>了解执行机理</a:t>
            </a:r>
            <a:endParaRPr lang="en-US" altLang="zh-CN" dirty="0">
              <a:latin typeface="+mn-ea"/>
              <a:sym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 smtClean="0">
                <a:latin typeface="+mn-ea"/>
                <a:sym typeface="Arial" panose="020B0604020202020204" pitchFamily="34" charset="0"/>
              </a:rPr>
              <a:t>了解</a:t>
            </a:r>
            <a:r>
              <a:rPr lang="en-US" altLang="zh-CN" dirty="0" err="1" smtClean="0">
                <a:latin typeface="+mn-ea"/>
                <a:sym typeface="Arial" panose="020B0604020202020204" pitchFamily="34" charset="0"/>
              </a:rPr>
              <a:t>cmake</a:t>
            </a:r>
            <a:endParaRPr lang="en-US" altLang="zh-CN" dirty="0">
              <a:latin typeface="+mn-ea"/>
              <a:sym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 smtClean="0">
                <a:latin typeface="+mn-ea"/>
                <a:sym typeface="Arial" panose="020B0604020202020204" pitchFamily="34" charset="0"/>
              </a:rPr>
              <a:t>了解</a:t>
            </a:r>
            <a:r>
              <a:rPr lang="en-US" altLang="zh-CN" dirty="0" smtClean="0">
                <a:latin typeface="+mn-ea"/>
                <a:sym typeface="Arial" panose="020B0604020202020204" pitchFamily="34" charset="0"/>
              </a:rPr>
              <a:t>Android</a:t>
            </a:r>
            <a:r>
              <a:rPr lang="zh-CN" altLang="en-US" dirty="0">
                <a:latin typeface="+mn-ea"/>
                <a:sym typeface="Arial" panose="020B0604020202020204" pitchFamily="34" charset="0"/>
              </a:rPr>
              <a:t> </a:t>
            </a:r>
            <a:r>
              <a:rPr lang="en-US" altLang="zh-CN" dirty="0" smtClean="0">
                <a:latin typeface="+mn-ea"/>
                <a:sym typeface="Arial" panose="020B0604020202020204" pitchFamily="34" charset="0"/>
              </a:rPr>
              <a:t>OS</a:t>
            </a:r>
            <a:r>
              <a:rPr lang="zh-CN" altLang="en-US" dirty="0" smtClean="0">
                <a:latin typeface="+mn-ea"/>
                <a:sym typeface="Arial" panose="020B0604020202020204" pitchFamily="34" charset="0"/>
              </a:rPr>
              <a:t>的构建系统和过程</a:t>
            </a:r>
            <a:endParaRPr lang="en-US" altLang="zh-CN" dirty="0">
              <a:latin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61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65368"/>
            <a:ext cx="11070607" cy="926110"/>
          </a:xfrm>
        </p:spPr>
        <p:txBody>
          <a:bodyPr/>
          <a:lstStyle/>
          <a:p>
            <a:r>
              <a:rPr lang="zh-CN" altLang="en-US" dirty="0" smtClean="0"/>
              <a:t>问题：</a:t>
            </a:r>
            <a:r>
              <a:rPr lang="zh-CN" altLang="en-US" dirty="0"/>
              <a:t>为什么编译</a:t>
            </a:r>
            <a:r>
              <a:rPr lang="en-US" altLang="zh-CN" dirty="0"/>
              <a:t>c/</a:t>
            </a:r>
            <a:r>
              <a:rPr lang="en-US" altLang="zh-CN" dirty="0" err="1"/>
              <a:t>c++</a:t>
            </a:r>
            <a:r>
              <a:rPr lang="zh-CN" altLang="en-US" dirty="0"/>
              <a:t>要用</a:t>
            </a:r>
            <a:r>
              <a:rPr lang="en-US" altLang="zh-CN" dirty="0" err="1" smtClean="0"/>
              <a:t>makefile</a:t>
            </a:r>
            <a:r>
              <a:rPr lang="zh-CN" altLang="en-US" dirty="0" smtClean="0"/>
              <a:t>或者</a:t>
            </a:r>
            <a:r>
              <a:rPr lang="en-US" altLang="zh-CN" dirty="0" smtClean="0"/>
              <a:t>ninja</a:t>
            </a:r>
            <a:r>
              <a:rPr lang="zh-CN" altLang="en-US" dirty="0" smtClean="0"/>
              <a:t>等工具，</a:t>
            </a:r>
            <a:r>
              <a:rPr lang="zh-CN" altLang="en-US" dirty="0"/>
              <a:t>而不是直接用</a:t>
            </a:r>
            <a:r>
              <a:rPr lang="en-US" altLang="zh-CN" dirty="0"/>
              <a:t>shell</a:t>
            </a:r>
            <a:r>
              <a:rPr lang="zh-CN" altLang="en-US" dirty="0"/>
              <a:t>呢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69925" y="2325757"/>
            <a:ext cx="10859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自动</a:t>
            </a:r>
            <a:r>
              <a:rPr lang="zh-CN" altLang="en-US" dirty="0"/>
              <a:t>解决更新依赖的问题，只编译项目里</a:t>
            </a:r>
            <a:r>
              <a:rPr lang="zh-CN" altLang="en-US" dirty="0" smtClean="0"/>
              <a:t>源代码更新</a:t>
            </a:r>
            <a:r>
              <a:rPr lang="zh-CN" altLang="en-US" dirty="0"/>
              <a:t>的</a:t>
            </a:r>
            <a:r>
              <a:rPr lang="zh-CN" altLang="en-US" dirty="0" smtClean="0"/>
              <a:t>那些</a:t>
            </a:r>
            <a:endParaRPr lang="en-US" altLang="zh-CN" dirty="0" smtClean="0"/>
          </a:p>
          <a:p>
            <a:r>
              <a:rPr lang="en-US" altLang="zh-CN" dirty="0" smtClean="0"/>
              <a:t>2. </a:t>
            </a:r>
            <a:r>
              <a:rPr lang="zh-CN" altLang="en-US" dirty="0" smtClean="0"/>
              <a:t>可以多</a:t>
            </a:r>
            <a:r>
              <a:rPr lang="zh-CN" altLang="en-US" dirty="0"/>
              <a:t>线程编译可以提升编译</a:t>
            </a:r>
            <a:r>
              <a:rPr lang="zh-CN" altLang="en-US" dirty="0" smtClean="0"/>
              <a:t>性能</a:t>
            </a:r>
            <a:endParaRPr lang="en-US" altLang="zh-CN" dirty="0" smtClean="0"/>
          </a:p>
          <a:p>
            <a:r>
              <a:rPr lang="en-US" altLang="zh-CN" dirty="0" smtClean="0"/>
              <a:t>3. </a:t>
            </a:r>
            <a:r>
              <a:rPr lang="zh-CN" altLang="en-US" dirty="0" smtClean="0"/>
              <a:t>可以</a:t>
            </a:r>
            <a:r>
              <a:rPr lang="zh-CN" altLang="en-US" dirty="0"/>
              <a:t>将大型的开发项目分解成为多个更易于管理的模块</a:t>
            </a:r>
          </a:p>
        </p:txBody>
      </p:sp>
    </p:spTree>
    <p:extLst>
      <p:ext uri="{BB962C8B-B14F-4D97-AF65-F5344CB8AC3E}">
        <p14:creationId xmlns:p14="http://schemas.microsoft.com/office/powerpoint/2010/main" val="168852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Makefile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3C215455-D646-4D37-BD6E-5649E397AC3A}"/>
              </a:ext>
            </a:extLst>
          </p:cNvPr>
          <p:cNvSpPr txBox="1"/>
          <p:nvPr/>
        </p:nvSpPr>
        <p:spPr>
          <a:xfrm>
            <a:off x="1196698" y="1012361"/>
            <a:ext cx="8206165" cy="8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target ... : prerequisites ...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	command</a:t>
            </a:r>
            <a:endParaRPr lang="en-US" altLang="zh-CN" dirty="0">
              <a:latin typeface="+mn-ea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5374" y="2276061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target   </a:t>
            </a:r>
            <a:r>
              <a:rPr lang="zh-CN" altLang="en-US" dirty="0"/>
              <a:t>可以是目标文件，也可以是伪目标</a:t>
            </a:r>
          </a:p>
          <a:p>
            <a:r>
              <a:rPr lang="en-US" altLang="zh-CN" dirty="0"/>
              <a:t>prerequisites  </a:t>
            </a:r>
            <a:r>
              <a:rPr lang="zh-CN" altLang="en-US" dirty="0"/>
              <a:t>是要生成那个 </a:t>
            </a:r>
            <a:r>
              <a:rPr lang="en-US" altLang="zh-CN" dirty="0"/>
              <a:t>target </a:t>
            </a:r>
            <a:r>
              <a:rPr lang="zh-CN" altLang="en-US" dirty="0"/>
              <a:t>所需要的文件或目标 ，即指明依赖关系   </a:t>
            </a:r>
          </a:p>
          <a:p>
            <a:r>
              <a:rPr lang="en-US" altLang="zh-CN" dirty="0"/>
              <a:t>...</a:t>
            </a:r>
            <a:r>
              <a:rPr lang="zh-CN" altLang="en-US" dirty="0"/>
              <a:t>三个点表示可以有多个</a:t>
            </a:r>
            <a:r>
              <a:rPr lang="en-US" altLang="zh-CN" dirty="0"/>
              <a:t>target</a:t>
            </a:r>
            <a:r>
              <a:rPr lang="zh-CN" altLang="en-US" dirty="0"/>
              <a:t>或</a:t>
            </a:r>
            <a:r>
              <a:rPr lang="en-US" altLang="zh-CN" dirty="0"/>
              <a:t>prerequisites</a:t>
            </a:r>
          </a:p>
          <a:p>
            <a:r>
              <a:rPr lang="en-US" altLang="zh-CN" dirty="0"/>
              <a:t>command </a:t>
            </a:r>
            <a:r>
              <a:rPr lang="zh-CN" altLang="en-US" dirty="0"/>
              <a:t>是 执行的命令 ，任意的 </a:t>
            </a:r>
            <a:r>
              <a:rPr lang="en-US" altLang="zh-CN" dirty="0"/>
              <a:t>Shell </a:t>
            </a:r>
            <a:r>
              <a:rPr lang="zh-CN" altLang="en-US" dirty="0"/>
              <a:t>命令  </a:t>
            </a:r>
          </a:p>
          <a:p>
            <a:r>
              <a:rPr lang="en-US" altLang="zh-CN" dirty="0"/>
              <a:t>command</a:t>
            </a:r>
            <a:r>
              <a:rPr lang="zh-CN" altLang="en-US" dirty="0"/>
              <a:t>前面必须是制表符</a:t>
            </a:r>
            <a:r>
              <a:rPr lang="en-US" altLang="zh-CN" dirty="0"/>
              <a:t>tab,</a:t>
            </a:r>
            <a:r>
              <a:rPr lang="zh-CN" altLang="en-US" dirty="0"/>
              <a:t>不能是空格。因为肉眼看不出空格和</a:t>
            </a:r>
            <a:r>
              <a:rPr lang="en-US" altLang="zh-CN" dirty="0"/>
              <a:t>tab</a:t>
            </a:r>
            <a:r>
              <a:rPr lang="zh-CN" altLang="en-US" dirty="0"/>
              <a:t>的区别，所以需要额外注意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665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举例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C215455-D646-4D37-BD6E-5649E397AC3A}"/>
              </a:ext>
            </a:extLst>
          </p:cNvPr>
          <p:cNvSpPr txBox="1"/>
          <p:nvPr/>
        </p:nvSpPr>
        <p:spPr>
          <a:xfrm>
            <a:off x="1614142" y="685564"/>
            <a:ext cx="708259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edit : </a:t>
            </a:r>
            <a:r>
              <a:rPr lang="en-US" altLang="zh-CN" dirty="0" err="1"/>
              <a:t>main.o</a:t>
            </a:r>
            <a:r>
              <a:rPr lang="en-US" altLang="zh-CN" dirty="0"/>
              <a:t> </a:t>
            </a:r>
            <a:r>
              <a:rPr lang="en-US" altLang="zh-CN" dirty="0" err="1"/>
              <a:t>kbd.o</a:t>
            </a:r>
            <a:r>
              <a:rPr lang="en-US" altLang="zh-CN" dirty="0"/>
              <a:t> </a:t>
            </a:r>
            <a:r>
              <a:rPr lang="en-US" altLang="zh-CN" dirty="0" err="1"/>
              <a:t>command.o</a:t>
            </a:r>
            <a:r>
              <a:rPr lang="en-US" altLang="zh-CN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err="1"/>
              <a:t>gcc</a:t>
            </a:r>
            <a:r>
              <a:rPr lang="en-US" altLang="zh-CN" dirty="0"/>
              <a:t> -o edit </a:t>
            </a:r>
            <a:r>
              <a:rPr lang="en-US" altLang="zh-CN" dirty="0" err="1"/>
              <a:t>main.o</a:t>
            </a:r>
            <a:r>
              <a:rPr lang="en-US" altLang="zh-CN" dirty="0"/>
              <a:t> </a:t>
            </a:r>
            <a:r>
              <a:rPr lang="en-US" altLang="zh-CN" dirty="0" err="1"/>
              <a:t>kbd.o</a:t>
            </a:r>
            <a:r>
              <a:rPr lang="en-US" altLang="zh-CN" dirty="0"/>
              <a:t> </a:t>
            </a:r>
            <a:r>
              <a:rPr lang="en-US" altLang="zh-CN" dirty="0" err="1"/>
              <a:t>command.o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err="1"/>
              <a:t>main.o:main.c</a:t>
            </a:r>
            <a:r>
              <a:rPr lang="en-US" altLang="zh-CN" dirty="0"/>
              <a:t> </a:t>
            </a:r>
            <a:r>
              <a:rPr lang="en-US" altLang="zh-CN" dirty="0" err="1"/>
              <a:t>defs.h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err="1"/>
              <a:t>gcc</a:t>
            </a:r>
            <a:r>
              <a:rPr lang="en-US" altLang="zh-CN" dirty="0"/>
              <a:t> -c </a:t>
            </a:r>
            <a:r>
              <a:rPr lang="en-US" altLang="zh-CN" dirty="0" err="1"/>
              <a:t>main.c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err="1"/>
              <a:t>kbd.o:kbd.c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err="1"/>
              <a:t>gcc</a:t>
            </a:r>
            <a:r>
              <a:rPr lang="en-US" altLang="zh-CN" dirty="0"/>
              <a:t> -c </a:t>
            </a:r>
            <a:r>
              <a:rPr lang="en-US" altLang="zh-CN" dirty="0" err="1"/>
              <a:t>kbd.c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err="1"/>
              <a:t>command.o:command.c</a:t>
            </a:r>
            <a:r>
              <a:rPr lang="en-US" altLang="zh-CN" dirty="0"/>
              <a:t> </a:t>
            </a:r>
            <a:r>
              <a:rPr lang="en-US" altLang="zh-CN" dirty="0" err="1"/>
              <a:t>command.h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err="1"/>
              <a:t>gcc</a:t>
            </a:r>
            <a:r>
              <a:rPr lang="en-US" altLang="zh-CN" dirty="0"/>
              <a:t> -c </a:t>
            </a:r>
            <a:r>
              <a:rPr lang="en-US" altLang="zh-CN" dirty="0" err="1"/>
              <a:t>command.c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clean: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err="1"/>
              <a:t>rm</a:t>
            </a:r>
            <a:r>
              <a:rPr lang="en-US" altLang="zh-CN" dirty="0"/>
              <a:t> edit </a:t>
            </a:r>
            <a:r>
              <a:rPr lang="en-US" altLang="zh-CN" dirty="0" err="1"/>
              <a:t>main.o</a:t>
            </a:r>
            <a:r>
              <a:rPr lang="en-US" altLang="zh-CN" dirty="0"/>
              <a:t> </a:t>
            </a:r>
            <a:r>
              <a:rPr lang="en-US" altLang="zh-CN" dirty="0" err="1"/>
              <a:t>kbd.o</a:t>
            </a:r>
            <a:r>
              <a:rPr lang="en-US" altLang="zh-CN" dirty="0"/>
              <a:t> </a:t>
            </a:r>
            <a:r>
              <a:rPr lang="en-US" altLang="zh-CN" dirty="0" err="1"/>
              <a:t>command.o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6747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执行过程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3C215455-D646-4D37-BD6E-5649E397AC3A}"/>
              </a:ext>
            </a:extLst>
          </p:cNvPr>
          <p:cNvSpPr txBox="1"/>
          <p:nvPr/>
        </p:nvSpPr>
        <p:spPr>
          <a:xfrm>
            <a:off x="669925" y="914699"/>
            <a:ext cx="8206165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1. </a:t>
            </a:r>
            <a:r>
              <a:rPr lang="zh-CN" altLang="en-US" dirty="0"/>
              <a:t>输入 </a:t>
            </a:r>
            <a:r>
              <a:rPr lang="en-US" altLang="zh-CN" dirty="0"/>
              <a:t>make </a:t>
            </a:r>
            <a:r>
              <a:rPr lang="zh-CN" altLang="en-US" dirty="0"/>
              <a:t>命令 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在当前目录下找名字叫“ </a:t>
            </a:r>
            <a:r>
              <a:rPr lang="en-US" altLang="zh-CN" dirty="0" err="1"/>
              <a:t>Makefile</a:t>
            </a:r>
            <a:r>
              <a:rPr lang="en-US" altLang="zh-CN" dirty="0"/>
              <a:t>”</a:t>
            </a:r>
            <a:r>
              <a:rPr lang="zh-CN" altLang="en-US" dirty="0"/>
              <a:t>或“ </a:t>
            </a:r>
            <a:r>
              <a:rPr lang="en-US" altLang="zh-CN" dirty="0" err="1"/>
              <a:t>makefile</a:t>
            </a:r>
            <a:r>
              <a:rPr lang="en-US" altLang="zh-CN" dirty="0"/>
              <a:t>”</a:t>
            </a:r>
            <a:r>
              <a:rPr lang="zh-CN" altLang="en-US" dirty="0"/>
              <a:t>的文件 。如果是“</a:t>
            </a:r>
            <a:r>
              <a:rPr lang="en-US" altLang="zh-CN" dirty="0"/>
              <a:t>GNU make”</a:t>
            </a:r>
            <a:r>
              <a:rPr lang="zh-CN" altLang="en-US" dirty="0"/>
              <a:t>，查找顺序是“</a:t>
            </a:r>
            <a:r>
              <a:rPr lang="en-US" altLang="zh-CN" dirty="0" err="1"/>
              <a:t>GNUmakefile</a:t>
            </a:r>
            <a:r>
              <a:rPr lang="en-US" altLang="zh-CN" dirty="0"/>
              <a:t>”</a:t>
            </a:r>
            <a:r>
              <a:rPr lang="zh-CN" altLang="en-US" dirty="0"/>
              <a:t>，“</a:t>
            </a:r>
            <a:r>
              <a:rPr lang="en-US" altLang="zh-CN" dirty="0" err="1"/>
              <a:t>makefile</a:t>
            </a:r>
            <a:r>
              <a:rPr lang="en-US" altLang="zh-CN" dirty="0"/>
              <a:t>”</a:t>
            </a:r>
            <a:r>
              <a:rPr lang="zh-CN" altLang="en-US" dirty="0"/>
              <a:t>、“</a:t>
            </a:r>
            <a:r>
              <a:rPr lang="en-US" altLang="zh-CN" dirty="0" err="1"/>
              <a:t>Makefile</a:t>
            </a:r>
            <a:r>
              <a:rPr lang="en-US" altLang="zh-CN" dirty="0"/>
              <a:t>”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   或者通过</a:t>
            </a:r>
            <a:r>
              <a:rPr lang="en-US" altLang="zh-CN" dirty="0"/>
              <a:t>-f</a:t>
            </a:r>
            <a:r>
              <a:rPr lang="zh-CN" altLang="en-US" dirty="0"/>
              <a:t>指定要执行的</a:t>
            </a:r>
            <a:r>
              <a:rPr lang="en-US" altLang="zh-CN" dirty="0" err="1"/>
              <a:t>makefile</a:t>
            </a:r>
            <a:r>
              <a:rPr lang="zh-CN" altLang="en-US" dirty="0"/>
              <a:t>文件，如</a:t>
            </a:r>
            <a:r>
              <a:rPr lang="en-US" altLang="zh-CN" dirty="0"/>
              <a:t>`make -f ./</a:t>
            </a:r>
            <a:r>
              <a:rPr lang="en-US" altLang="zh-CN" dirty="0" err="1"/>
              <a:t>dir</a:t>
            </a:r>
            <a:r>
              <a:rPr lang="en-US" altLang="zh-CN" dirty="0"/>
              <a:t>/</a:t>
            </a:r>
            <a:r>
              <a:rPr lang="en-US" altLang="zh-CN" dirty="0" err="1"/>
              <a:t>Makefile</a:t>
            </a:r>
            <a:r>
              <a:rPr lang="en-US" altLang="zh-CN" dirty="0" smtClean="0"/>
              <a:t>`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3. </a:t>
            </a:r>
            <a:r>
              <a:rPr lang="zh-CN" altLang="en-US" dirty="0"/>
              <a:t>找到文件中的第一个目标文件（ </a:t>
            </a:r>
            <a:r>
              <a:rPr lang="en-US" altLang="zh-CN" dirty="0"/>
              <a:t>target</a:t>
            </a:r>
            <a:r>
              <a:rPr lang="zh-CN" altLang="en-US" dirty="0"/>
              <a:t>），  上面的例子中就是“ </a:t>
            </a:r>
            <a:r>
              <a:rPr lang="en-US" altLang="zh-CN" dirty="0"/>
              <a:t>edit”</a:t>
            </a:r>
            <a:r>
              <a:rPr lang="zh-CN" altLang="en-US" dirty="0"/>
              <a:t>这个文件，把这个文件作为最终的目标文件 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/>
              <a:t>4. </a:t>
            </a:r>
            <a:r>
              <a:rPr lang="zh-CN" altLang="en-US" dirty="0"/>
              <a:t>如果 </a:t>
            </a:r>
            <a:r>
              <a:rPr lang="en-US" altLang="zh-CN" dirty="0"/>
              <a:t>edit </a:t>
            </a:r>
            <a:r>
              <a:rPr lang="zh-CN" altLang="en-US" dirty="0"/>
              <a:t>文件不存在，或是 </a:t>
            </a:r>
            <a:r>
              <a:rPr lang="en-US" altLang="zh-CN" dirty="0"/>
              <a:t>edit </a:t>
            </a:r>
            <a:r>
              <a:rPr lang="zh-CN" altLang="en-US" dirty="0"/>
              <a:t>所依赖的后面的 </a:t>
            </a:r>
            <a:r>
              <a:rPr lang="en-US" altLang="zh-CN" dirty="0"/>
              <a:t>.o </a:t>
            </a:r>
            <a:r>
              <a:rPr lang="zh-CN" altLang="en-US" dirty="0"/>
              <a:t>文件的文件修改时间要比 </a:t>
            </a:r>
            <a:r>
              <a:rPr lang="en-US" altLang="zh-CN" dirty="0" smtClean="0"/>
              <a:t>edit   </a:t>
            </a:r>
            <a:r>
              <a:rPr lang="zh-CN" altLang="en-US" dirty="0"/>
              <a:t>这个文件新，那么，他就会执行后面所定义的命令来生成 </a:t>
            </a:r>
            <a:r>
              <a:rPr lang="en-US" altLang="zh-CN" dirty="0"/>
              <a:t>edit </a:t>
            </a:r>
            <a:r>
              <a:rPr lang="zh-CN" altLang="en-US" dirty="0"/>
              <a:t>这个文件  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5. </a:t>
            </a:r>
            <a:r>
              <a:rPr lang="zh-CN" altLang="en-US" dirty="0"/>
              <a:t>对于 </a:t>
            </a:r>
            <a:r>
              <a:rPr lang="en-US" altLang="zh-CN" dirty="0"/>
              <a:t>edit </a:t>
            </a:r>
            <a:r>
              <a:rPr lang="zh-CN" altLang="en-US" dirty="0"/>
              <a:t>所依赖的</a:t>
            </a:r>
            <a:r>
              <a:rPr lang="en-US" altLang="zh-CN" dirty="0"/>
              <a:t>.o </a:t>
            </a:r>
            <a:r>
              <a:rPr lang="zh-CN" altLang="en-US" dirty="0"/>
              <a:t>文件（</a:t>
            </a:r>
            <a:r>
              <a:rPr lang="en-US" altLang="zh-CN" dirty="0" err="1"/>
              <a:t>main.o</a:t>
            </a:r>
            <a:r>
              <a:rPr lang="en-US" altLang="zh-CN" dirty="0"/>
              <a:t> </a:t>
            </a:r>
            <a:r>
              <a:rPr lang="en-US" altLang="zh-CN" dirty="0" err="1"/>
              <a:t>kbd.o</a:t>
            </a:r>
            <a:r>
              <a:rPr lang="en-US" altLang="zh-CN" dirty="0"/>
              <a:t> </a:t>
            </a:r>
            <a:r>
              <a:rPr lang="en-US" altLang="zh-CN" dirty="0" err="1"/>
              <a:t>command.o</a:t>
            </a:r>
            <a:r>
              <a:rPr lang="zh-CN" altLang="en-US" dirty="0"/>
              <a:t>），递归前面的过程</a:t>
            </a:r>
            <a:r>
              <a:rPr lang="zh-CN" altLang="en-US" dirty="0" smtClean="0"/>
              <a:t>。</a:t>
            </a:r>
            <a:endParaRPr lang="en-US" altLang="zh-CN" dirty="0">
              <a:latin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4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自动推导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3C215455-D646-4D37-BD6E-5649E397AC3A}"/>
              </a:ext>
            </a:extLst>
          </p:cNvPr>
          <p:cNvSpPr txBox="1"/>
          <p:nvPr/>
        </p:nvSpPr>
        <p:spPr>
          <a:xfrm>
            <a:off x="888166" y="1022224"/>
            <a:ext cx="10362539" cy="45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GNU </a:t>
            </a:r>
            <a:r>
              <a:rPr lang="zh-CN" altLang="en-US" dirty="0"/>
              <a:t>的 </a:t>
            </a:r>
            <a:r>
              <a:rPr lang="en-US" altLang="zh-CN" dirty="0"/>
              <a:t>make </a:t>
            </a:r>
            <a:r>
              <a:rPr lang="zh-CN" altLang="en-US" dirty="0"/>
              <a:t>可以自动推导文件以及文件依赖关系后面的命令  。</a:t>
            </a:r>
            <a:endParaRPr lang="en-US" altLang="zh-CN" sz="1800" dirty="0">
              <a:latin typeface="+mn-ea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88166" y="1779104"/>
            <a:ext cx="100249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objs</a:t>
            </a:r>
            <a:r>
              <a:rPr lang="en-US" altLang="zh-CN" dirty="0"/>
              <a:t>=</a:t>
            </a:r>
            <a:r>
              <a:rPr lang="en-US" altLang="zh-CN" dirty="0" err="1"/>
              <a:t>main.o</a:t>
            </a:r>
            <a:r>
              <a:rPr lang="en-US" altLang="zh-CN" dirty="0"/>
              <a:t> </a:t>
            </a:r>
            <a:r>
              <a:rPr lang="en-US" altLang="zh-CN" dirty="0" err="1"/>
              <a:t>kbd.o</a:t>
            </a:r>
            <a:r>
              <a:rPr lang="en-US" altLang="zh-CN" dirty="0"/>
              <a:t> </a:t>
            </a:r>
            <a:r>
              <a:rPr lang="en-US" altLang="zh-CN" dirty="0" err="1"/>
              <a:t>command.o</a:t>
            </a:r>
            <a:endParaRPr lang="en-US" altLang="zh-CN" dirty="0"/>
          </a:p>
          <a:p>
            <a:r>
              <a:rPr lang="en-US" altLang="zh-CN" dirty="0"/>
              <a:t>  </a:t>
            </a:r>
          </a:p>
          <a:p>
            <a:r>
              <a:rPr lang="en-US" altLang="zh-CN" dirty="0"/>
              <a:t>edit : $(</a:t>
            </a:r>
            <a:r>
              <a:rPr lang="en-US" altLang="zh-CN" dirty="0" err="1"/>
              <a:t>objs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gcc</a:t>
            </a:r>
            <a:r>
              <a:rPr lang="en-US" altLang="zh-CN" dirty="0"/>
              <a:t> -o edit $(</a:t>
            </a:r>
            <a:r>
              <a:rPr lang="en-US" altLang="zh-CN" dirty="0" err="1"/>
              <a:t>objs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 err="1"/>
              <a:t>main.o:defs.h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command.o:command.h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clean: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rm</a:t>
            </a:r>
            <a:r>
              <a:rPr lang="en-US" altLang="zh-CN" dirty="0"/>
              <a:t> edit $(</a:t>
            </a:r>
            <a:r>
              <a:rPr lang="en-US" altLang="zh-CN" dirty="0" err="1"/>
              <a:t>objs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9588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include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86409" y="944217"/>
            <a:ext cx="77624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 </a:t>
            </a:r>
            <a:r>
              <a:rPr lang="en-US" altLang="zh-CN" dirty="0"/>
              <a:t>include </a:t>
            </a:r>
            <a:r>
              <a:rPr lang="zh-CN" altLang="en-US" dirty="0"/>
              <a:t>关键字可以把别的 </a:t>
            </a:r>
            <a:r>
              <a:rPr lang="en-US" altLang="zh-CN" dirty="0" err="1"/>
              <a:t>Makefile</a:t>
            </a:r>
            <a:r>
              <a:rPr lang="en-US" altLang="zh-CN" dirty="0"/>
              <a:t> </a:t>
            </a:r>
            <a:r>
              <a:rPr lang="zh-CN" altLang="en-US" dirty="0"/>
              <a:t>包含</a:t>
            </a:r>
            <a:r>
              <a:rPr lang="zh-CN" altLang="en-US" dirty="0" smtClean="0"/>
              <a:t>进来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/>
              <a:t>include </a:t>
            </a:r>
            <a:r>
              <a:rPr lang="en-US" altLang="zh-CN" dirty="0" err="1"/>
              <a:t>foo.make</a:t>
            </a:r>
            <a:r>
              <a:rPr lang="en-US" altLang="zh-CN" dirty="0"/>
              <a:t> a.mk b.mk c.mk e.mk </a:t>
            </a:r>
            <a:r>
              <a:rPr lang="en-US" altLang="zh-CN" dirty="0" smtClean="0"/>
              <a:t>f.mk</a:t>
            </a:r>
          </a:p>
          <a:p>
            <a:endParaRPr lang="en-US" altLang="zh-CN" dirty="0"/>
          </a:p>
          <a:p>
            <a:r>
              <a:rPr lang="zh-CN" altLang="en-US" dirty="0"/>
              <a:t>由于</a:t>
            </a:r>
            <a:r>
              <a:rPr lang="en-US" altLang="zh-CN" dirty="0"/>
              <a:t>include</a:t>
            </a:r>
            <a:r>
              <a:rPr lang="zh-CN" altLang="en-US" dirty="0"/>
              <a:t>只是原样的把文本放在包含的位置，</a:t>
            </a:r>
            <a:r>
              <a:rPr lang="zh-CN" altLang="en-US" dirty="0" smtClean="0"/>
              <a:t>所以被</a:t>
            </a:r>
            <a:r>
              <a:rPr lang="en-US" altLang="zh-CN" dirty="0"/>
              <a:t>include</a:t>
            </a:r>
            <a:r>
              <a:rPr lang="zh-CN" altLang="en-US" dirty="0"/>
              <a:t>的几个文件和外面的</a:t>
            </a:r>
            <a:r>
              <a:rPr lang="en-US" altLang="zh-CN" dirty="0" err="1"/>
              <a:t>Makefile</a:t>
            </a:r>
            <a:r>
              <a:rPr lang="zh-CN" altLang="en-US" dirty="0"/>
              <a:t>，如果有重复的</a:t>
            </a:r>
            <a:r>
              <a:rPr lang="en-US" altLang="zh-CN" dirty="0"/>
              <a:t>target</a:t>
            </a:r>
            <a:r>
              <a:rPr lang="zh-CN" altLang="en-US" dirty="0"/>
              <a:t>，会产生</a:t>
            </a:r>
            <a:r>
              <a:rPr lang="zh-CN" altLang="en-US" dirty="0" smtClean="0"/>
              <a:t>冲突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可以把</a:t>
            </a:r>
            <a:r>
              <a:rPr lang="zh-CN" altLang="en-US" dirty="0"/>
              <a:t>一些自定义的函数、声明变量放到</a:t>
            </a:r>
            <a:r>
              <a:rPr lang="en-US" altLang="zh-CN" dirty="0" err="1"/>
              <a:t>mk</a:t>
            </a:r>
            <a:r>
              <a:rPr lang="zh-CN" altLang="en-US" dirty="0"/>
              <a:t>里</a:t>
            </a:r>
          </a:p>
        </p:txBody>
      </p:sp>
    </p:spTree>
    <p:extLst>
      <p:ext uri="{BB962C8B-B14F-4D97-AF65-F5344CB8AC3E}">
        <p14:creationId xmlns:p14="http://schemas.microsoft.com/office/powerpoint/2010/main" val="296153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嵌套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05070" y="1143000"/>
            <a:ext cx="9243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有时我们把整个项目分成不同的模块，每个模块都有它自己的</a:t>
            </a:r>
            <a:r>
              <a:rPr lang="en-US" altLang="zh-CN" dirty="0" err="1"/>
              <a:t>Makefile</a:t>
            </a:r>
            <a:r>
              <a:rPr lang="zh-CN" altLang="en-US" dirty="0"/>
              <a:t>，然后在外面一个总控的 </a:t>
            </a:r>
            <a:r>
              <a:rPr lang="en-US" altLang="zh-CN" dirty="0" err="1"/>
              <a:t>Makefile</a:t>
            </a:r>
            <a:r>
              <a:rPr lang="zh-CN" altLang="en-US" dirty="0"/>
              <a:t>里面调用子模块的</a:t>
            </a:r>
            <a:r>
              <a:rPr lang="en-US" altLang="zh-CN" dirty="0" err="1"/>
              <a:t>Makefile</a:t>
            </a:r>
            <a:r>
              <a:rPr lang="zh-CN" altLang="en-US" dirty="0"/>
              <a:t>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04461" y="2454965"/>
            <a:ext cx="80407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subsystem:</a:t>
            </a:r>
          </a:p>
          <a:p>
            <a:r>
              <a:rPr lang="en-US" altLang="zh-CN" dirty="0"/>
              <a:t>	cd </a:t>
            </a:r>
            <a:r>
              <a:rPr lang="en-US" altLang="zh-CN" dirty="0" err="1"/>
              <a:t>subdir</a:t>
            </a:r>
            <a:r>
              <a:rPr lang="en-US" altLang="zh-CN" dirty="0"/>
              <a:t> &amp;&amp; $(MAKE)</a:t>
            </a:r>
          </a:p>
          <a:p>
            <a:r>
              <a:rPr lang="en-US" altLang="zh-CN" dirty="0"/>
              <a:t>#</a:t>
            </a:r>
            <a:r>
              <a:rPr lang="zh-CN" altLang="en-US" dirty="0"/>
              <a:t>等价</a:t>
            </a:r>
          </a:p>
          <a:p>
            <a:r>
              <a:rPr lang="en-US" altLang="zh-CN" dirty="0"/>
              <a:t>subsystem:</a:t>
            </a:r>
          </a:p>
          <a:p>
            <a:r>
              <a:rPr lang="en-US" altLang="zh-CN" dirty="0"/>
              <a:t>	$(MAKE) -C </a:t>
            </a:r>
            <a:r>
              <a:rPr lang="en-US" altLang="zh-CN" dirty="0" err="1"/>
              <a:t>subdir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897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5" y="276525"/>
            <a:ext cx="11070607" cy="409039"/>
          </a:xfrm>
        </p:spPr>
        <p:txBody>
          <a:bodyPr/>
          <a:lstStyle/>
          <a:p>
            <a:r>
              <a:rPr lang="zh-CN" altLang="en-US" dirty="0" smtClean="0"/>
              <a:t>预定义的变量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785191" y="1113183"/>
            <a:ext cx="90545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$* </a:t>
            </a:r>
            <a:r>
              <a:rPr lang="zh-CN" altLang="en-US" dirty="0"/>
              <a:t>　　不包含扩展名的目标文件名称。</a:t>
            </a:r>
          </a:p>
          <a:p>
            <a:endParaRPr lang="zh-CN" altLang="en-US" dirty="0"/>
          </a:p>
          <a:p>
            <a:r>
              <a:rPr lang="en-US" altLang="zh-CN" dirty="0"/>
              <a:t>$+ </a:t>
            </a:r>
            <a:r>
              <a:rPr lang="zh-CN" altLang="en-US" dirty="0"/>
              <a:t>　　所有的依赖文件，以空格分开，并以出现的先后为序，可能包含重复的依赖文件。</a:t>
            </a:r>
          </a:p>
          <a:p>
            <a:endParaRPr lang="zh-CN" altLang="en-US" dirty="0"/>
          </a:p>
          <a:p>
            <a:r>
              <a:rPr lang="en-US" altLang="zh-CN" dirty="0"/>
              <a:t>$&lt; </a:t>
            </a:r>
            <a:r>
              <a:rPr lang="zh-CN" altLang="en-US" dirty="0"/>
              <a:t>　　第一个依赖文件的名称。</a:t>
            </a:r>
          </a:p>
          <a:p>
            <a:endParaRPr lang="zh-CN" altLang="en-US" dirty="0"/>
          </a:p>
          <a:p>
            <a:r>
              <a:rPr lang="en-US" altLang="zh-CN" dirty="0"/>
              <a:t>$? </a:t>
            </a:r>
            <a:r>
              <a:rPr lang="zh-CN" altLang="en-US" dirty="0"/>
              <a:t>　　所有的依赖文件，以空格分开，这些依赖文件的修改日期比目标的创建日期晚。</a:t>
            </a:r>
          </a:p>
          <a:p>
            <a:endParaRPr lang="zh-CN" altLang="en-US" dirty="0"/>
          </a:p>
          <a:p>
            <a:r>
              <a:rPr lang="en-US" altLang="zh-CN" dirty="0"/>
              <a:t>$@ </a:t>
            </a:r>
            <a:r>
              <a:rPr lang="zh-CN" altLang="en-US" dirty="0"/>
              <a:t>　 目标的完整名称。</a:t>
            </a:r>
          </a:p>
          <a:p>
            <a:endParaRPr lang="zh-CN" altLang="en-US" dirty="0"/>
          </a:p>
          <a:p>
            <a:r>
              <a:rPr lang="en-US" altLang="zh-CN" dirty="0"/>
              <a:t>$^ </a:t>
            </a:r>
            <a:r>
              <a:rPr lang="zh-CN" altLang="en-US" dirty="0"/>
              <a:t>　　所有的依赖文件，以空格分开，不包含重复的依赖文件。</a:t>
            </a:r>
          </a:p>
          <a:p>
            <a:endParaRPr lang="zh-CN" altLang="en-US" dirty="0"/>
          </a:p>
          <a:p>
            <a:r>
              <a:rPr lang="en-US" altLang="zh-CN" dirty="0"/>
              <a:t>$%     </a:t>
            </a:r>
            <a:r>
              <a:rPr lang="zh-CN" altLang="en-US" dirty="0"/>
              <a:t>如果目标是归档成员，则该变量表示目标的归档成员名称。</a:t>
            </a:r>
          </a:p>
        </p:txBody>
      </p:sp>
    </p:spTree>
    <p:extLst>
      <p:ext uri="{BB962C8B-B14F-4D97-AF65-F5344CB8AC3E}">
        <p14:creationId xmlns:p14="http://schemas.microsoft.com/office/powerpoint/2010/main" val="154331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C215455-D646-4D37-BD6E-5649E397AC3A}"/>
              </a:ext>
            </a:extLst>
          </p:cNvPr>
          <p:cNvSpPr txBox="1"/>
          <p:nvPr/>
        </p:nvSpPr>
        <p:spPr>
          <a:xfrm>
            <a:off x="1007436" y="634598"/>
            <a:ext cx="10763060" cy="5444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+mn-ea"/>
                <a:sym typeface="Arial" panose="020B0604020202020204" pitchFamily="34" charset="0"/>
              </a:rPr>
              <a:t>objs</a:t>
            </a:r>
            <a:r>
              <a:rPr lang="en-US" altLang="zh-CN" dirty="0">
                <a:latin typeface="+mn-ea"/>
                <a:sym typeface="Arial" panose="020B0604020202020204" pitchFamily="34" charset="0"/>
              </a:rPr>
              <a:t>=</a:t>
            </a:r>
            <a:r>
              <a:rPr lang="en-US" altLang="zh-CN" dirty="0" err="1">
                <a:latin typeface="+mn-ea"/>
                <a:sym typeface="Arial" panose="020B0604020202020204" pitchFamily="34" charset="0"/>
              </a:rPr>
              <a:t>main.o</a:t>
            </a:r>
            <a:r>
              <a:rPr lang="en-US" altLang="zh-CN" dirty="0">
                <a:latin typeface="+mn-ea"/>
                <a:sym typeface="Arial" panose="020B0604020202020204" pitchFamily="34" charset="0"/>
              </a:rPr>
              <a:t> </a:t>
            </a:r>
            <a:r>
              <a:rPr lang="en-US" altLang="zh-CN" dirty="0" err="1">
                <a:latin typeface="+mn-ea"/>
                <a:sym typeface="Arial" panose="020B0604020202020204" pitchFamily="34" charset="0"/>
              </a:rPr>
              <a:t>kbd.o</a:t>
            </a:r>
            <a:r>
              <a:rPr lang="en-US" altLang="zh-CN" dirty="0">
                <a:latin typeface="+mn-ea"/>
                <a:sym typeface="Arial" panose="020B0604020202020204" pitchFamily="34" charset="0"/>
              </a:rPr>
              <a:t> </a:t>
            </a:r>
            <a:r>
              <a:rPr lang="en-US" altLang="zh-CN" dirty="0" err="1">
                <a:latin typeface="+mn-ea"/>
                <a:sym typeface="Arial" panose="020B0604020202020204" pitchFamily="34" charset="0"/>
              </a:rPr>
              <a:t>command.o</a:t>
            </a:r>
            <a:endParaRPr lang="en-US" altLang="zh-CN" dirty="0">
              <a:latin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sym typeface="Arial" panose="020B0604020202020204" pitchFamily="34" charset="0"/>
              </a:rPr>
              <a:t>edit : $(</a:t>
            </a:r>
            <a:r>
              <a:rPr lang="en-US" altLang="zh-CN" dirty="0" err="1">
                <a:latin typeface="+mn-ea"/>
                <a:sym typeface="Arial" panose="020B0604020202020204" pitchFamily="34" charset="0"/>
              </a:rPr>
              <a:t>objs</a:t>
            </a:r>
            <a:r>
              <a:rPr lang="en-US" altLang="zh-CN" dirty="0">
                <a:latin typeface="+mn-ea"/>
                <a:sym typeface="Arial" panose="020B0604020202020204" pitchFamily="34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sym typeface="Arial" panose="020B0604020202020204" pitchFamily="34" charset="0"/>
              </a:rPr>
              <a:t>        </a:t>
            </a:r>
            <a:r>
              <a:rPr lang="en-US" altLang="zh-CN" dirty="0" err="1">
                <a:latin typeface="+mn-ea"/>
                <a:sym typeface="Arial" panose="020B0604020202020204" pitchFamily="34" charset="0"/>
              </a:rPr>
              <a:t>gcc</a:t>
            </a:r>
            <a:r>
              <a:rPr lang="en-US" altLang="zh-CN" dirty="0">
                <a:latin typeface="+mn-ea"/>
                <a:sym typeface="Arial" panose="020B0604020202020204" pitchFamily="34" charset="0"/>
              </a:rPr>
              <a:t> -o $@ $?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+mn-ea"/>
                <a:sym typeface="Arial" panose="020B0604020202020204" pitchFamily="34" charset="0"/>
              </a:rPr>
              <a:t>main.o:main.c</a:t>
            </a:r>
            <a:r>
              <a:rPr lang="en-US" altLang="zh-CN" dirty="0">
                <a:latin typeface="+mn-ea"/>
                <a:sym typeface="Arial" panose="020B0604020202020204" pitchFamily="34" charset="0"/>
              </a:rPr>
              <a:t> </a:t>
            </a:r>
            <a:r>
              <a:rPr lang="en-US" altLang="zh-CN" dirty="0" err="1">
                <a:latin typeface="+mn-ea"/>
                <a:sym typeface="Arial" panose="020B0604020202020204" pitchFamily="34" charset="0"/>
              </a:rPr>
              <a:t>defs.h</a:t>
            </a:r>
            <a:endParaRPr lang="en-US" altLang="zh-CN" dirty="0">
              <a:latin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sym typeface="Arial" panose="020B0604020202020204" pitchFamily="34" charset="0"/>
              </a:rPr>
              <a:t>        </a:t>
            </a:r>
            <a:r>
              <a:rPr lang="en-US" altLang="zh-CN" dirty="0" err="1">
                <a:latin typeface="+mn-ea"/>
                <a:sym typeface="Arial" panose="020B0604020202020204" pitchFamily="34" charset="0"/>
              </a:rPr>
              <a:t>gcc</a:t>
            </a:r>
            <a:r>
              <a:rPr lang="en-US" altLang="zh-CN" dirty="0">
                <a:latin typeface="+mn-ea"/>
                <a:sym typeface="Arial" panose="020B0604020202020204" pitchFamily="34" charset="0"/>
              </a:rPr>
              <a:t> -c $&lt;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+mn-ea"/>
                <a:sym typeface="Arial" panose="020B0604020202020204" pitchFamily="34" charset="0"/>
              </a:rPr>
              <a:t>kbd.o:kbd.c</a:t>
            </a:r>
            <a:endParaRPr lang="en-US" altLang="zh-CN" dirty="0">
              <a:latin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sym typeface="Arial" panose="020B0604020202020204" pitchFamily="34" charset="0"/>
              </a:rPr>
              <a:t>        </a:t>
            </a:r>
            <a:r>
              <a:rPr lang="en-US" altLang="zh-CN" dirty="0" err="1">
                <a:latin typeface="+mn-ea"/>
                <a:sym typeface="Arial" panose="020B0604020202020204" pitchFamily="34" charset="0"/>
              </a:rPr>
              <a:t>gcc</a:t>
            </a:r>
            <a:r>
              <a:rPr lang="en-US" altLang="zh-CN" dirty="0">
                <a:latin typeface="+mn-ea"/>
                <a:sym typeface="Arial" panose="020B0604020202020204" pitchFamily="34" charset="0"/>
              </a:rPr>
              <a:t> -c $&lt;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+mn-ea"/>
                <a:sym typeface="Arial" panose="020B0604020202020204" pitchFamily="34" charset="0"/>
              </a:rPr>
              <a:t>command.o:command.c</a:t>
            </a:r>
            <a:r>
              <a:rPr lang="en-US" altLang="zh-CN" dirty="0">
                <a:latin typeface="+mn-ea"/>
                <a:sym typeface="Arial" panose="020B0604020202020204" pitchFamily="34" charset="0"/>
              </a:rPr>
              <a:t> </a:t>
            </a:r>
            <a:r>
              <a:rPr lang="en-US" altLang="zh-CN" dirty="0" err="1">
                <a:latin typeface="+mn-ea"/>
                <a:sym typeface="Arial" panose="020B0604020202020204" pitchFamily="34" charset="0"/>
              </a:rPr>
              <a:t>command.h</a:t>
            </a:r>
            <a:endParaRPr lang="en-US" altLang="zh-CN" dirty="0">
              <a:latin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sym typeface="Arial" panose="020B0604020202020204" pitchFamily="34" charset="0"/>
              </a:rPr>
              <a:t>        </a:t>
            </a:r>
            <a:r>
              <a:rPr lang="en-US" altLang="zh-CN" dirty="0" err="1">
                <a:latin typeface="+mn-ea"/>
                <a:sym typeface="Arial" panose="020B0604020202020204" pitchFamily="34" charset="0"/>
              </a:rPr>
              <a:t>gcc</a:t>
            </a:r>
            <a:r>
              <a:rPr lang="en-US" altLang="zh-CN" dirty="0">
                <a:latin typeface="+mn-ea"/>
                <a:sym typeface="Arial" panose="020B0604020202020204" pitchFamily="34" charset="0"/>
              </a:rPr>
              <a:t> -c $&lt;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sym typeface="Arial" panose="020B0604020202020204" pitchFamily="34" charset="0"/>
              </a:rPr>
              <a:t>clean: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sym typeface="Arial" panose="020B0604020202020204" pitchFamily="34" charset="0"/>
              </a:rPr>
              <a:t>        </a:t>
            </a:r>
            <a:r>
              <a:rPr lang="en-US" altLang="zh-CN" dirty="0" err="1">
                <a:latin typeface="+mn-ea"/>
                <a:sym typeface="Arial" panose="020B0604020202020204" pitchFamily="34" charset="0"/>
              </a:rPr>
              <a:t>rm</a:t>
            </a:r>
            <a:r>
              <a:rPr lang="en-US" altLang="zh-CN" dirty="0">
                <a:latin typeface="+mn-ea"/>
                <a:sym typeface="Arial" panose="020B0604020202020204" pitchFamily="34" charset="0"/>
              </a:rPr>
              <a:t> edit $(</a:t>
            </a:r>
            <a:r>
              <a:rPr lang="en-US" altLang="zh-CN" dirty="0" err="1">
                <a:latin typeface="+mn-ea"/>
                <a:sym typeface="Arial" panose="020B0604020202020204" pitchFamily="34" charset="0"/>
              </a:rPr>
              <a:t>objs</a:t>
            </a:r>
            <a:r>
              <a:rPr lang="en-US" altLang="zh-CN" dirty="0">
                <a:latin typeface="+mn-ea"/>
                <a:sym typeface="Arial" panose="020B0604020202020204" pitchFamily="34" charset="0"/>
              </a:rPr>
              <a:t>)</a:t>
            </a:r>
            <a:endParaRPr lang="en-US" altLang="zh-CN" sz="1800" dirty="0">
              <a:latin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61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模式规则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75252" y="1083365"/>
            <a:ext cx="83985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objs</a:t>
            </a:r>
            <a:r>
              <a:rPr lang="en-US" altLang="zh-CN" dirty="0"/>
              <a:t>=</a:t>
            </a:r>
            <a:r>
              <a:rPr lang="en-US" altLang="zh-CN" dirty="0" err="1"/>
              <a:t>main.o</a:t>
            </a:r>
            <a:r>
              <a:rPr lang="en-US" altLang="zh-CN" dirty="0"/>
              <a:t> </a:t>
            </a:r>
            <a:r>
              <a:rPr lang="en-US" altLang="zh-CN" dirty="0" err="1"/>
              <a:t>kbd.o</a:t>
            </a:r>
            <a:r>
              <a:rPr lang="en-US" altLang="zh-CN" dirty="0"/>
              <a:t> </a:t>
            </a:r>
            <a:r>
              <a:rPr lang="en-US" altLang="zh-CN" dirty="0" err="1"/>
              <a:t>command.o</a:t>
            </a:r>
            <a:endParaRPr lang="en-US" altLang="zh-CN" dirty="0"/>
          </a:p>
          <a:p>
            <a:r>
              <a:rPr lang="en-US" altLang="zh-CN" dirty="0"/>
              <a:t>edit : $(</a:t>
            </a:r>
            <a:r>
              <a:rPr lang="en-US" altLang="zh-CN" dirty="0" err="1"/>
              <a:t>objs</a:t>
            </a:r>
            <a:r>
              <a:rPr lang="en-US" altLang="zh-CN" dirty="0"/>
              <a:t>) 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gcc</a:t>
            </a:r>
            <a:r>
              <a:rPr lang="en-US" altLang="zh-CN" dirty="0"/>
              <a:t> -o $@ $?</a:t>
            </a:r>
          </a:p>
          <a:p>
            <a:endParaRPr lang="en-US" altLang="zh-CN" dirty="0"/>
          </a:p>
          <a:p>
            <a:r>
              <a:rPr lang="en-US" altLang="zh-CN" dirty="0"/>
              <a:t>%.o:%.c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gcc</a:t>
            </a:r>
            <a:r>
              <a:rPr lang="en-US" altLang="zh-CN" dirty="0"/>
              <a:t> -c -o $@ $&lt;</a:t>
            </a:r>
          </a:p>
          <a:p>
            <a:endParaRPr lang="en-US" altLang="zh-CN" dirty="0"/>
          </a:p>
          <a:p>
            <a:r>
              <a:rPr lang="en-US" altLang="zh-CN" dirty="0"/>
              <a:t>clean: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rm</a:t>
            </a:r>
            <a:r>
              <a:rPr lang="en-US" altLang="zh-CN" dirty="0"/>
              <a:t> edit $(</a:t>
            </a:r>
            <a:r>
              <a:rPr lang="en-US" altLang="zh-CN" dirty="0" err="1"/>
              <a:t>objs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422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调试打印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75861" y="1133061"/>
            <a:ext cx="89253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$(info “here add the debug info”)</a:t>
            </a:r>
          </a:p>
          <a:p>
            <a:r>
              <a:rPr lang="en-US" altLang="zh-CN" dirty="0"/>
              <a:t>#</a:t>
            </a:r>
            <a:r>
              <a:rPr lang="zh-CN" altLang="en-US" dirty="0"/>
              <a:t>注</a:t>
            </a:r>
            <a:r>
              <a:rPr lang="en-US" altLang="zh-CN" dirty="0"/>
              <a:t>,info</a:t>
            </a:r>
            <a:r>
              <a:rPr lang="zh-CN" altLang="en-US" dirty="0"/>
              <a:t>信息</a:t>
            </a:r>
            <a:r>
              <a:rPr lang="en-US" altLang="zh-CN" dirty="0"/>
              <a:t>,</a:t>
            </a:r>
            <a:r>
              <a:rPr lang="zh-CN" altLang="en-US" dirty="0"/>
              <a:t>不打印信息所在行号</a:t>
            </a:r>
          </a:p>
          <a:p>
            <a:endParaRPr lang="zh-CN" altLang="en-US" dirty="0"/>
          </a:p>
          <a:p>
            <a:r>
              <a:rPr lang="en-US" altLang="zh-CN" dirty="0"/>
              <a:t>$(warning “here add the debug info”)</a:t>
            </a:r>
          </a:p>
          <a:p>
            <a:endParaRPr lang="en-US" altLang="zh-CN" dirty="0"/>
          </a:p>
          <a:p>
            <a:r>
              <a:rPr lang="en-US" altLang="zh-CN" dirty="0"/>
              <a:t>$(error “error: this will stop the compile”)</a:t>
            </a:r>
          </a:p>
          <a:p>
            <a:r>
              <a:rPr lang="en-US" altLang="zh-CN" dirty="0"/>
              <a:t>#</a:t>
            </a:r>
            <a:r>
              <a:rPr lang="zh-CN" altLang="en-US" dirty="0"/>
              <a:t>打印</a:t>
            </a:r>
            <a:r>
              <a:rPr lang="en-US" altLang="zh-CN" dirty="0"/>
              <a:t>error</a:t>
            </a:r>
            <a:r>
              <a:rPr lang="zh-CN" altLang="en-US" dirty="0"/>
              <a:t>信息，会停止当前</a:t>
            </a:r>
            <a:r>
              <a:rPr lang="en-US" altLang="zh-CN" dirty="0" err="1"/>
              <a:t>makefile</a:t>
            </a:r>
            <a:r>
              <a:rPr lang="zh-CN" altLang="en-US" dirty="0"/>
              <a:t>的编译</a:t>
            </a:r>
          </a:p>
        </p:txBody>
      </p:sp>
    </p:spTree>
    <p:extLst>
      <p:ext uri="{BB962C8B-B14F-4D97-AF65-F5344CB8AC3E}">
        <p14:creationId xmlns:p14="http://schemas.microsoft.com/office/powerpoint/2010/main" val="326960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</a:t>
            </a:r>
            <a:r>
              <a:rPr lang="en-US" altLang="zh-CN" dirty="0" err="1" smtClean="0"/>
              <a:t>path</a:t>
            </a:r>
            <a:r>
              <a:rPr lang="zh-CN" altLang="en-US" dirty="0" smtClean="0"/>
              <a:t>、</a:t>
            </a:r>
            <a:r>
              <a:rPr lang="en-US" altLang="zh-CN" dirty="0" smtClean="0"/>
              <a:t>VPATH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45435" y="1182757"/>
            <a:ext cx="9680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给源代码指定目录，而不是放在</a:t>
            </a:r>
            <a:r>
              <a:rPr lang="en-US" altLang="zh-CN" dirty="0" err="1" smtClean="0"/>
              <a:t>makefile</a:t>
            </a:r>
            <a:r>
              <a:rPr lang="zh-CN" altLang="en-US" dirty="0" smtClean="0"/>
              <a:t>文件相同的目录下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“ </a:t>
            </a:r>
            <a:r>
              <a:rPr lang="en-US" altLang="zh-CN" dirty="0"/>
              <a:t>VPATH”  </a:t>
            </a:r>
            <a:r>
              <a:rPr lang="zh-CN" altLang="en-US" dirty="0"/>
              <a:t>是</a:t>
            </a:r>
            <a:r>
              <a:rPr lang="en-US" altLang="zh-CN" dirty="0" err="1"/>
              <a:t>makefile</a:t>
            </a:r>
            <a:r>
              <a:rPr lang="zh-CN" altLang="en-US" dirty="0"/>
              <a:t>里的特殊变量，而</a:t>
            </a:r>
            <a:r>
              <a:rPr lang="en-US" altLang="zh-CN" dirty="0" err="1"/>
              <a:t>vpath</a:t>
            </a:r>
            <a:r>
              <a:rPr lang="zh-CN" altLang="en-US" dirty="0"/>
              <a:t>是一个关键字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54765" y="2902226"/>
            <a:ext cx="6192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vpath</a:t>
            </a:r>
            <a:r>
              <a:rPr lang="en-US" altLang="zh-CN" dirty="0"/>
              <a:t> %.h include</a:t>
            </a:r>
          </a:p>
          <a:p>
            <a:r>
              <a:rPr lang="en-US" altLang="zh-CN" dirty="0" err="1"/>
              <a:t>vpath</a:t>
            </a:r>
            <a:r>
              <a:rPr lang="en-US" altLang="zh-CN" dirty="0"/>
              <a:t> %.c </a:t>
            </a:r>
            <a:r>
              <a:rPr lang="en-US" altLang="zh-CN" dirty="0" err="1"/>
              <a:t>src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552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赋值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934278" y="1073426"/>
            <a:ext cx="705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"="</a:t>
            </a:r>
            <a:r>
              <a:rPr lang="zh-CN" altLang="en-US" dirty="0"/>
              <a:t>赋值，这种形式是以递归的形式展开变量，及被赋值的变量只有在被引用（使用）时，才会展开，及延迟展开（不常用）</a:t>
            </a:r>
          </a:p>
          <a:p>
            <a:endParaRPr lang="zh-CN" altLang="en-US" dirty="0"/>
          </a:p>
          <a:p>
            <a:r>
              <a:rPr lang="en-US" altLang="zh-CN" dirty="0"/>
              <a:t>2. ":="</a:t>
            </a:r>
            <a:r>
              <a:rPr lang="zh-CN" altLang="en-US" dirty="0"/>
              <a:t>赋值，这种形式是直接展开式赋值。</a:t>
            </a:r>
          </a:p>
        </p:txBody>
      </p:sp>
    </p:spTree>
    <p:extLst>
      <p:ext uri="{BB962C8B-B14F-4D97-AF65-F5344CB8AC3E}">
        <p14:creationId xmlns:p14="http://schemas.microsoft.com/office/powerpoint/2010/main" val="346297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条件判断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34887" y="1023730"/>
            <a:ext cx="65697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ifeq</a:t>
            </a:r>
            <a:r>
              <a:rPr lang="zh-CN" altLang="en-US" b="1" dirty="0"/>
              <a:t>和</a:t>
            </a:r>
            <a:r>
              <a:rPr lang="en-US" altLang="zh-CN" b="1" dirty="0" err="1" smtClean="0"/>
              <a:t>ifneq</a:t>
            </a:r>
            <a:endParaRPr lang="en-US" altLang="zh-CN" b="1" dirty="0" smtClean="0"/>
          </a:p>
          <a:p>
            <a:endParaRPr lang="en-US" altLang="zh-CN" dirty="0"/>
          </a:p>
          <a:p>
            <a:r>
              <a:rPr lang="en-US" altLang="zh-CN" dirty="0"/>
              <a:t>foo: $(objects)</a:t>
            </a:r>
          </a:p>
          <a:p>
            <a:r>
              <a:rPr lang="en-US" altLang="zh-CN" dirty="0" err="1"/>
              <a:t>ifeq</a:t>
            </a:r>
            <a:r>
              <a:rPr lang="en-US" altLang="zh-CN" dirty="0"/>
              <a:t> ($(CC),</a:t>
            </a:r>
            <a:r>
              <a:rPr lang="en-US" altLang="zh-CN" dirty="0" err="1"/>
              <a:t>gcc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	$(CC) -o foo $(objects) $(</a:t>
            </a:r>
            <a:r>
              <a:rPr lang="en-US" altLang="zh-CN" dirty="0" err="1"/>
              <a:t>libs_for_gcc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else</a:t>
            </a:r>
          </a:p>
          <a:p>
            <a:r>
              <a:rPr lang="en-US" altLang="zh-CN" dirty="0"/>
              <a:t>	$(CC) -o foo $(objects) $(</a:t>
            </a:r>
            <a:r>
              <a:rPr lang="en-US" altLang="zh-CN" dirty="0" err="1"/>
              <a:t>normal_libs</a:t>
            </a:r>
            <a:r>
              <a:rPr lang="en-US" altLang="zh-CN" dirty="0"/>
              <a:t>)</a:t>
            </a:r>
          </a:p>
          <a:p>
            <a:r>
              <a:rPr lang="en-US" altLang="zh-CN" dirty="0" err="1"/>
              <a:t>endif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34887" y="4681330"/>
            <a:ext cx="5695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ifdef</a:t>
            </a:r>
            <a:r>
              <a:rPr lang="zh-CN" altLang="en-US" dirty="0"/>
              <a:t>和</a:t>
            </a:r>
            <a:r>
              <a:rPr lang="en-US" altLang="zh-CN" dirty="0" err="1" smtClean="0"/>
              <a:t>ifndef</a:t>
            </a:r>
            <a:r>
              <a:rPr lang="zh-CN" altLang="en-US" dirty="0" smtClean="0"/>
              <a:t>类似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1667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C215455-D646-4D37-BD6E-5649E397AC3A}"/>
              </a:ext>
            </a:extLst>
          </p:cNvPr>
          <p:cNvSpPr txBox="1"/>
          <p:nvPr/>
        </p:nvSpPr>
        <p:spPr>
          <a:xfrm>
            <a:off x="888166" y="1022224"/>
            <a:ext cx="877694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 smtClean="0"/>
              <a:t>字符串处理函数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字符串</a:t>
            </a:r>
            <a:r>
              <a:rPr lang="zh-CN" altLang="en-US" dirty="0"/>
              <a:t>替换</a:t>
            </a:r>
            <a:r>
              <a:rPr lang="en-US" altLang="zh-CN" dirty="0"/>
              <a:t>--</a:t>
            </a:r>
            <a:r>
              <a:rPr lang="en-US" altLang="zh-CN" dirty="0" err="1"/>
              <a:t>subst</a:t>
            </a:r>
            <a:endParaRPr lang="en-US" altLang="zh-CN" dirty="0"/>
          </a:p>
          <a:p>
            <a:r>
              <a:rPr lang="en-US" altLang="zh-CN" dirty="0"/>
              <a:t>$(</a:t>
            </a:r>
            <a:r>
              <a:rPr lang="en-US" altLang="zh-CN" dirty="0" err="1"/>
              <a:t>subst</a:t>
            </a:r>
            <a:r>
              <a:rPr lang="en-US" altLang="zh-CN" dirty="0"/>
              <a:t> &lt;from&gt;,&lt;to&gt;,&lt;text&gt;)</a:t>
            </a:r>
          </a:p>
          <a:p>
            <a:endParaRPr lang="en-US" altLang="zh-CN" dirty="0"/>
          </a:p>
          <a:p>
            <a:r>
              <a:rPr lang="zh-CN" altLang="en-US" dirty="0"/>
              <a:t>去空格 </a:t>
            </a:r>
            <a:r>
              <a:rPr lang="en-US" altLang="zh-CN" dirty="0"/>
              <a:t>--strip </a:t>
            </a:r>
          </a:p>
          <a:p>
            <a:r>
              <a:rPr lang="en-US" altLang="zh-CN" dirty="0"/>
              <a:t>$(strip &lt;string&gt;)</a:t>
            </a:r>
          </a:p>
          <a:p>
            <a:endParaRPr lang="en-US" altLang="zh-CN" dirty="0"/>
          </a:p>
          <a:p>
            <a:r>
              <a:rPr lang="zh-CN" altLang="en-US" dirty="0"/>
              <a:t>查找字符串</a:t>
            </a:r>
            <a:r>
              <a:rPr lang="en-US" altLang="zh-CN" dirty="0"/>
              <a:t>--</a:t>
            </a:r>
            <a:r>
              <a:rPr lang="en-US" altLang="zh-CN" dirty="0" err="1"/>
              <a:t>findstring</a:t>
            </a:r>
            <a:r>
              <a:rPr lang="en-US" altLang="zh-CN" dirty="0"/>
              <a:t>  </a:t>
            </a:r>
          </a:p>
          <a:p>
            <a:r>
              <a:rPr lang="en-US" altLang="zh-CN" dirty="0"/>
              <a:t>$(</a:t>
            </a:r>
            <a:r>
              <a:rPr lang="en-US" altLang="zh-CN" dirty="0" err="1"/>
              <a:t>findstring</a:t>
            </a:r>
            <a:r>
              <a:rPr lang="en-US" altLang="zh-CN" dirty="0"/>
              <a:t> &lt;find&gt;,&lt;in&gt;)</a:t>
            </a:r>
          </a:p>
          <a:p>
            <a:endParaRPr lang="en-US" altLang="zh-CN" dirty="0"/>
          </a:p>
          <a:p>
            <a:r>
              <a:rPr lang="zh-CN" altLang="en-US" dirty="0"/>
              <a:t>过滤</a:t>
            </a:r>
            <a:r>
              <a:rPr lang="en-US" altLang="zh-CN" dirty="0"/>
              <a:t>--filter  </a:t>
            </a:r>
          </a:p>
          <a:p>
            <a:r>
              <a:rPr lang="en-US" altLang="zh-CN" dirty="0"/>
              <a:t>$(filter &lt;pattern...&gt;,&lt;text</a:t>
            </a:r>
            <a:r>
              <a:rPr lang="en-US" altLang="zh-CN" dirty="0" smtClean="0"/>
              <a:t>&gt;)</a:t>
            </a:r>
          </a:p>
          <a:p>
            <a:endParaRPr lang="en-US" altLang="zh-CN" dirty="0"/>
          </a:p>
          <a:p>
            <a:r>
              <a:rPr lang="en-US" altLang="zh-CN" dirty="0" smtClean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1001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3C215455-D646-4D37-BD6E-5649E397AC3A}"/>
              </a:ext>
            </a:extLst>
          </p:cNvPr>
          <p:cNvSpPr txBox="1"/>
          <p:nvPr/>
        </p:nvSpPr>
        <p:spPr>
          <a:xfrm>
            <a:off x="927495" y="815747"/>
            <a:ext cx="1011413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文件操作</a:t>
            </a:r>
            <a:r>
              <a:rPr lang="zh-CN" altLang="en-US" dirty="0" smtClean="0"/>
              <a:t>函数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取目录</a:t>
            </a:r>
          </a:p>
          <a:p>
            <a:r>
              <a:rPr lang="en-US" altLang="zh-CN" dirty="0"/>
              <a:t>$(</a:t>
            </a:r>
            <a:r>
              <a:rPr lang="en-US" altLang="zh-CN" dirty="0" err="1"/>
              <a:t>dir</a:t>
            </a:r>
            <a:r>
              <a:rPr lang="en-US" altLang="zh-CN" dirty="0"/>
              <a:t> &lt;names...&gt;)</a:t>
            </a:r>
          </a:p>
          <a:p>
            <a:endParaRPr lang="en-US" altLang="zh-CN" dirty="0"/>
          </a:p>
          <a:p>
            <a:r>
              <a:rPr lang="zh-CN" altLang="en-US" dirty="0"/>
              <a:t>文件部分</a:t>
            </a:r>
            <a:r>
              <a:rPr lang="en-US" altLang="zh-CN" dirty="0"/>
              <a:t>——</a:t>
            </a:r>
            <a:r>
              <a:rPr lang="en-US" altLang="zh-CN" dirty="0" err="1"/>
              <a:t>notdir</a:t>
            </a:r>
            <a:endParaRPr lang="en-US" altLang="zh-CN" dirty="0"/>
          </a:p>
          <a:p>
            <a:r>
              <a:rPr lang="en-US" altLang="zh-CN" dirty="0"/>
              <a:t>$(</a:t>
            </a:r>
            <a:r>
              <a:rPr lang="en-US" altLang="zh-CN" dirty="0" err="1"/>
              <a:t>notdir</a:t>
            </a:r>
            <a:r>
              <a:rPr lang="en-US" altLang="zh-CN" dirty="0"/>
              <a:t> &lt;names...&gt;)</a:t>
            </a:r>
          </a:p>
          <a:p>
            <a:endParaRPr lang="en-US" altLang="zh-CN" dirty="0"/>
          </a:p>
          <a:p>
            <a:r>
              <a:rPr lang="zh-CN" altLang="en-US" dirty="0"/>
              <a:t>后缀</a:t>
            </a:r>
            <a:r>
              <a:rPr lang="en-US" altLang="zh-CN" dirty="0"/>
              <a:t>——suffix</a:t>
            </a:r>
          </a:p>
          <a:p>
            <a:r>
              <a:rPr lang="en-US" altLang="zh-CN" dirty="0"/>
              <a:t>$(suffix &lt;names...&gt;)</a:t>
            </a:r>
          </a:p>
          <a:p>
            <a:endParaRPr lang="en-US" altLang="zh-CN" dirty="0"/>
          </a:p>
          <a:p>
            <a:r>
              <a:rPr lang="zh-CN" altLang="en-US" dirty="0"/>
              <a:t>前缀</a:t>
            </a:r>
            <a:r>
              <a:rPr lang="en-US" altLang="zh-CN" dirty="0"/>
              <a:t>——</a:t>
            </a:r>
            <a:r>
              <a:rPr lang="en-US" altLang="zh-CN" dirty="0" err="1"/>
              <a:t>basename</a:t>
            </a:r>
            <a:endParaRPr lang="en-US" altLang="zh-CN" dirty="0"/>
          </a:p>
          <a:p>
            <a:r>
              <a:rPr lang="en-US" altLang="zh-CN" dirty="0"/>
              <a:t>$(</a:t>
            </a:r>
            <a:r>
              <a:rPr lang="en-US" altLang="zh-CN" dirty="0" err="1"/>
              <a:t>basename</a:t>
            </a:r>
            <a:r>
              <a:rPr lang="en-US" altLang="zh-CN" dirty="0"/>
              <a:t> &lt;names...&gt;)</a:t>
            </a:r>
          </a:p>
          <a:p>
            <a:endParaRPr lang="en-US" altLang="zh-CN" dirty="0"/>
          </a:p>
          <a:p>
            <a:r>
              <a:rPr lang="zh-CN" altLang="en-US" dirty="0"/>
              <a:t>规范的绝对路径</a:t>
            </a:r>
            <a:r>
              <a:rPr lang="en-US" altLang="zh-CN" dirty="0"/>
              <a:t>——</a:t>
            </a:r>
            <a:r>
              <a:rPr lang="en-US" altLang="zh-CN" dirty="0" err="1"/>
              <a:t>realpath</a:t>
            </a:r>
            <a:endParaRPr lang="en-US" altLang="zh-CN" dirty="0"/>
          </a:p>
          <a:p>
            <a:r>
              <a:rPr lang="en-US" altLang="zh-CN" dirty="0"/>
              <a:t>$(</a:t>
            </a:r>
            <a:r>
              <a:rPr lang="en-US" altLang="zh-CN" dirty="0" err="1"/>
              <a:t>realpath</a:t>
            </a:r>
            <a:r>
              <a:rPr lang="en-US" altLang="zh-CN" dirty="0"/>
              <a:t>  names </a:t>
            </a:r>
            <a:r>
              <a:rPr lang="en-US" altLang="zh-CN" dirty="0" smtClean="0"/>
              <a:t>...)</a:t>
            </a:r>
          </a:p>
          <a:p>
            <a:endParaRPr lang="en-US" altLang="zh-CN" dirty="0"/>
          </a:p>
          <a:p>
            <a:r>
              <a:rPr lang="zh-CN" altLang="en-US" dirty="0" smtClean="0"/>
              <a:t>。。。。。等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7352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69925" y="1152939"/>
            <a:ext cx="90008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 smtClean="0"/>
          </a:p>
          <a:p>
            <a:r>
              <a:rPr lang="en-US" altLang="zh-CN" dirty="0" err="1" smtClean="0"/>
              <a:t>foreach</a:t>
            </a:r>
            <a:r>
              <a:rPr lang="zh-CN" altLang="en-US" dirty="0" smtClean="0"/>
              <a:t>函数</a:t>
            </a:r>
            <a:endParaRPr lang="en-US" altLang="zh-CN" dirty="0"/>
          </a:p>
          <a:p>
            <a:r>
              <a:rPr lang="en-US" altLang="zh-CN" dirty="0"/>
              <a:t>$(</a:t>
            </a:r>
            <a:r>
              <a:rPr lang="en-US" altLang="zh-CN" dirty="0" err="1"/>
              <a:t>foreach</a:t>
            </a:r>
            <a:r>
              <a:rPr lang="en-US" altLang="zh-CN" dirty="0"/>
              <a:t> </a:t>
            </a:r>
            <a:r>
              <a:rPr lang="en-US" altLang="zh-CN" dirty="0" err="1"/>
              <a:t>var</a:t>
            </a:r>
            <a:r>
              <a:rPr lang="en-US" altLang="zh-CN" dirty="0"/>
              <a:t> list command)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/>
              <a:t>$(if &lt;condition&gt;,&lt;then-part&gt;)</a:t>
            </a:r>
          </a:p>
          <a:p>
            <a:endParaRPr lang="en-US" altLang="zh-CN" dirty="0"/>
          </a:p>
          <a:p>
            <a:r>
              <a:rPr lang="en-US" altLang="zh-CN" dirty="0"/>
              <a:t>$(or condition1 ,condition2 , condition3 ...)</a:t>
            </a:r>
          </a:p>
          <a:p>
            <a:endParaRPr lang="en-US" altLang="zh-CN" dirty="0"/>
          </a:p>
          <a:p>
            <a:r>
              <a:rPr lang="en-US" altLang="zh-CN" dirty="0"/>
              <a:t>$(and condition1 ,condition2 , condition3 ...)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8702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自定义函数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3C215455-D646-4D37-BD6E-5649E397AC3A}"/>
              </a:ext>
            </a:extLst>
          </p:cNvPr>
          <p:cNvSpPr txBox="1"/>
          <p:nvPr/>
        </p:nvSpPr>
        <p:spPr>
          <a:xfrm>
            <a:off x="888166" y="1022224"/>
            <a:ext cx="10362539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sym typeface="Arial" panose="020B0604020202020204" pitchFamily="34" charset="0"/>
              </a:rPr>
              <a:t>通过</a:t>
            </a:r>
            <a:r>
              <a:rPr lang="en-US" altLang="zh-CN" dirty="0">
                <a:latin typeface="+mn-ea"/>
                <a:sym typeface="Arial" panose="020B0604020202020204" pitchFamily="34" charset="0"/>
              </a:rPr>
              <a:t>`define`</a:t>
            </a:r>
            <a:r>
              <a:rPr lang="zh-CN" altLang="en-US" dirty="0">
                <a:latin typeface="+mn-ea"/>
                <a:sym typeface="Arial" panose="020B0604020202020204" pitchFamily="34" charset="0"/>
              </a:rPr>
              <a:t>关键字实现自定义函数，自定义的函数不能像预定义函数那样调用，而是通过</a:t>
            </a:r>
            <a:r>
              <a:rPr lang="en-US" altLang="zh-CN" dirty="0">
                <a:latin typeface="+mn-ea"/>
                <a:sym typeface="Arial" panose="020B0604020202020204" pitchFamily="34" charset="0"/>
              </a:rPr>
              <a:t>call </a:t>
            </a:r>
            <a:r>
              <a:rPr lang="zh-CN" altLang="en-US" dirty="0">
                <a:latin typeface="+mn-ea"/>
                <a:sym typeface="Arial" panose="020B0604020202020204" pitchFamily="34" charset="0"/>
              </a:rPr>
              <a:t>函数调用。</a:t>
            </a:r>
            <a:endParaRPr lang="zh-CN" altLang="en-US" sz="1800" dirty="0">
              <a:latin typeface="+mn-ea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8166" y="2196548"/>
            <a:ext cx="93888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define foo </a:t>
            </a:r>
          </a:p>
          <a:p>
            <a:r>
              <a:rPr lang="en-US" altLang="zh-CN" dirty="0"/>
              <a:t>  echo "</a:t>
            </a:r>
            <a:r>
              <a:rPr lang="en-US" altLang="zh-CN" dirty="0" err="1"/>
              <a:t>Hi,function</a:t>
            </a:r>
            <a:r>
              <a:rPr lang="en-US" altLang="zh-CN" dirty="0"/>
              <a:t> $(0), my name is $(1), he is $(2)"</a:t>
            </a:r>
          </a:p>
          <a:p>
            <a:r>
              <a:rPr lang="en-US" altLang="zh-CN" dirty="0" err="1"/>
              <a:t>endef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all:</a:t>
            </a:r>
          </a:p>
          <a:p>
            <a:r>
              <a:rPr lang="en-US" altLang="zh-CN" dirty="0"/>
              <a:t>        $(call foo, tom, </a:t>
            </a:r>
            <a:r>
              <a:rPr lang="en-US" altLang="zh-CN" dirty="0" err="1"/>
              <a:t>jim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403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案例</a:t>
            </a:r>
            <a:r>
              <a:rPr lang="en-US" altLang="zh-CN" dirty="0" smtClean="0"/>
              <a:t>-</a:t>
            </a:r>
            <a:r>
              <a:rPr lang="zh-CN" altLang="en-US" dirty="0" smtClean="0"/>
              <a:t>编译一个</a:t>
            </a:r>
            <a:r>
              <a:rPr lang="en-US" altLang="zh-CN" dirty="0" err="1" smtClean="0"/>
              <a:t>apk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72" y="954993"/>
            <a:ext cx="2647619" cy="345714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361" y="276525"/>
            <a:ext cx="4322451" cy="592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6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r>
              <a:rPr lang="en-US" altLang="zh-CN" dirty="0"/>
              <a:t>-</a:t>
            </a:r>
            <a:r>
              <a:rPr lang="zh-CN" altLang="en-US" dirty="0"/>
              <a:t>编译一个</a:t>
            </a:r>
            <a:r>
              <a:rPr lang="en-US" altLang="zh-CN" dirty="0" err="1"/>
              <a:t>apk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003852" y="954157"/>
            <a:ext cx="971053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1. </a:t>
            </a:r>
            <a:r>
              <a:rPr lang="zh-CN" altLang="en-US" sz="1200" dirty="0"/>
              <a:t>生成</a:t>
            </a:r>
            <a:r>
              <a:rPr lang="en-US" altLang="zh-CN" sz="1200" dirty="0"/>
              <a:t>R.java</a:t>
            </a:r>
          </a:p>
          <a:p>
            <a:r>
              <a:rPr lang="en-US" altLang="zh-CN" sz="1200" dirty="0" err="1"/>
              <a:t>aapt</a:t>
            </a:r>
            <a:r>
              <a:rPr lang="en-US" altLang="zh-CN" sz="1200" dirty="0"/>
              <a:t> package -m -J gen -S res -I D:\android-sdk\platforms\android-29\android.jar -M  AndroidManifest.xml</a:t>
            </a:r>
          </a:p>
          <a:p>
            <a:endParaRPr lang="en-US" altLang="zh-CN" sz="1200" dirty="0"/>
          </a:p>
          <a:p>
            <a:r>
              <a:rPr lang="en-US" altLang="zh-CN" sz="1200" dirty="0"/>
              <a:t>2. </a:t>
            </a:r>
            <a:r>
              <a:rPr lang="zh-CN" altLang="en-US" sz="1200" dirty="0"/>
              <a:t>将资源打包成</a:t>
            </a:r>
            <a:r>
              <a:rPr lang="en-US" altLang="zh-CN" sz="1200" dirty="0" err="1"/>
              <a:t>apk</a:t>
            </a:r>
            <a:endParaRPr lang="en-US" altLang="zh-CN" sz="1200" dirty="0"/>
          </a:p>
          <a:p>
            <a:r>
              <a:rPr lang="en-US" altLang="zh-CN" sz="1200" dirty="0" err="1"/>
              <a:t>aapt</a:t>
            </a:r>
            <a:r>
              <a:rPr lang="en-US" altLang="zh-CN" sz="1200" dirty="0"/>
              <a:t> package -m -J gen -S res -I D:\android-sdk\platforms\android-29\android.jar -M  AndroidManifest.xml -f -F </a:t>
            </a:r>
            <a:r>
              <a:rPr lang="en-US" altLang="zh-CN" sz="1200" dirty="0" smtClean="0"/>
              <a:t>app1.apk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/>
              <a:t>3. </a:t>
            </a:r>
            <a:r>
              <a:rPr lang="zh-CN" altLang="en-US" sz="1200" dirty="0"/>
              <a:t>将</a:t>
            </a:r>
            <a:r>
              <a:rPr lang="en-US" altLang="zh-CN" sz="1200" dirty="0" err="1"/>
              <a:t>aidl</a:t>
            </a:r>
            <a:r>
              <a:rPr lang="zh-CN" altLang="en-US" sz="1200" dirty="0"/>
              <a:t>转成</a:t>
            </a:r>
            <a:r>
              <a:rPr lang="en-US" altLang="zh-CN" sz="1200" dirty="0"/>
              <a:t>java</a:t>
            </a:r>
          </a:p>
          <a:p>
            <a:r>
              <a:rPr lang="zh-CN" altLang="en-US" sz="1200" dirty="0"/>
              <a:t>无</a:t>
            </a:r>
            <a:r>
              <a:rPr lang="en-US" altLang="zh-CN" sz="1200" dirty="0" err="1"/>
              <a:t>aidl</a:t>
            </a:r>
            <a:r>
              <a:rPr lang="zh-CN" altLang="en-US" sz="1200" dirty="0"/>
              <a:t>，跳过</a:t>
            </a:r>
          </a:p>
          <a:p>
            <a:endParaRPr lang="zh-CN" altLang="en-US" sz="1200" dirty="0"/>
          </a:p>
          <a:p>
            <a:r>
              <a:rPr lang="en-US" altLang="zh-CN" sz="1200" dirty="0"/>
              <a:t>4. </a:t>
            </a:r>
            <a:r>
              <a:rPr lang="zh-CN" altLang="en-US" sz="1200" dirty="0"/>
              <a:t>编译</a:t>
            </a:r>
            <a:r>
              <a:rPr lang="en-US" altLang="zh-CN" sz="1200" dirty="0"/>
              <a:t>java</a:t>
            </a:r>
          </a:p>
          <a:p>
            <a:r>
              <a:rPr lang="en-US" altLang="zh-CN" sz="1200" dirty="0" err="1"/>
              <a:t>javac</a:t>
            </a:r>
            <a:r>
              <a:rPr lang="en-US" altLang="zh-CN" sz="1200" dirty="0"/>
              <a:t> -encoding UTF-8 -target 11 -</a:t>
            </a:r>
            <a:r>
              <a:rPr lang="en-US" altLang="zh-CN" sz="1200" dirty="0" err="1"/>
              <a:t>classpath</a:t>
            </a:r>
            <a:r>
              <a:rPr lang="en-US" altLang="zh-CN" sz="1200" dirty="0"/>
              <a:t>  D:\android-sdk\platforms\android-29\android.jar  -d out/ </a:t>
            </a:r>
            <a:r>
              <a:rPr lang="en-US" altLang="zh-CN" sz="1200" dirty="0" err="1"/>
              <a:t>src</a:t>
            </a:r>
            <a:r>
              <a:rPr lang="en-US" altLang="zh-CN" sz="1200" dirty="0"/>
              <a:t>/com/test/MainActivity.java gen/com/test/R.java</a:t>
            </a:r>
          </a:p>
          <a:p>
            <a:endParaRPr lang="en-US" altLang="zh-CN" sz="1200" dirty="0"/>
          </a:p>
          <a:p>
            <a:r>
              <a:rPr lang="en-US" altLang="zh-CN" sz="1200" dirty="0"/>
              <a:t>5. </a:t>
            </a:r>
            <a:r>
              <a:rPr lang="zh-CN" altLang="en-US" sz="1200" dirty="0"/>
              <a:t>生成</a:t>
            </a:r>
            <a:r>
              <a:rPr lang="en-US" altLang="zh-CN" sz="1200" dirty="0"/>
              <a:t>.</a:t>
            </a:r>
            <a:r>
              <a:rPr lang="en-US" altLang="zh-CN" sz="1200" dirty="0" err="1"/>
              <a:t>dex</a:t>
            </a:r>
            <a:r>
              <a:rPr lang="zh-CN" altLang="en-US" sz="1200" dirty="0"/>
              <a:t>文件</a:t>
            </a:r>
          </a:p>
          <a:p>
            <a:r>
              <a:rPr lang="en-US" altLang="zh-CN" sz="1200" dirty="0"/>
              <a:t>d8.bat out/com/test/*.class  --lib D:\android-sdk\platforms\android-29\android.jar  --output .</a:t>
            </a:r>
          </a:p>
          <a:p>
            <a:endParaRPr lang="en-US" altLang="zh-CN" sz="1200" dirty="0"/>
          </a:p>
          <a:p>
            <a:r>
              <a:rPr lang="en-US" altLang="zh-CN" sz="1200" dirty="0"/>
              <a:t>6. </a:t>
            </a:r>
            <a:r>
              <a:rPr lang="zh-CN" altLang="en-US" sz="1200" dirty="0"/>
              <a:t>生成</a:t>
            </a:r>
            <a:r>
              <a:rPr lang="en-US" altLang="zh-CN" sz="1200" dirty="0" err="1"/>
              <a:t>apk</a:t>
            </a:r>
            <a:endParaRPr lang="en-US" altLang="zh-CN" sz="1200" dirty="0"/>
          </a:p>
          <a:p>
            <a:r>
              <a:rPr lang="en-US" altLang="zh-CN" sz="1200" dirty="0"/>
              <a:t>zip -u app1.apk </a:t>
            </a:r>
            <a:r>
              <a:rPr lang="en-US" altLang="zh-CN" sz="1200" dirty="0" err="1"/>
              <a:t>classes.dex</a:t>
            </a:r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/>
              <a:t>7. </a:t>
            </a:r>
            <a:r>
              <a:rPr lang="zh-CN" altLang="en-US" sz="1200" dirty="0"/>
              <a:t>签名</a:t>
            </a:r>
          </a:p>
          <a:p>
            <a:r>
              <a:rPr lang="en-US" altLang="zh-CN" sz="1200" dirty="0" err="1"/>
              <a:t>jarsigner</a:t>
            </a:r>
            <a:r>
              <a:rPr lang="en-US" altLang="zh-CN" sz="1200" dirty="0"/>
              <a:t> -verbose -</a:t>
            </a:r>
            <a:r>
              <a:rPr lang="en-US" altLang="zh-CN" sz="1200" dirty="0" err="1"/>
              <a:t>keystore</a:t>
            </a:r>
            <a:r>
              <a:rPr lang="en-US" altLang="zh-CN" sz="1200" dirty="0"/>
              <a:t> C:\Users\xuexiangyu\.android\debug.keystore -</a:t>
            </a:r>
            <a:r>
              <a:rPr lang="en-US" altLang="zh-CN" sz="1200" dirty="0" err="1"/>
              <a:t>storepass</a:t>
            </a:r>
            <a:r>
              <a:rPr lang="en-US" altLang="zh-CN" sz="1200" dirty="0"/>
              <a:t> android app1.apk </a:t>
            </a:r>
            <a:r>
              <a:rPr lang="en-US" altLang="zh-CN" sz="1200" dirty="0" err="1"/>
              <a:t>androiddebugkey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/>
              <a:t>8. </a:t>
            </a:r>
            <a:r>
              <a:rPr lang="zh-CN" altLang="en-US" sz="1200" dirty="0"/>
              <a:t>对齐</a:t>
            </a:r>
          </a:p>
          <a:p>
            <a:r>
              <a:rPr lang="en-US" altLang="zh-CN" sz="1200" dirty="0" err="1"/>
              <a:t>zipalign</a:t>
            </a:r>
            <a:r>
              <a:rPr lang="en-US" altLang="zh-CN" sz="1200" dirty="0"/>
              <a:t> -f 4 app1.apk  app1-aligned.apk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8347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r>
              <a:rPr lang="en-US" altLang="zh-CN" dirty="0"/>
              <a:t>-</a:t>
            </a:r>
            <a:r>
              <a:rPr lang="zh-CN" altLang="en-US" dirty="0"/>
              <a:t>编译一个</a:t>
            </a:r>
            <a:r>
              <a:rPr lang="en-US" altLang="zh-CN" dirty="0" err="1"/>
              <a:t>apk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003852" y="954157"/>
            <a:ext cx="9710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编写</a:t>
            </a:r>
            <a:r>
              <a:rPr lang="en-US" altLang="zh-CN" sz="1200" dirty="0" err="1" smtClean="0"/>
              <a:t>makefile</a:t>
            </a:r>
            <a:r>
              <a:rPr lang="zh-CN" altLang="en-US" sz="1200" dirty="0" smtClean="0"/>
              <a:t>：</a:t>
            </a:r>
            <a:endParaRPr lang="zh-CN" altLang="en-US" sz="1200" dirty="0"/>
          </a:p>
        </p:txBody>
      </p:sp>
      <p:sp>
        <p:nvSpPr>
          <p:cNvPr id="3" name="文本框 2"/>
          <p:cNvSpPr txBox="1"/>
          <p:nvPr/>
        </p:nvSpPr>
        <p:spPr>
          <a:xfrm>
            <a:off x="954157" y="1461052"/>
            <a:ext cx="105056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.PHONY: all</a:t>
            </a:r>
          </a:p>
          <a:p>
            <a:endParaRPr lang="en-US" altLang="zh-CN" sz="1000" dirty="0"/>
          </a:p>
          <a:p>
            <a:r>
              <a:rPr lang="en-US" altLang="zh-CN" sz="1000" dirty="0" err="1"/>
              <a:t>sh_path</a:t>
            </a:r>
            <a:r>
              <a:rPr lang="en-US" altLang="zh-CN" sz="1000" dirty="0"/>
              <a:t>:=C:\Program Files\</a:t>
            </a:r>
            <a:r>
              <a:rPr lang="en-US" altLang="zh-CN" sz="1000" dirty="0" err="1"/>
              <a:t>Git</a:t>
            </a:r>
            <a:r>
              <a:rPr lang="en-US" altLang="zh-CN" sz="1000" dirty="0"/>
              <a:t>\</a:t>
            </a:r>
            <a:r>
              <a:rPr lang="en-US" altLang="zh-CN" sz="1000" dirty="0" err="1"/>
              <a:t>usr</a:t>
            </a:r>
            <a:r>
              <a:rPr lang="en-US" altLang="zh-CN" sz="1000" dirty="0"/>
              <a:t>\bin</a:t>
            </a:r>
          </a:p>
          <a:p>
            <a:endParaRPr lang="en-US" altLang="zh-CN" sz="1000" dirty="0"/>
          </a:p>
          <a:p>
            <a:r>
              <a:rPr lang="en-US" altLang="zh-CN" sz="1000" dirty="0"/>
              <a:t>all: app1-aligned.apk</a:t>
            </a:r>
          </a:p>
          <a:p>
            <a:endParaRPr lang="en-US" altLang="zh-CN" sz="1000" dirty="0"/>
          </a:p>
          <a:p>
            <a:r>
              <a:rPr lang="en-US" altLang="zh-CN" sz="1000" dirty="0"/>
              <a:t>R.java : </a:t>
            </a:r>
          </a:p>
          <a:p>
            <a:r>
              <a:rPr lang="en-US" altLang="zh-CN" sz="1000" dirty="0"/>
              <a:t>	-${</a:t>
            </a:r>
            <a:r>
              <a:rPr lang="en-US" altLang="zh-CN" sz="1000" dirty="0" err="1"/>
              <a:t>sh_path</a:t>
            </a:r>
            <a:r>
              <a:rPr lang="en-US" altLang="zh-CN" sz="1000" dirty="0"/>
              <a:t>}\</a:t>
            </a:r>
            <a:r>
              <a:rPr lang="en-US" altLang="zh-CN" sz="1000" dirty="0" err="1"/>
              <a:t>rm</a:t>
            </a:r>
            <a:r>
              <a:rPr lang="en-US" altLang="zh-CN" sz="1000" dirty="0"/>
              <a:t> -</a:t>
            </a:r>
            <a:r>
              <a:rPr lang="en-US" altLang="zh-CN" sz="1000" dirty="0" err="1"/>
              <a:t>rf</a:t>
            </a:r>
            <a:r>
              <a:rPr lang="en-US" altLang="zh-CN" sz="1000" dirty="0"/>
              <a:t> gen/*</a:t>
            </a:r>
          </a:p>
          <a:p>
            <a:r>
              <a:rPr lang="en-US" altLang="zh-CN" sz="1000" dirty="0"/>
              <a:t>	</a:t>
            </a:r>
            <a:r>
              <a:rPr lang="en-US" altLang="zh-CN" sz="1000" dirty="0" err="1"/>
              <a:t>aapt</a:t>
            </a:r>
            <a:r>
              <a:rPr lang="en-US" altLang="zh-CN" sz="1000" dirty="0"/>
              <a:t> package -m -J gen -S res -I D:\android-sdk\platforms\android-29\android.jar -M  AndroidManifest.xml</a:t>
            </a:r>
          </a:p>
          <a:p>
            <a:endParaRPr lang="en-US" altLang="zh-CN" sz="1000" dirty="0"/>
          </a:p>
          <a:p>
            <a:r>
              <a:rPr lang="en-US" altLang="zh-CN" sz="1000" dirty="0" err="1"/>
              <a:t>resourceToApk</a:t>
            </a:r>
            <a:r>
              <a:rPr lang="en-US" altLang="zh-CN" sz="1000" dirty="0"/>
              <a:t>:</a:t>
            </a:r>
          </a:p>
          <a:p>
            <a:r>
              <a:rPr lang="en-US" altLang="zh-CN" sz="1000" dirty="0"/>
              <a:t>	</a:t>
            </a:r>
            <a:r>
              <a:rPr lang="en-US" altLang="zh-CN" sz="1000" dirty="0" err="1"/>
              <a:t>aapt</a:t>
            </a:r>
            <a:r>
              <a:rPr lang="en-US" altLang="zh-CN" sz="1000" dirty="0"/>
              <a:t> package -m -J gen -S res -I D:\android-sdk\platforms\android-29\android.jar -M  AndroidManifest.xml -f -F app1.apk</a:t>
            </a:r>
          </a:p>
          <a:p>
            <a:endParaRPr lang="en-US" altLang="zh-CN" sz="1000" dirty="0"/>
          </a:p>
          <a:p>
            <a:r>
              <a:rPr lang="en-US" altLang="zh-CN" sz="1000" dirty="0" err="1"/>
              <a:t>buildclasses:R.java</a:t>
            </a:r>
            <a:endParaRPr lang="en-US" altLang="zh-CN" sz="1000" dirty="0"/>
          </a:p>
          <a:p>
            <a:r>
              <a:rPr lang="en-US" altLang="zh-CN" sz="1000" dirty="0"/>
              <a:t>	</a:t>
            </a:r>
            <a:r>
              <a:rPr lang="en-US" altLang="zh-CN" sz="1000" dirty="0" err="1"/>
              <a:t>javac</a:t>
            </a:r>
            <a:r>
              <a:rPr lang="en-US" altLang="zh-CN" sz="1000" dirty="0"/>
              <a:t> -encoding UTF-8 -target 11 -</a:t>
            </a:r>
            <a:r>
              <a:rPr lang="en-US" altLang="zh-CN" sz="1000" dirty="0" err="1"/>
              <a:t>classpath</a:t>
            </a:r>
            <a:r>
              <a:rPr lang="en-US" altLang="zh-CN" sz="1000" dirty="0"/>
              <a:t>  D:\android-sdk\platforms\android-29\android.jar  -d out/ </a:t>
            </a:r>
            <a:r>
              <a:rPr lang="en-US" altLang="zh-CN" sz="1000" dirty="0" err="1"/>
              <a:t>src</a:t>
            </a:r>
            <a:r>
              <a:rPr lang="en-US" altLang="zh-CN" sz="1000" dirty="0"/>
              <a:t>/com/test/MainActivity.java gen/com/test/R.java</a:t>
            </a:r>
          </a:p>
          <a:p>
            <a:endParaRPr lang="en-US" altLang="zh-CN" sz="1000" dirty="0"/>
          </a:p>
          <a:p>
            <a:r>
              <a:rPr lang="en-US" altLang="zh-CN" sz="1000" dirty="0" err="1"/>
              <a:t>classes.dex:buildclasses</a:t>
            </a:r>
            <a:endParaRPr lang="en-US" altLang="zh-CN" sz="1000" dirty="0"/>
          </a:p>
          <a:p>
            <a:r>
              <a:rPr lang="en-US" altLang="zh-CN" sz="1000" dirty="0"/>
              <a:t>	d8.bat out/com/test/*.class  --lib D:\android-sdk\platforms\android-29\android.jar  --output .</a:t>
            </a:r>
          </a:p>
          <a:p>
            <a:endParaRPr lang="en-US" altLang="zh-CN" sz="1000" dirty="0"/>
          </a:p>
          <a:p>
            <a:r>
              <a:rPr lang="en-US" altLang="zh-CN" sz="1000" dirty="0"/>
              <a:t>app1.apk:classes.dex</a:t>
            </a:r>
          </a:p>
          <a:p>
            <a:r>
              <a:rPr lang="en-US" altLang="zh-CN" sz="1000" dirty="0"/>
              <a:t>	zip -u app1.apk </a:t>
            </a:r>
            <a:r>
              <a:rPr lang="en-US" altLang="zh-CN" sz="1000" dirty="0" err="1"/>
              <a:t>classes.dex</a:t>
            </a:r>
            <a:endParaRPr lang="en-US" altLang="zh-CN" sz="1000" dirty="0"/>
          </a:p>
          <a:p>
            <a:endParaRPr lang="en-US" altLang="zh-CN" sz="1000" dirty="0"/>
          </a:p>
          <a:p>
            <a:r>
              <a:rPr lang="en-US" altLang="zh-CN" sz="1000" dirty="0"/>
              <a:t>sign:app1.apk</a:t>
            </a:r>
          </a:p>
          <a:p>
            <a:r>
              <a:rPr lang="en-US" altLang="zh-CN" sz="1000" dirty="0"/>
              <a:t>	</a:t>
            </a:r>
            <a:r>
              <a:rPr lang="en-US" altLang="zh-CN" sz="1000" dirty="0" err="1"/>
              <a:t>jarsigner</a:t>
            </a:r>
            <a:r>
              <a:rPr lang="en-US" altLang="zh-CN" sz="1000" dirty="0"/>
              <a:t> -verbose -</a:t>
            </a:r>
            <a:r>
              <a:rPr lang="en-US" altLang="zh-CN" sz="1000" dirty="0" err="1"/>
              <a:t>keystore</a:t>
            </a:r>
            <a:r>
              <a:rPr lang="en-US" altLang="zh-CN" sz="1000" dirty="0"/>
              <a:t> C:\Users\xuexiangyu\.android\debug.keystore -</a:t>
            </a:r>
            <a:r>
              <a:rPr lang="en-US" altLang="zh-CN" sz="1000" dirty="0" err="1"/>
              <a:t>storepass</a:t>
            </a:r>
            <a:r>
              <a:rPr lang="en-US" altLang="zh-CN" sz="1000" dirty="0"/>
              <a:t> android app1.apk </a:t>
            </a:r>
            <a:r>
              <a:rPr lang="en-US" altLang="zh-CN" sz="1000" dirty="0" err="1"/>
              <a:t>androiddebugkey</a:t>
            </a:r>
            <a:endParaRPr lang="en-US" altLang="zh-CN" sz="1000" dirty="0"/>
          </a:p>
          <a:p>
            <a:endParaRPr lang="en-US" altLang="zh-CN" sz="1000" dirty="0"/>
          </a:p>
          <a:p>
            <a:r>
              <a:rPr lang="en-US" altLang="zh-CN" sz="1000" dirty="0"/>
              <a:t>app1-aligned.apk:sign </a:t>
            </a:r>
            <a:r>
              <a:rPr lang="en-US" altLang="zh-CN" sz="1000" dirty="0" err="1"/>
              <a:t>resourceToApk</a:t>
            </a:r>
            <a:endParaRPr lang="en-US" altLang="zh-CN" sz="1000" dirty="0"/>
          </a:p>
          <a:p>
            <a:r>
              <a:rPr lang="en-US" altLang="zh-CN" sz="1000" dirty="0"/>
              <a:t>	</a:t>
            </a:r>
            <a:r>
              <a:rPr lang="en-US" altLang="zh-CN" sz="1000" dirty="0" err="1"/>
              <a:t>zipalign</a:t>
            </a:r>
            <a:r>
              <a:rPr lang="en-US" altLang="zh-CN" sz="1000" dirty="0"/>
              <a:t> -f 4 app1.apk  app1-aligned.apk</a:t>
            </a:r>
          </a:p>
          <a:p>
            <a:endParaRPr lang="en-US" altLang="zh-CN" sz="1000" dirty="0"/>
          </a:p>
          <a:p>
            <a:r>
              <a:rPr lang="en-US" altLang="zh-CN" sz="1000" dirty="0"/>
              <a:t>clean:</a:t>
            </a:r>
          </a:p>
          <a:p>
            <a:r>
              <a:rPr lang="en-US" altLang="zh-CN" sz="1000" dirty="0"/>
              <a:t>	-${</a:t>
            </a:r>
            <a:r>
              <a:rPr lang="en-US" altLang="zh-CN" sz="1000" dirty="0" err="1"/>
              <a:t>sh_path</a:t>
            </a:r>
            <a:r>
              <a:rPr lang="en-US" altLang="zh-CN" sz="1000" dirty="0"/>
              <a:t>}\</a:t>
            </a:r>
            <a:r>
              <a:rPr lang="en-US" altLang="zh-CN" sz="1000" dirty="0" err="1"/>
              <a:t>rm</a:t>
            </a:r>
            <a:r>
              <a:rPr lang="en-US" altLang="zh-CN" sz="1000" dirty="0"/>
              <a:t> -</a:t>
            </a:r>
            <a:r>
              <a:rPr lang="en-US" altLang="zh-CN" sz="1000" dirty="0" err="1"/>
              <a:t>rf</a:t>
            </a:r>
            <a:r>
              <a:rPr lang="en-US" altLang="zh-CN" sz="1000" dirty="0"/>
              <a:t> </a:t>
            </a:r>
            <a:r>
              <a:rPr lang="en-US" altLang="zh-CN" sz="1000" dirty="0" err="1"/>
              <a:t>dex</a:t>
            </a:r>
            <a:r>
              <a:rPr lang="en-US" altLang="zh-CN" sz="1000" dirty="0"/>
              <a:t>/* gen/* out/*  app1.apk app1-aligned.apk </a:t>
            </a:r>
            <a:r>
              <a:rPr lang="en-US" altLang="zh-CN" sz="1000" dirty="0" err="1"/>
              <a:t>classes.dex</a:t>
            </a:r>
            <a:r>
              <a:rPr lang="en-US" altLang="zh-CN" sz="1000" dirty="0"/>
              <a:t> 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42312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改进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1619842"/>
            <a:ext cx="2047619" cy="61904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9925" y="1023730"/>
            <a:ext cx="1107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可见编译</a:t>
            </a:r>
            <a:r>
              <a:rPr lang="zh-CN" altLang="en-US" dirty="0"/>
              <a:t>一个</a:t>
            </a:r>
            <a:r>
              <a:rPr lang="en-US" altLang="zh-CN" dirty="0" err="1" smtClean="0"/>
              <a:t>apk</a:t>
            </a:r>
            <a:r>
              <a:rPr lang="zh-CN" altLang="en-US" dirty="0" smtClean="0"/>
              <a:t>的命令是比较复杂的，这个例子还是简化过的。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69925" y="2494722"/>
            <a:ext cx="92692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如图所示，假如目录下有多个</a:t>
            </a:r>
            <a:r>
              <a:rPr lang="en-US" altLang="zh-CN" dirty="0" smtClean="0"/>
              <a:t>app</a:t>
            </a:r>
            <a:r>
              <a:rPr lang="zh-CN" altLang="en-US" dirty="0" smtClean="0"/>
              <a:t>，那么每个</a:t>
            </a:r>
            <a:r>
              <a:rPr lang="en-US" altLang="zh-CN" dirty="0" smtClean="0"/>
              <a:t>app</a:t>
            </a:r>
            <a:r>
              <a:rPr lang="zh-CN" altLang="en-US" dirty="0" smtClean="0"/>
              <a:t>都需要编写</a:t>
            </a:r>
            <a:r>
              <a:rPr lang="en-US" altLang="zh-CN" dirty="0" err="1" smtClean="0"/>
              <a:t>Makefile</a:t>
            </a:r>
            <a:r>
              <a:rPr lang="zh-CN" altLang="en-US" dirty="0" smtClean="0"/>
              <a:t>，对于开发者而言，需要掌握复杂的命令，而且容易出错。考虑到编译流程是通用的，我们把共同的逻辑抽出来。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在外面建立一个文件加：</a:t>
            </a:r>
            <a:r>
              <a:rPr lang="en-US" altLang="zh-CN" dirty="0" smtClean="0"/>
              <a:t>build</a:t>
            </a:r>
            <a:r>
              <a:rPr lang="zh-CN" altLang="en-US" dirty="0" smtClean="0"/>
              <a:t>，把</a:t>
            </a:r>
            <a:r>
              <a:rPr lang="en-US" altLang="zh-CN" dirty="0" err="1" smtClean="0"/>
              <a:t>Makefile</a:t>
            </a:r>
            <a:r>
              <a:rPr lang="zh-CN" altLang="en-US" dirty="0" smtClean="0"/>
              <a:t>放到此目录。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把变化的部分用变量表示，</a:t>
            </a:r>
            <a:r>
              <a:rPr lang="zh-CN" altLang="en-US" dirty="0"/>
              <a:t>约定开发者</a:t>
            </a:r>
            <a:r>
              <a:rPr lang="zh-CN" altLang="en-US" dirty="0" smtClean="0"/>
              <a:t>在每个</a:t>
            </a:r>
            <a:r>
              <a:rPr lang="en-US" altLang="zh-CN" dirty="0" smtClean="0"/>
              <a:t>app</a:t>
            </a:r>
            <a:r>
              <a:rPr lang="zh-CN" altLang="en-US" dirty="0"/>
              <a:t>目录放一个</a:t>
            </a:r>
            <a:r>
              <a:rPr lang="en-US" altLang="zh-CN" dirty="0" smtClean="0"/>
              <a:t>app.mk</a:t>
            </a:r>
            <a:r>
              <a:rPr lang="zh-CN" altLang="en-US" dirty="0" smtClean="0"/>
              <a:t>，在</a:t>
            </a:r>
            <a:r>
              <a:rPr lang="en-US" altLang="zh-CN" dirty="0" smtClean="0"/>
              <a:t>app.mk</a:t>
            </a:r>
            <a:r>
              <a:rPr lang="zh-CN" altLang="en-US" dirty="0" smtClean="0"/>
              <a:t>里给变量赋值。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1573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Makefile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69924" y="765312"/>
            <a:ext cx="11070607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.PHONY: all</a:t>
            </a:r>
          </a:p>
          <a:p>
            <a:endParaRPr lang="en-US" altLang="zh-CN" sz="900" dirty="0"/>
          </a:p>
          <a:p>
            <a:r>
              <a:rPr lang="en-US" altLang="zh-CN" sz="900" dirty="0" err="1"/>
              <a:t>sh_path</a:t>
            </a:r>
            <a:r>
              <a:rPr lang="en-US" altLang="zh-CN" sz="900" dirty="0"/>
              <a:t>:=C:\Program Files\</a:t>
            </a:r>
            <a:r>
              <a:rPr lang="en-US" altLang="zh-CN" sz="900" dirty="0" err="1"/>
              <a:t>Git</a:t>
            </a:r>
            <a:r>
              <a:rPr lang="en-US" altLang="zh-CN" sz="900" dirty="0"/>
              <a:t>\</a:t>
            </a:r>
            <a:r>
              <a:rPr lang="en-US" altLang="zh-CN" sz="900" dirty="0" err="1"/>
              <a:t>usr</a:t>
            </a:r>
            <a:r>
              <a:rPr lang="en-US" altLang="zh-CN" sz="900" dirty="0"/>
              <a:t>\bin</a:t>
            </a:r>
          </a:p>
          <a:p>
            <a:endParaRPr lang="en-US" altLang="zh-CN" sz="900" dirty="0"/>
          </a:p>
          <a:p>
            <a:r>
              <a:rPr lang="en-US" altLang="zh-CN" sz="900" dirty="0" err="1"/>
              <a:t>clear_vars</a:t>
            </a:r>
            <a:r>
              <a:rPr lang="en-US" altLang="zh-CN" sz="900" dirty="0"/>
              <a:t>:=build/clear_vars.mk</a:t>
            </a:r>
          </a:p>
          <a:p>
            <a:endParaRPr lang="en-US" altLang="zh-CN" sz="900" dirty="0"/>
          </a:p>
          <a:p>
            <a:r>
              <a:rPr lang="en-US" altLang="zh-CN" sz="900" dirty="0"/>
              <a:t>include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}/app.mk</a:t>
            </a:r>
          </a:p>
          <a:p>
            <a:endParaRPr lang="en-US" altLang="zh-CN" sz="900" dirty="0"/>
          </a:p>
          <a:p>
            <a:r>
              <a:rPr lang="en-US" altLang="zh-CN" sz="900" dirty="0"/>
              <a:t>gen=${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}/gen</a:t>
            </a:r>
          </a:p>
          <a:p>
            <a:r>
              <a:rPr lang="en-US" altLang="zh-CN" sz="900" dirty="0"/>
              <a:t>res=${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}/res</a:t>
            </a:r>
          </a:p>
          <a:p>
            <a:r>
              <a:rPr lang="en-US" altLang="zh-CN" sz="900" dirty="0"/>
              <a:t>out=${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}/out</a:t>
            </a:r>
          </a:p>
          <a:p>
            <a:r>
              <a:rPr lang="en-US" altLang="zh-CN" sz="900" dirty="0" err="1"/>
              <a:t>dex</a:t>
            </a:r>
            <a:r>
              <a:rPr lang="en-US" altLang="zh-CN" sz="900" dirty="0"/>
              <a:t>=${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}/</a:t>
            </a:r>
            <a:r>
              <a:rPr lang="en-US" altLang="zh-CN" sz="900" dirty="0" err="1"/>
              <a:t>dex</a:t>
            </a:r>
            <a:endParaRPr lang="en-US" altLang="zh-CN" sz="900" dirty="0"/>
          </a:p>
          <a:p>
            <a:endParaRPr lang="en-US" altLang="zh-CN" sz="900" dirty="0"/>
          </a:p>
          <a:p>
            <a:r>
              <a:rPr lang="en-US" altLang="zh-CN" sz="900" dirty="0"/>
              <a:t>all: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}-</a:t>
            </a:r>
            <a:r>
              <a:rPr lang="en-US" altLang="zh-CN" sz="900" dirty="0" err="1"/>
              <a:t>aligned.apk</a:t>
            </a:r>
            <a:endParaRPr lang="en-US" altLang="zh-CN" sz="900" dirty="0"/>
          </a:p>
          <a:p>
            <a:endParaRPr lang="en-US" altLang="zh-CN" sz="900" dirty="0"/>
          </a:p>
          <a:p>
            <a:r>
              <a:rPr lang="en-US" altLang="zh-CN" sz="900" dirty="0"/>
              <a:t>R.java : </a:t>
            </a:r>
          </a:p>
          <a:p>
            <a:r>
              <a:rPr lang="en-US" altLang="zh-CN" sz="900" dirty="0"/>
              <a:t>	-${</a:t>
            </a:r>
            <a:r>
              <a:rPr lang="en-US" altLang="zh-CN" sz="900" dirty="0" err="1"/>
              <a:t>sh_path</a:t>
            </a:r>
            <a:r>
              <a:rPr lang="en-US" altLang="zh-CN" sz="900" dirty="0"/>
              <a:t>}\</a:t>
            </a:r>
            <a:r>
              <a:rPr lang="en-US" altLang="zh-CN" sz="900" dirty="0" err="1"/>
              <a:t>rm</a:t>
            </a:r>
            <a:r>
              <a:rPr lang="en-US" altLang="zh-CN" sz="900" dirty="0"/>
              <a:t> -</a:t>
            </a:r>
            <a:r>
              <a:rPr lang="en-US" altLang="zh-CN" sz="900" dirty="0" err="1"/>
              <a:t>rf</a:t>
            </a:r>
            <a:r>
              <a:rPr lang="en-US" altLang="zh-CN" sz="900" dirty="0"/>
              <a:t> ${gen}/*</a:t>
            </a:r>
          </a:p>
          <a:p>
            <a:r>
              <a:rPr lang="en-US" altLang="zh-CN" sz="900" dirty="0"/>
              <a:t>	</a:t>
            </a:r>
            <a:r>
              <a:rPr lang="en-US" altLang="zh-CN" sz="900" dirty="0" err="1"/>
              <a:t>aapt</a:t>
            </a:r>
            <a:r>
              <a:rPr lang="en-US" altLang="zh-CN" sz="900" dirty="0"/>
              <a:t> package -m -J ${gen} -S ${res} -I D:\android-sdk\platforms\android-29\android.jar -M 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}\AndroidManifest.xml</a:t>
            </a:r>
          </a:p>
          <a:p>
            <a:endParaRPr lang="en-US" altLang="zh-CN" sz="900" dirty="0"/>
          </a:p>
          <a:p>
            <a:r>
              <a:rPr lang="en-US" altLang="zh-CN" sz="900" dirty="0" err="1"/>
              <a:t>resourceToApk</a:t>
            </a:r>
            <a:r>
              <a:rPr lang="en-US" altLang="zh-CN" sz="900" dirty="0"/>
              <a:t>:</a:t>
            </a:r>
          </a:p>
          <a:p>
            <a:r>
              <a:rPr lang="en-US" altLang="zh-CN" sz="900" dirty="0"/>
              <a:t>	</a:t>
            </a:r>
            <a:r>
              <a:rPr lang="en-US" altLang="zh-CN" sz="900" dirty="0" err="1"/>
              <a:t>aapt</a:t>
            </a:r>
            <a:r>
              <a:rPr lang="en-US" altLang="zh-CN" sz="900" dirty="0"/>
              <a:t> package -m -J ${gen} -S ${res} -I D:\android-sdk\platforms\android-29\android.jar -M 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}\AndroidManifest.xml -f -F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}.</a:t>
            </a:r>
            <a:r>
              <a:rPr lang="en-US" altLang="zh-CN" sz="900" dirty="0" err="1"/>
              <a:t>apk</a:t>
            </a:r>
            <a:endParaRPr lang="en-US" altLang="zh-CN" sz="900" dirty="0"/>
          </a:p>
          <a:p>
            <a:endParaRPr lang="en-US" altLang="zh-CN" sz="900" dirty="0"/>
          </a:p>
          <a:p>
            <a:r>
              <a:rPr lang="en-US" altLang="zh-CN" sz="900" dirty="0" err="1"/>
              <a:t>buildclasses:R.java</a:t>
            </a:r>
            <a:endParaRPr lang="en-US" altLang="zh-CN" sz="900" dirty="0"/>
          </a:p>
          <a:p>
            <a:r>
              <a:rPr lang="en-US" altLang="zh-CN" sz="900" dirty="0"/>
              <a:t>	</a:t>
            </a:r>
            <a:r>
              <a:rPr lang="en-US" altLang="zh-CN" sz="900" dirty="0" err="1"/>
              <a:t>javac</a:t>
            </a:r>
            <a:r>
              <a:rPr lang="en-US" altLang="zh-CN" sz="900" dirty="0"/>
              <a:t> -encoding UTF-8 -target 11 -</a:t>
            </a:r>
            <a:r>
              <a:rPr lang="en-US" altLang="zh-CN" sz="900" dirty="0" err="1"/>
              <a:t>classpath</a:t>
            </a:r>
            <a:r>
              <a:rPr lang="en-US" altLang="zh-CN" sz="900" dirty="0"/>
              <a:t>  D:\android-sdk\platforms\android-29\android.jar  -d ${out}/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}/${</a:t>
            </a:r>
            <a:r>
              <a:rPr lang="en-US" altLang="zh-CN" sz="900" dirty="0" err="1"/>
              <a:t>src_files</a:t>
            </a:r>
            <a:r>
              <a:rPr lang="en-US" altLang="zh-CN" sz="900" dirty="0"/>
              <a:t>} ${gen}/com/test/R.java</a:t>
            </a:r>
          </a:p>
          <a:p>
            <a:endParaRPr lang="en-US" altLang="zh-CN" sz="900" dirty="0"/>
          </a:p>
          <a:p>
            <a:r>
              <a:rPr lang="en-US" altLang="zh-CN" sz="900" dirty="0" err="1"/>
              <a:t>classes.dex:buildclasses</a:t>
            </a:r>
            <a:endParaRPr lang="en-US" altLang="zh-CN" sz="900" dirty="0"/>
          </a:p>
          <a:p>
            <a:r>
              <a:rPr lang="en-US" altLang="zh-CN" sz="900" dirty="0"/>
              <a:t>	d8.bat ${out}/com/test/*.class  --lib D:\android-sdk\platforms\android-29\android.jar  --output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}/</a:t>
            </a:r>
          </a:p>
          <a:p>
            <a:endParaRPr lang="en-US" altLang="zh-CN" sz="900" dirty="0"/>
          </a:p>
          <a:p>
            <a:r>
              <a:rPr lang="en-US" altLang="zh-CN" sz="900" dirty="0"/>
              <a:t>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}.</a:t>
            </a:r>
            <a:r>
              <a:rPr lang="en-US" altLang="zh-CN" sz="900" dirty="0" err="1"/>
              <a:t>apk:classes.dex</a:t>
            </a:r>
            <a:endParaRPr lang="en-US" altLang="zh-CN" sz="900" dirty="0"/>
          </a:p>
          <a:p>
            <a:r>
              <a:rPr lang="en-US" altLang="zh-CN" sz="900" dirty="0"/>
              <a:t>	zip -u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}/${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}.</a:t>
            </a:r>
            <a:r>
              <a:rPr lang="en-US" altLang="zh-CN" sz="900" dirty="0" err="1"/>
              <a:t>apk</a:t>
            </a:r>
            <a:r>
              <a:rPr lang="en-US" altLang="zh-CN" sz="900" dirty="0"/>
              <a:t>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}/</a:t>
            </a:r>
            <a:r>
              <a:rPr lang="en-US" altLang="zh-CN" sz="900" dirty="0" err="1"/>
              <a:t>classes.dex</a:t>
            </a:r>
            <a:endParaRPr lang="en-US" altLang="zh-CN" sz="900" dirty="0"/>
          </a:p>
          <a:p>
            <a:endParaRPr lang="en-US" altLang="zh-CN" sz="900" dirty="0"/>
          </a:p>
          <a:p>
            <a:r>
              <a:rPr lang="en-US" altLang="zh-CN" sz="900" dirty="0"/>
              <a:t>sign:${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}.</a:t>
            </a:r>
            <a:r>
              <a:rPr lang="en-US" altLang="zh-CN" sz="900" dirty="0" err="1"/>
              <a:t>apk</a:t>
            </a:r>
            <a:endParaRPr lang="en-US" altLang="zh-CN" sz="900" dirty="0"/>
          </a:p>
          <a:p>
            <a:r>
              <a:rPr lang="en-US" altLang="zh-CN" sz="900" dirty="0"/>
              <a:t>	</a:t>
            </a:r>
            <a:r>
              <a:rPr lang="en-US" altLang="zh-CN" sz="900" dirty="0" err="1"/>
              <a:t>jarsigner</a:t>
            </a:r>
            <a:r>
              <a:rPr lang="en-US" altLang="zh-CN" sz="900" dirty="0"/>
              <a:t> -verbose -</a:t>
            </a:r>
            <a:r>
              <a:rPr lang="en-US" altLang="zh-CN" sz="900" dirty="0" err="1"/>
              <a:t>keystore</a:t>
            </a:r>
            <a:r>
              <a:rPr lang="en-US" altLang="zh-CN" sz="900" dirty="0"/>
              <a:t> C:\Users\xuexiangyu\.android\debug.keystore -</a:t>
            </a:r>
            <a:r>
              <a:rPr lang="en-US" altLang="zh-CN" sz="900" dirty="0" err="1"/>
              <a:t>storepass</a:t>
            </a:r>
            <a:r>
              <a:rPr lang="en-US" altLang="zh-CN" sz="900" dirty="0"/>
              <a:t> android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}/${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}.</a:t>
            </a:r>
            <a:r>
              <a:rPr lang="en-US" altLang="zh-CN" sz="900" dirty="0" err="1"/>
              <a:t>apk</a:t>
            </a:r>
            <a:r>
              <a:rPr lang="en-US" altLang="zh-CN" sz="900" dirty="0"/>
              <a:t> </a:t>
            </a:r>
            <a:r>
              <a:rPr lang="en-US" altLang="zh-CN" sz="900" dirty="0" err="1"/>
              <a:t>androiddebugkey</a:t>
            </a:r>
            <a:endParaRPr lang="en-US" altLang="zh-CN" sz="900" dirty="0"/>
          </a:p>
          <a:p>
            <a:endParaRPr lang="en-US" altLang="zh-CN" sz="900" dirty="0"/>
          </a:p>
          <a:p>
            <a:r>
              <a:rPr lang="en-US" altLang="zh-CN" sz="900" dirty="0"/>
              <a:t>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}-</a:t>
            </a:r>
            <a:r>
              <a:rPr lang="en-US" altLang="zh-CN" sz="900" dirty="0" err="1"/>
              <a:t>aligned.apk:sign</a:t>
            </a:r>
            <a:r>
              <a:rPr lang="en-US" altLang="zh-CN" sz="900" dirty="0"/>
              <a:t> </a:t>
            </a:r>
            <a:r>
              <a:rPr lang="en-US" altLang="zh-CN" sz="900" dirty="0" err="1"/>
              <a:t>resourceToApk</a:t>
            </a:r>
            <a:endParaRPr lang="en-US" altLang="zh-CN" sz="900" dirty="0"/>
          </a:p>
          <a:p>
            <a:r>
              <a:rPr lang="en-US" altLang="zh-CN" sz="900" dirty="0"/>
              <a:t>	cd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}&amp;&amp; </a:t>
            </a:r>
            <a:r>
              <a:rPr lang="en-US" altLang="zh-CN" sz="900" dirty="0" err="1"/>
              <a:t>zipalign</a:t>
            </a:r>
            <a:r>
              <a:rPr lang="en-US" altLang="zh-CN" sz="900" dirty="0"/>
              <a:t> -f 4 ${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}.</a:t>
            </a:r>
            <a:r>
              <a:rPr lang="en-US" altLang="zh-CN" sz="900" dirty="0" err="1"/>
              <a:t>apk</a:t>
            </a:r>
            <a:r>
              <a:rPr lang="en-US" altLang="zh-CN" sz="900" dirty="0"/>
              <a:t> 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}-</a:t>
            </a:r>
            <a:r>
              <a:rPr lang="en-US" altLang="zh-CN" sz="900" dirty="0" err="1"/>
              <a:t>aligned.apk</a:t>
            </a:r>
            <a:endParaRPr lang="en-US" altLang="zh-CN" sz="900" dirty="0"/>
          </a:p>
          <a:p>
            <a:endParaRPr lang="en-US" altLang="zh-CN" sz="900" dirty="0"/>
          </a:p>
          <a:p>
            <a:r>
              <a:rPr lang="en-US" altLang="zh-CN" sz="900" dirty="0"/>
              <a:t>clean:</a:t>
            </a:r>
          </a:p>
          <a:p>
            <a:r>
              <a:rPr lang="en-US" altLang="zh-CN" sz="900" dirty="0"/>
              <a:t>	-${</a:t>
            </a:r>
            <a:r>
              <a:rPr lang="en-US" altLang="zh-CN" sz="900" dirty="0" err="1"/>
              <a:t>sh_path</a:t>
            </a:r>
            <a:r>
              <a:rPr lang="en-US" altLang="zh-CN" sz="900" dirty="0"/>
              <a:t>}\</a:t>
            </a:r>
            <a:r>
              <a:rPr lang="en-US" altLang="zh-CN" sz="900" dirty="0" err="1"/>
              <a:t>rm</a:t>
            </a:r>
            <a:r>
              <a:rPr lang="en-US" altLang="zh-CN" sz="900" dirty="0"/>
              <a:t> -</a:t>
            </a:r>
            <a:r>
              <a:rPr lang="en-US" altLang="zh-CN" sz="900" dirty="0" err="1"/>
              <a:t>rf</a:t>
            </a:r>
            <a:r>
              <a:rPr lang="en-US" altLang="zh-CN" sz="900" dirty="0"/>
              <a:t> ${</a:t>
            </a:r>
            <a:r>
              <a:rPr lang="en-US" altLang="zh-CN" sz="900" dirty="0" err="1"/>
              <a:t>dex</a:t>
            </a:r>
            <a:r>
              <a:rPr lang="en-US" altLang="zh-CN" sz="900" dirty="0"/>
              <a:t>}/* ${gen}/* ${out}/* 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}/${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}.</a:t>
            </a:r>
            <a:r>
              <a:rPr lang="en-US" altLang="zh-CN" sz="900" dirty="0" err="1"/>
              <a:t>apk</a:t>
            </a:r>
            <a:r>
              <a:rPr lang="en-US" altLang="zh-CN" sz="900" dirty="0"/>
              <a:t>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}/${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}-</a:t>
            </a:r>
            <a:r>
              <a:rPr lang="en-US" altLang="zh-CN" sz="900" dirty="0" err="1"/>
              <a:t>aligned.apk</a:t>
            </a:r>
            <a:r>
              <a:rPr lang="en-US" altLang="zh-CN" sz="900" dirty="0"/>
              <a:t> ${</a:t>
            </a:r>
            <a:r>
              <a:rPr lang="en-US" altLang="zh-CN" sz="900" dirty="0" err="1"/>
              <a:t>module_name</a:t>
            </a:r>
            <a:r>
              <a:rPr lang="en-US" altLang="zh-CN" sz="900" dirty="0"/>
              <a:t>}/</a:t>
            </a:r>
            <a:r>
              <a:rPr lang="en-US" altLang="zh-CN" sz="900" dirty="0" err="1"/>
              <a:t>classes.dex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3237830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clear_vars.mk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69924" y="765312"/>
            <a:ext cx="110706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为了避免</a:t>
            </a:r>
            <a:r>
              <a:rPr lang="en-US" altLang="zh-CN" sz="1600" dirty="0" smtClean="0"/>
              <a:t>app1</a:t>
            </a:r>
            <a:r>
              <a:rPr lang="zh-CN" altLang="en-US" sz="1600" dirty="0" smtClean="0"/>
              <a:t>的变量值影响到</a:t>
            </a:r>
            <a:r>
              <a:rPr lang="en-US" altLang="zh-CN" sz="1600" dirty="0" smtClean="0"/>
              <a:t>app2</a:t>
            </a:r>
            <a:r>
              <a:rPr lang="zh-CN" altLang="en-US" sz="1600" dirty="0" smtClean="0"/>
              <a:t>，创建一个</a:t>
            </a:r>
            <a:r>
              <a:rPr lang="en-US" altLang="zh-CN" sz="1600" dirty="0" smtClean="0"/>
              <a:t>clear_vars.mk</a:t>
            </a:r>
            <a:r>
              <a:rPr lang="zh-CN" altLang="en-US" sz="1600" dirty="0" smtClean="0"/>
              <a:t>文件，把所有变量清空</a:t>
            </a:r>
            <a:endParaRPr lang="en-US" altLang="zh-CN" sz="1600" dirty="0" smtClean="0"/>
          </a:p>
          <a:p>
            <a:endParaRPr lang="en-US" altLang="zh-CN" sz="1600" dirty="0"/>
          </a:p>
          <a:p>
            <a:r>
              <a:rPr lang="en-US" altLang="zh-CN" sz="1600" dirty="0" err="1"/>
              <a:t>src_files</a:t>
            </a:r>
            <a:r>
              <a:rPr lang="en-US" altLang="zh-CN" sz="1600" dirty="0"/>
              <a:t>:=</a:t>
            </a:r>
          </a:p>
          <a:p>
            <a:r>
              <a:rPr lang="en-US" altLang="zh-CN" sz="1600" dirty="0"/>
              <a:t>x</a:t>
            </a:r>
            <a:r>
              <a:rPr lang="en-US" altLang="zh-CN" sz="1600" dirty="0" smtClean="0"/>
              <a:t>xx:=</a:t>
            </a:r>
          </a:p>
          <a:p>
            <a:r>
              <a:rPr lang="en-US" altLang="zh-CN" sz="1600" dirty="0" smtClean="0"/>
              <a:t>…</a:t>
            </a:r>
            <a:r>
              <a:rPr lang="zh-CN" altLang="en-US" sz="1600" dirty="0" smtClean="0"/>
              <a:t>其它变量</a:t>
            </a:r>
            <a:endParaRPr lang="zh-CN" altLang="en-US" sz="1600" dirty="0"/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669923" y="2685108"/>
            <a:ext cx="11070607" cy="4090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 smtClean="0"/>
              <a:t>app.mk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69923" y="3230217"/>
            <a:ext cx="81858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然后每个</a:t>
            </a:r>
            <a:r>
              <a:rPr lang="en-US" altLang="zh-CN" dirty="0" smtClean="0"/>
              <a:t>app</a:t>
            </a:r>
            <a:r>
              <a:rPr lang="zh-CN" altLang="en-US" dirty="0" smtClean="0"/>
              <a:t>的开发者，只需要编写</a:t>
            </a:r>
            <a:r>
              <a:rPr lang="en-US" altLang="zh-CN" dirty="0" smtClean="0"/>
              <a:t>app.mk</a:t>
            </a:r>
            <a:r>
              <a:rPr lang="zh-CN" altLang="en-US" dirty="0" smtClean="0"/>
              <a:t>就行了。</a:t>
            </a:r>
            <a:endParaRPr lang="en-US" altLang="zh-CN" dirty="0" smtClean="0"/>
          </a:p>
          <a:p>
            <a:r>
              <a:rPr lang="en-US" altLang="zh-CN" dirty="0" smtClean="0"/>
              <a:t>app.mk</a:t>
            </a:r>
            <a:r>
              <a:rPr lang="zh-CN" altLang="en-US" dirty="0" smtClean="0"/>
              <a:t>里面只需要给变量赋值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#</a:t>
            </a:r>
            <a:r>
              <a:rPr lang="zh-CN" altLang="en-US" dirty="0" smtClean="0"/>
              <a:t>清空变量</a:t>
            </a:r>
            <a:endParaRPr lang="en-US" altLang="zh-CN" dirty="0" smtClean="0"/>
          </a:p>
          <a:p>
            <a:r>
              <a:rPr lang="en-US" altLang="zh-CN" dirty="0"/>
              <a:t>include ${</a:t>
            </a:r>
            <a:r>
              <a:rPr lang="en-US" altLang="zh-CN" dirty="0" err="1"/>
              <a:t>clear_vars</a:t>
            </a:r>
            <a:r>
              <a:rPr lang="en-US" altLang="zh-CN" dirty="0"/>
              <a:t>}</a:t>
            </a:r>
          </a:p>
          <a:p>
            <a:r>
              <a:rPr lang="en-US" altLang="zh-CN" dirty="0" smtClean="0"/>
              <a:t>#</a:t>
            </a:r>
            <a:r>
              <a:rPr lang="zh-CN" altLang="en-US" dirty="0" smtClean="0"/>
              <a:t>告诉</a:t>
            </a:r>
            <a:r>
              <a:rPr lang="en-US" altLang="zh-CN" dirty="0" err="1" smtClean="0"/>
              <a:t>Makefile</a:t>
            </a:r>
            <a:r>
              <a:rPr lang="zh-CN" altLang="en-US" dirty="0" smtClean="0"/>
              <a:t>，当前模块的源文件列表</a:t>
            </a:r>
            <a:endParaRPr lang="en-US" altLang="zh-CN" dirty="0"/>
          </a:p>
          <a:p>
            <a:r>
              <a:rPr lang="en-US" altLang="zh-CN" dirty="0" err="1"/>
              <a:t>src_files</a:t>
            </a:r>
            <a:r>
              <a:rPr lang="en-US" altLang="zh-CN" dirty="0"/>
              <a:t>:= </a:t>
            </a:r>
            <a:r>
              <a:rPr lang="en-US" altLang="zh-CN" dirty="0" err="1"/>
              <a:t>src</a:t>
            </a:r>
            <a:r>
              <a:rPr lang="en-US" altLang="zh-CN" dirty="0"/>
              <a:t>/com/test/MainActivity.java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6199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执行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69925" y="874642"/>
            <a:ext cx="110706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#</a:t>
            </a:r>
            <a:r>
              <a:rPr lang="zh-CN" altLang="en-US" sz="1600" dirty="0" smtClean="0"/>
              <a:t>执行命令构建</a:t>
            </a:r>
            <a:r>
              <a:rPr lang="en-US" altLang="zh-CN" sz="1600" dirty="0" smtClean="0"/>
              <a:t>app1</a:t>
            </a:r>
          </a:p>
          <a:p>
            <a:r>
              <a:rPr lang="en-US" altLang="zh-CN" sz="1600" dirty="0" smtClean="0"/>
              <a:t>make </a:t>
            </a:r>
            <a:r>
              <a:rPr lang="en-US" altLang="zh-CN" sz="1600" dirty="0"/>
              <a:t>-f build/</a:t>
            </a:r>
            <a:r>
              <a:rPr lang="en-US" altLang="zh-CN" sz="1600" dirty="0" err="1"/>
              <a:t>Makefile</a:t>
            </a:r>
            <a:r>
              <a:rPr lang="en-US" altLang="zh-CN" sz="1600" dirty="0"/>
              <a:t>  </a:t>
            </a:r>
            <a:r>
              <a:rPr lang="en-US" altLang="zh-CN" sz="1600" dirty="0" err="1" smtClean="0"/>
              <a:t>module_name</a:t>
            </a:r>
            <a:r>
              <a:rPr lang="en-US" altLang="zh-CN" sz="1600" dirty="0" smtClean="0"/>
              <a:t>=app1</a:t>
            </a:r>
          </a:p>
          <a:p>
            <a:endParaRPr lang="en-US" altLang="zh-CN" sz="1600" dirty="0" smtClean="0"/>
          </a:p>
          <a:p>
            <a:r>
              <a:rPr lang="en-US" altLang="zh-CN" sz="1600" dirty="0" smtClean="0"/>
              <a:t>#</a:t>
            </a:r>
            <a:r>
              <a:rPr lang="zh-CN" altLang="en-US" sz="1600" dirty="0"/>
              <a:t>执行命令构建</a:t>
            </a:r>
            <a:r>
              <a:rPr lang="en-US" altLang="zh-CN" sz="1600" dirty="0" smtClean="0"/>
              <a:t>app2</a:t>
            </a:r>
            <a:endParaRPr lang="en-US" altLang="zh-CN" sz="1600" dirty="0"/>
          </a:p>
          <a:p>
            <a:r>
              <a:rPr lang="en-US" altLang="zh-CN" sz="1600" dirty="0"/>
              <a:t>make -f build/</a:t>
            </a:r>
            <a:r>
              <a:rPr lang="en-US" altLang="zh-CN" sz="1600" dirty="0" err="1"/>
              <a:t>Makefile</a:t>
            </a:r>
            <a:r>
              <a:rPr lang="en-US" altLang="zh-CN" sz="1600" dirty="0"/>
              <a:t>  </a:t>
            </a:r>
            <a:r>
              <a:rPr lang="en-US" altLang="zh-CN" sz="1600" dirty="0" err="1" smtClean="0"/>
              <a:t>module_name</a:t>
            </a:r>
            <a:r>
              <a:rPr lang="en-US" altLang="zh-CN" sz="1600" dirty="0" smtClean="0"/>
              <a:t>=app2</a:t>
            </a:r>
            <a:endParaRPr lang="en-US" altLang="zh-CN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2387159"/>
            <a:ext cx="8738562" cy="402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69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107" y="442712"/>
            <a:ext cx="11070607" cy="409039"/>
          </a:xfrm>
        </p:spPr>
        <p:txBody>
          <a:bodyPr/>
          <a:lstStyle/>
          <a:p>
            <a:r>
              <a:rPr lang="en-US" altLang="zh-CN" dirty="0" smtClean="0"/>
              <a:t>ninja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C331F93C-C9C3-4738-84F1-E8DB12A15B35}"/>
              </a:ext>
            </a:extLst>
          </p:cNvPr>
          <p:cNvSpPr txBox="1"/>
          <p:nvPr/>
        </p:nvSpPr>
        <p:spPr>
          <a:xfrm>
            <a:off x="498519" y="1151243"/>
            <a:ext cx="914243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Ninja</a:t>
            </a:r>
            <a:r>
              <a:rPr lang="zh-CN" altLang="en-US" sz="1400" dirty="0"/>
              <a:t>认为</a:t>
            </a:r>
            <a:r>
              <a:rPr lang="en-US" altLang="zh-CN" sz="1400" dirty="0"/>
              <a:t>make</a:t>
            </a:r>
            <a:r>
              <a:rPr lang="zh-CN" altLang="en-US" sz="1400" dirty="0"/>
              <a:t>有下面几点造成编译速度过慢：</a:t>
            </a:r>
          </a:p>
          <a:p>
            <a:endParaRPr lang="zh-CN" altLang="en-US" sz="1400" dirty="0"/>
          </a:p>
          <a:p>
            <a:r>
              <a:rPr lang="en-US" altLang="zh-CN" sz="1400" dirty="0"/>
              <a:t>- </a:t>
            </a:r>
            <a:r>
              <a:rPr lang="zh-CN" altLang="en-US" sz="1400" dirty="0"/>
              <a:t>隐式规则，</a:t>
            </a:r>
            <a:r>
              <a:rPr lang="en-US" altLang="zh-CN" sz="1400" dirty="0"/>
              <a:t>make</a:t>
            </a:r>
            <a:r>
              <a:rPr lang="zh-CN" altLang="en-US" sz="1400" dirty="0"/>
              <a:t>包含很多默认</a:t>
            </a:r>
          </a:p>
          <a:p>
            <a:r>
              <a:rPr lang="en-US" altLang="zh-CN" sz="1400" dirty="0"/>
              <a:t>- </a:t>
            </a:r>
            <a:r>
              <a:rPr lang="zh-CN" altLang="en-US" sz="1400" dirty="0"/>
              <a:t>变量计算，比如编译参与应该如何计算出来</a:t>
            </a:r>
          </a:p>
          <a:p>
            <a:r>
              <a:rPr lang="en-US" altLang="zh-CN" sz="1400" dirty="0"/>
              <a:t>- </a:t>
            </a:r>
            <a:r>
              <a:rPr lang="zh-CN" altLang="en-US" sz="1400" dirty="0"/>
              <a:t>依赖对象计算</a:t>
            </a:r>
          </a:p>
          <a:p>
            <a:endParaRPr lang="zh-CN" altLang="en-US" sz="1400" dirty="0"/>
          </a:p>
          <a:p>
            <a:r>
              <a:rPr lang="zh-CN" altLang="en-US" sz="1400" dirty="0"/>
              <a:t>相比</a:t>
            </a:r>
            <a:r>
              <a:rPr lang="en-US" altLang="zh-CN" sz="1400" dirty="0"/>
              <a:t>Make</a:t>
            </a:r>
            <a:r>
              <a:rPr lang="zh-CN" altLang="en-US" sz="1400" dirty="0"/>
              <a:t>，</a:t>
            </a:r>
            <a:r>
              <a:rPr lang="en-US" altLang="zh-CN" sz="1400" dirty="0"/>
              <a:t>ninja</a:t>
            </a:r>
            <a:r>
              <a:rPr lang="zh-CN" altLang="en-US" sz="1400" dirty="0"/>
              <a:t>有这些优势：</a:t>
            </a:r>
          </a:p>
          <a:p>
            <a:endParaRPr lang="zh-CN" altLang="en-US" sz="1400" dirty="0"/>
          </a:p>
          <a:p>
            <a:r>
              <a:rPr lang="zh-CN" altLang="en-US" sz="1400" dirty="0"/>
              <a:t>* 非常快（即瞬间）增量构建，即使是非常大的项目。</a:t>
            </a:r>
          </a:p>
          <a:p>
            <a:r>
              <a:rPr lang="zh-CN" altLang="en-US" sz="1400" dirty="0"/>
              <a:t>* </a:t>
            </a:r>
            <a:r>
              <a:rPr lang="en-US" altLang="zh-CN" sz="1400" dirty="0"/>
              <a:t>"</a:t>
            </a:r>
            <a:r>
              <a:rPr lang="zh-CN" altLang="en-US" sz="1400" dirty="0"/>
              <a:t>代码如何构建</a:t>
            </a:r>
            <a:r>
              <a:rPr lang="en-US" altLang="zh-CN" sz="1400" dirty="0"/>
              <a:t>"</a:t>
            </a:r>
            <a:r>
              <a:rPr lang="zh-CN" altLang="en-US" sz="1400" dirty="0"/>
              <a:t>的策略非常少。关于代码如何构建不同的项目和高级构建系统有不同的意见；例如，构建目标是应该与代码放在一起还是放在单独的目录里？是否有为项目构建一个可分发的“包”的规则？规避这些策略，而不是选择，否则只会变得复杂。</a:t>
            </a:r>
          </a:p>
          <a:p>
            <a:r>
              <a:rPr lang="zh-CN" altLang="en-US" sz="1400" dirty="0"/>
              <a:t>* 获取正确的依赖关系，在某些特定的情况下</a:t>
            </a:r>
            <a:r>
              <a:rPr lang="en-US" altLang="zh-CN" sz="1400" dirty="0" err="1"/>
              <a:t>Makefiles</a:t>
            </a:r>
            <a:r>
              <a:rPr lang="zh-CN" altLang="en-US" sz="1400" dirty="0"/>
              <a:t>很难获取正确的依赖关系（例如：输出隐式依赖于命令行生成，构建</a:t>
            </a:r>
            <a:r>
              <a:rPr lang="en-US" altLang="zh-CN" sz="1400" dirty="0"/>
              <a:t>c</a:t>
            </a:r>
            <a:r>
              <a:rPr lang="zh-CN" altLang="en-US" sz="1400" dirty="0"/>
              <a:t>代码你需要使用</a:t>
            </a:r>
            <a:r>
              <a:rPr lang="en-US" altLang="zh-CN" sz="1400" dirty="0" err="1"/>
              <a:t>gcc</a:t>
            </a:r>
            <a:r>
              <a:rPr lang="zh-CN" altLang="en-US" sz="1400" dirty="0"/>
              <a:t>的</a:t>
            </a:r>
            <a:r>
              <a:rPr lang="en-US" altLang="zh-CN" sz="1400" dirty="0"/>
              <a:t>-M</a:t>
            </a:r>
            <a:r>
              <a:rPr lang="zh-CN" altLang="en-US" sz="1400" dirty="0"/>
              <a:t>标志去生成其头文件依赖</a:t>
            </a:r>
          </a:p>
        </p:txBody>
      </p:sp>
    </p:spTree>
    <p:extLst>
      <p:ext uri="{BB962C8B-B14F-4D97-AF65-F5344CB8AC3E}">
        <p14:creationId xmlns:p14="http://schemas.microsoft.com/office/powerpoint/2010/main" val="362854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示例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72F5FD77-D476-42AE-83CC-907D9D972180}"/>
              </a:ext>
            </a:extLst>
          </p:cNvPr>
          <p:cNvSpPr txBox="1"/>
          <p:nvPr/>
        </p:nvSpPr>
        <p:spPr>
          <a:xfrm>
            <a:off x="669925" y="849290"/>
            <a:ext cx="1078989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+mn-ea"/>
              </a:rPr>
              <a:t># </a:t>
            </a:r>
            <a:r>
              <a:rPr lang="en-US" altLang="zh-CN" sz="1400" dirty="0" smtClean="0">
                <a:latin typeface="+mn-ea"/>
              </a:rPr>
              <a:t>ninja</a:t>
            </a:r>
            <a:r>
              <a:rPr lang="zh-CN" altLang="en-US" sz="1400" dirty="0">
                <a:latin typeface="+mn-ea"/>
              </a:rPr>
              <a:t>最小需要版本</a:t>
            </a:r>
          </a:p>
          <a:p>
            <a:r>
              <a:rPr lang="en-US" altLang="zh-CN" sz="1400" dirty="0" err="1">
                <a:latin typeface="+mn-ea"/>
              </a:rPr>
              <a:t>ninja_required_version</a:t>
            </a:r>
            <a:r>
              <a:rPr lang="en-US" altLang="zh-CN" sz="1400" dirty="0">
                <a:latin typeface="+mn-ea"/>
              </a:rPr>
              <a:t> = 1.5</a:t>
            </a:r>
          </a:p>
          <a:p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# </a:t>
            </a:r>
            <a:r>
              <a:rPr lang="zh-CN" altLang="en-US" sz="1400" dirty="0">
                <a:latin typeface="+mn-ea"/>
              </a:rPr>
              <a:t>变量</a:t>
            </a:r>
          </a:p>
          <a:p>
            <a:r>
              <a:rPr lang="en-US" altLang="zh-CN" sz="1400" dirty="0" err="1">
                <a:latin typeface="+mn-ea"/>
              </a:rPr>
              <a:t>cflags</a:t>
            </a:r>
            <a:r>
              <a:rPr lang="en-US" altLang="zh-CN" sz="1400" dirty="0">
                <a:latin typeface="+mn-ea"/>
              </a:rPr>
              <a:t> = -Wall</a:t>
            </a:r>
          </a:p>
          <a:p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# </a:t>
            </a:r>
            <a:r>
              <a:rPr lang="zh-CN" altLang="en-US" sz="1400" dirty="0">
                <a:latin typeface="+mn-ea"/>
              </a:rPr>
              <a:t>规则</a:t>
            </a:r>
          </a:p>
          <a:p>
            <a:r>
              <a:rPr lang="en-US" altLang="zh-CN" sz="1400" dirty="0">
                <a:latin typeface="+mn-ea"/>
              </a:rPr>
              <a:t>rule </a:t>
            </a:r>
            <a:r>
              <a:rPr lang="en-US" altLang="zh-CN" sz="1400" dirty="0" err="1">
                <a:latin typeface="+mn-ea"/>
              </a:rPr>
              <a:t>compile_hello</a:t>
            </a:r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 command=g++ -c $</a:t>
            </a:r>
            <a:r>
              <a:rPr lang="en-US" altLang="zh-CN" sz="1400" dirty="0" err="1">
                <a:latin typeface="+mn-ea"/>
              </a:rPr>
              <a:t>cflags</a:t>
            </a:r>
            <a:r>
              <a:rPr lang="en-US" altLang="zh-CN" sz="1400" dirty="0">
                <a:latin typeface="+mn-ea"/>
              </a:rPr>
              <a:t> -MD  $in -o $out</a:t>
            </a:r>
          </a:p>
          <a:p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build </a:t>
            </a:r>
            <a:r>
              <a:rPr lang="en-US" altLang="zh-CN" sz="1400" dirty="0" err="1">
                <a:latin typeface="+mn-ea"/>
              </a:rPr>
              <a:t>hello.o</a:t>
            </a:r>
            <a:r>
              <a:rPr lang="en-US" altLang="zh-CN" sz="1400" dirty="0">
                <a:latin typeface="+mn-ea"/>
              </a:rPr>
              <a:t>: </a:t>
            </a:r>
            <a:r>
              <a:rPr lang="en-US" altLang="zh-CN" sz="1400" dirty="0" err="1">
                <a:latin typeface="+mn-ea"/>
              </a:rPr>
              <a:t>compile_hello</a:t>
            </a:r>
            <a:r>
              <a:rPr lang="en-US" altLang="zh-CN" sz="1400" dirty="0">
                <a:latin typeface="+mn-ea"/>
              </a:rPr>
              <a:t> Hello.cpp</a:t>
            </a: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1682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72F5FD77-D476-42AE-83CC-907D9D972180}"/>
              </a:ext>
            </a:extLst>
          </p:cNvPr>
          <p:cNvSpPr txBox="1"/>
          <p:nvPr/>
        </p:nvSpPr>
        <p:spPr>
          <a:xfrm>
            <a:off x="669925" y="849290"/>
            <a:ext cx="107898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+mn-ea"/>
              </a:rPr>
              <a:t>- edge(</a:t>
            </a:r>
            <a:r>
              <a:rPr lang="zh-CN" altLang="en-US" sz="1400" dirty="0">
                <a:latin typeface="+mn-ea"/>
              </a:rPr>
              <a:t>边</a:t>
            </a:r>
            <a:r>
              <a:rPr lang="en-US" altLang="zh-CN" sz="1400" dirty="0">
                <a:latin typeface="+mn-ea"/>
              </a:rPr>
              <a:t>): </a:t>
            </a:r>
            <a:r>
              <a:rPr lang="zh-CN" altLang="en-US" sz="1400" dirty="0">
                <a:latin typeface="+mn-ea"/>
              </a:rPr>
              <a:t>即</a:t>
            </a:r>
            <a:r>
              <a:rPr lang="en-US" altLang="zh-CN" sz="1400" dirty="0">
                <a:latin typeface="+mn-ea"/>
              </a:rPr>
              <a:t>build</a:t>
            </a:r>
            <a:r>
              <a:rPr lang="zh-CN" altLang="en-US" sz="1400" dirty="0">
                <a:latin typeface="+mn-ea"/>
              </a:rPr>
              <a:t>语句，指定目标</a:t>
            </a:r>
            <a:r>
              <a:rPr lang="en-US" altLang="zh-CN" sz="1400" dirty="0">
                <a:latin typeface="+mn-ea"/>
              </a:rPr>
              <a:t>(target)</a:t>
            </a:r>
            <a:r>
              <a:rPr lang="zh-CN" altLang="en-US" sz="1400" dirty="0">
                <a:latin typeface="+mn-ea"/>
              </a:rPr>
              <a:t>、规则</a:t>
            </a:r>
            <a:r>
              <a:rPr lang="en-US" altLang="zh-CN" sz="1400" dirty="0">
                <a:latin typeface="+mn-ea"/>
              </a:rPr>
              <a:t>(rule)</a:t>
            </a:r>
            <a:r>
              <a:rPr lang="zh-CN" altLang="en-US" sz="1400" dirty="0">
                <a:latin typeface="+mn-ea"/>
              </a:rPr>
              <a:t>与输入</a:t>
            </a:r>
            <a:r>
              <a:rPr lang="en-US" altLang="zh-CN" sz="1400" dirty="0">
                <a:latin typeface="+mn-ea"/>
              </a:rPr>
              <a:t>(input)</a:t>
            </a:r>
            <a:r>
              <a:rPr lang="zh-CN" altLang="en-US" sz="1400" dirty="0">
                <a:latin typeface="+mn-ea"/>
              </a:rPr>
              <a:t>，是编译过程拓扑图中的一条边（</a:t>
            </a:r>
            <a:r>
              <a:rPr lang="en-US" altLang="zh-CN" sz="1400" dirty="0">
                <a:latin typeface="+mn-ea"/>
              </a:rPr>
              <a:t>edge</a:t>
            </a:r>
            <a:r>
              <a:rPr lang="zh-CN" altLang="en-US" sz="1400" dirty="0">
                <a:latin typeface="+mn-ea"/>
              </a:rPr>
              <a:t>）。</a:t>
            </a:r>
          </a:p>
          <a:p>
            <a:r>
              <a:rPr lang="en-US" altLang="zh-CN" sz="1400" dirty="0">
                <a:latin typeface="+mn-ea"/>
              </a:rPr>
              <a:t>- target(</a:t>
            </a:r>
            <a:r>
              <a:rPr lang="zh-CN" altLang="en-US" sz="1400" dirty="0">
                <a:latin typeface="+mn-ea"/>
              </a:rPr>
              <a:t>目标</a:t>
            </a:r>
            <a:r>
              <a:rPr lang="en-US" altLang="zh-CN" sz="1400" dirty="0">
                <a:latin typeface="+mn-ea"/>
              </a:rPr>
              <a:t>): </a:t>
            </a:r>
            <a:r>
              <a:rPr lang="zh-CN" altLang="en-US" sz="1400" dirty="0">
                <a:latin typeface="+mn-ea"/>
              </a:rPr>
              <a:t>编译过程需要产生的目标，由</a:t>
            </a:r>
            <a:r>
              <a:rPr lang="en-US" altLang="zh-CN" sz="1400" dirty="0">
                <a:latin typeface="+mn-ea"/>
              </a:rPr>
              <a:t>build</a:t>
            </a:r>
            <a:r>
              <a:rPr lang="zh-CN" altLang="en-US" sz="1400" dirty="0">
                <a:latin typeface="+mn-ea"/>
              </a:rPr>
              <a:t>语句指定</a:t>
            </a:r>
          </a:p>
          <a:p>
            <a:r>
              <a:rPr lang="en-US" altLang="zh-CN" sz="1400" dirty="0">
                <a:latin typeface="+mn-ea"/>
              </a:rPr>
              <a:t>- output(</a:t>
            </a:r>
            <a:r>
              <a:rPr lang="zh-CN" altLang="en-US" sz="1400" dirty="0">
                <a:latin typeface="+mn-ea"/>
              </a:rPr>
              <a:t>输出</a:t>
            </a:r>
            <a:r>
              <a:rPr lang="en-US" altLang="zh-CN" sz="1400" dirty="0">
                <a:latin typeface="+mn-ea"/>
              </a:rPr>
              <a:t>): build</a:t>
            </a:r>
            <a:r>
              <a:rPr lang="zh-CN" altLang="en-US" sz="1400" dirty="0">
                <a:latin typeface="+mn-ea"/>
              </a:rPr>
              <a:t>语句的前半段，是</a:t>
            </a:r>
            <a:r>
              <a:rPr lang="en-US" altLang="zh-CN" sz="1400" dirty="0">
                <a:latin typeface="+mn-ea"/>
              </a:rPr>
              <a:t>target</a:t>
            </a:r>
            <a:r>
              <a:rPr lang="zh-CN" altLang="en-US" sz="1400" dirty="0">
                <a:latin typeface="+mn-ea"/>
              </a:rPr>
              <a:t>的另一种称呼</a:t>
            </a:r>
          </a:p>
          <a:p>
            <a:r>
              <a:rPr lang="en-US" altLang="zh-CN" sz="1400" dirty="0">
                <a:latin typeface="+mn-ea"/>
              </a:rPr>
              <a:t>- input(</a:t>
            </a:r>
            <a:r>
              <a:rPr lang="zh-CN" altLang="en-US" sz="1400" dirty="0">
                <a:latin typeface="+mn-ea"/>
              </a:rPr>
              <a:t>输入</a:t>
            </a:r>
            <a:r>
              <a:rPr lang="en-US" altLang="zh-CN" sz="1400" dirty="0">
                <a:latin typeface="+mn-ea"/>
              </a:rPr>
              <a:t>): build</a:t>
            </a:r>
            <a:r>
              <a:rPr lang="zh-CN" altLang="en-US" sz="1400" dirty="0">
                <a:latin typeface="+mn-ea"/>
              </a:rPr>
              <a:t>语句的后半段，用于产生</a:t>
            </a:r>
            <a:r>
              <a:rPr lang="en-US" altLang="zh-CN" sz="1400" dirty="0">
                <a:latin typeface="+mn-ea"/>
              </a:rPr>
              <a:t>output</a:t>
            </a:r>
            <a:r>
              <a:rPr lang="zh-CN" altLang="en-US" sz="1400" dirty="0">
                <a:latin typeface="+mn-ea"/>
              </a:rPr>
              <a:t>的文件或目标，另一种称呼是依赖</a:t>
            </a:r>
          </a:p>
          <a:p>
            <a:r>
              <a:rPr lang="en-US" altLang="zh-CN" sz="1400" dirty="0">
                <a:latin typeface="+mn-ea"/>
              </a:rPr>
              <a:t>- rule(</a:t>
            </a:r>
            <a:r>
              <a:rPr lang="zh-CN" altLang="en-US" sz="1400" dirty="0">
                <a:latin typeface="+mn-ea"/>
              </a:rPr>
              <a:t>规则</a:t>
            </a:r>
            <a:r>
              <a:rPr lang="en-US" altLang="zh-CN" sz="1400" dirty="0">
                <a:latin typeface="+mn-ea"/>
              </a:rPr>
              <a:t>): </a:t>
            </a:r>
            <a:r>
              <a:rPr lang="zh-CN" altLang="en-US" sz="1400" dirty="0">
                <a:latin typeface="+mn-ea"/>
              </a:rPr>
              <a:t>通过指定</a:t>
            </a:r>
            <a:r>
              <a:rPr lang="en-US" altLang="zh-CN" sz="1400" dirty="0">
                <a:latin typeface="+mn-ea"/>
              </a:rPr>
              <a:t>command</a:t>
            </a:r>
            <a:r>
              <a:rPr lang="zh-CN" altLang="en-US" sz="1400" dirty="0">
                <a:latin typeface="+mn-ea"/>
              </a:rPr>
              <a:t>与一些内置变量，决定如何从输入产生输出</a:t>
            </a:r>
          </a:p>
          <a:p>
            <a:r>
              <a:rPr lang="en-US" altLang="zh-CN" sz="1400" dirty="0">
                <a:latin typeface="+mn-ea"/>
              </a:rPr>
              <a:t>- pool</a:t>
            </a:r>
            <a:r>
              <a:rPr lang="zh-CN" altLang="en-US" sz="1400" dirty="0">
                <a:latin typeface="+mn-ea"/>
              </a:rPr>
              <a:t>：一组</a:t>
            </a:r>
            <a:r>
              <a:rPr lang="en-US" altLang="zh-CN" sz="1400" dirty="0">
                <a:latin typeface="+mn-ea"/>
              </a:rPr>
              <a:t>rule</a:t>
            </a:r>
            <a:r>
              <a:rPr lang="zh-CN" altLang="en-US" sz="1400" dirty="0">
                <a:latin typeface="+mn-ea"/>
              </a:rPr>
              <a:t>或</a:t>
            </a:r>
            <a:r>
              <a:rPr lang="en-US" altLang="zh-CN" sz="1400" dirty="0">
                <a:latin typeface="+mn-ea"/>
              </a:rPr>
              <a:t>edge</a:t>
            </a:r>
            <a:r>
              <a:rPr lang="zh-CN" altLang="en-US" sz="1400" dirty="0">
                <a:latin typeface="+mn-ea"/>
              </a:rPr>
              <a:t>，通过指定其</a:t>
            </a:r>
            <a:r>
              <a:rPr lang="en-US" altLang="zh-CN" sz="1400" dirty="0">
                <a:latin typeface="+mn-ea"/>
              </a:rPr>
              <a:t>depth</a:t>
            </a:r>
            <a:r>
              <a:rPr lang="zh-CN" altLang="en-US" sz="1400" dirty="0">
                <a:latin typeface="+mn-ea"/>
              </a:rPr>
              <a:t>，可以控制并行上限</a:t>
            </a:r>
          </a:p>
          <a:p>
            <a:r>
              <a:rPr lang="en-US" altLang="zh-CN" sz="1400" dirty="0">
                <a:latin typeface="+mn-ea"/>
              </a:rPr>
              <a:t>- scope(</a:t>
            </a:r>
            <a:r>
              <a:rPr lang="zh-CN" altLang="en-US" sz="1400" dirty="0">
                <a:latin typeface="+mn-ea"/>
              </a:rPr>
              <a:t>作用域</a:t>
            </a:r>
            <a:r>
              <a:rPr lang="en-US" altLang="zh-CN" sz="1400" dirty="0">
                <a:latin typeface="+mn-ea"/>
              </a:rPr>
              <a:t>)</a:t>
            </a:r>
            <a:r>
              <a:rPr lang="zh-CN" altLang="en-US" sz="1400" dirty="0">
                <a:latin typeface="+mn-ea"/>
              </a:rPr>
              <a:t>：变量的作用范围，有</a:t>
            </a:r>
            <a:r>
              <a:rPr lang="en-US" altLang="zh-CN" sz="1400" dirty="0">
                <a:latin typeface="+mn-ea"/>
              </a:rPr>
              <a:t>rule</a:t>
            </a:r>
            <a:r>
              <a:rPr lang="zh-CN" altLang="en-US" sz="1400" dirty="0">
                <a:latin typeface="+mn-ea"/>
              </a:rPr>
              <a:t>与</a:t>
            </a:r>
            <a:r>
              <a:rPr lang="en-US" altLang="zh-CN" sz="1400" dirty="0">
                <a:latin typeface="+mn-ea"/>
              </a:rPr>
              <a:t>build</a:t>
            </a:r>
            <a:r>
              <a:rPr lang="zh-CN" altLang="en-US" sz="1400" dirty="0">
                <a:latin typeface="+mn-ea"/>
              </a:rPr>
              <a:t>语句的块级，也有文件级别。</a:t>
            </a:r>
          </a:p>
        </p:txBody>
      </p:sp>
    </p:spTree>
    <p:extLst>
      <p:ext uri="{BB962C8B-B14F-4D97-AF65-F5344CB8AC3E}">
        <p14:creationId xmlns:p14="http://schemas.microsoft.com/office/powerpoint/2010/main" val="154126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常用命令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72F5FD77-D476-42AE-83CC-907D9D972180}"/>
              </a:ext>
            </a:extLst>
          </p:cNvPr>
          <p:cNvSpPr txBox="1"/>
          <p:nvPr/>
        </p:nvSpPr>
        <p:spPr>
          <a:xfrm>
            <a:off x="669925" y="849290"/>
            <a:ext cx="107898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+mn-ea"/>
              </a:rPr>
              <a:t>* -n,</a:t>
            </a:r>
            <a:r>
              <a:rPr lang="zh-CN" altLang="en-US" sz="1400" dirty="0">
                <a:latin typeface="+mn-ea"/>
              </a:rPr>
              <a:t>假执行，用来在真正执行前，先观察执行结果。比如：</a:t>
            </a:r>
            <a:r>
              <a:rPr lang="en-US" altLang="zh-CN" sz="1400" dirty="0">
                <a:latin typeface="+mn-ea"/>
              </a:rPr>
              <a:t>`ninja -n -t clean`</a:t>
            </a:r>
          </a:p>
          <a:p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* -v,</a:t>
            </a:r>
            <a:r>
              <a:rPr lang="zh-CN" altLang="en-US" sz="1400" dirty="0">
                <a:latin typeface="+mn-ea"/>
              </a:rPr>
              <a:t>打印每个任务执行了哪些指令</a:t>
            </a:r>
          </a:p>
          <a:p>
            <a:endParaRPr lang="zh-CN" altLang="en-US" sz="1400" dirty="0">
              <a:latin typeface="+mn-ea"/>
            </a:endParaRPr>
          </a:p>
          <a:p>
            <a:r>
              <a:rPr lang="zh-CN" altLang="en-US" sz="1400" dirty="0">
                <a:latin typeface="+mn-ea"/>
              </a:rPr>
              <a:t>* </a:t>
            </a:r>
            <a:r>
              <a:rPr lang="en-US" altLang="zh-CN" sz="1400" dirty="0">
                <a:latin typeface="+mn-ea"/>
              </a:rPr>
              <a:t>ninja -t targets all</a:t>
            </a:r>
            <a:r>
              <a:rPr lang="zh-CN" altLang="en-US" sz="1400" dirty="0">
                <a:latin typeface="+mn-ea"/>
              </a:rPr>
              <a:t>，显示目标</a:t>
            </a:r>
          </a:p>
          <a:p>
            <a:endParaRPr lang="zh-CN" altLang="en-US" sz="1400" dirty="0">
              <a:latin typeface="+mn-ea"/>
            </a:endParaRPr>
          </a:p>
          <a:p>
            <a:r>
              <a:rPr lang="zh-CN" altLang="en-US" sz="1400" dirty="0">
                <a:latin typeface="+mn-ea"/>
              </a:rPr>
              <a:t>* 依赖图</a:t>
            </a:r>
            <a:r>
              <a:rPr lang="en-US" altLang="zh-CN" sz="1400" dirty="0">
                <a:latin typeface="+mn-ea"/>
              </a:rPr>
              <a:t>ninja -t graph | dot -</a:t>
            </a:r>
            <a:r>
              <a:rPr lang="en-US" altLang="zh-CN" sz="1400" dirty="0" err="1">
                <a:latin typeface="+mn-ea"/>
              </a:rPr>
              <a:t>Tpng</a:t>
            </a:r>
            <a:r>
              <a:rPr lang="en-US" altLang="zh-CN" sz="1400" dirty="0">
                <a:latin typeface="+mn-ea"/>
              </a:rPr>
              <a:t> -o hello.png</a:t>
            </a:r>
            <a:endParaRPr lang="zh-CN" altLang="en-US" sz="14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5" y="2613454"/>
            <a:ext cx="640080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9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CMake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72F5FD77-D476-42AE-83CC-907D9D972180}"/>
              </a:ext>
            </a:extLst>
          </p:cNvPr>
          <p:cNvSpPr txBox="1"/>
          <p:nvPr/>
        </p:nvSpPr>
        <p:spPr>
          <a:xfrm>
            <a:off x="669925" y="685564"/>
            <a:ext cx="107898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+mn-ea"/>
              </a:rPr>
              <a:t>CMake</a:t>
            </a:r>
            <a:r>
              <a:rPr lang="zh-CN" altLang="en-US" sz="1400" dirty="0">
                <a:latin typeface="+mn-ea"/>
              </a:rPr>
              <a:t>是一个跨平台的安装（编译）工具</a:t>
            </a:r>
          </a:p>
          <a:p>
            <a:r>
              <a:rPr lang="zh-CN" altLang="en-US" sz="1400" dirty="0">
                <a:latin typeface="+mn-ea"/>
              </a:rPr>
              <a:t>描述所有平台的安装</a:t>
            </a:r>
            <a:r>
              <a:rPr lang="en-US" altLang="zh-CN" sz="1400" dirty="0">
                <a:latin typeface="+mn-ea"/>
              </a:rPr>
              <a:t>(</a:t>
            </a:r>
            <a:r>
              <a:rPr lang="zh-CN" altLang="en-US" sz="1400" dirty="0">
                <a:latin typeface="+mn-ea"/>
              </a:rPr>
              <a:t>编译过程</a:t>
            </a:r>
            <a:r>
              <a:rPr lang="en-US" altLang="zh-CN" sz="1400" dirty="0">
                <a:latin typeface="+mn-ea"/>
              </a:rPr>
              <a:t>),</a:t>
            </a:r>
            <a:r>
              <a:rPr lang="zh-CN" altLang="en-US" sz="1400" dirty="0">
                <a:latin typeface="+mn-ea"/>
              </a:rPr>
              <a:t>输出各种各样的</a:t>
            </a:r>
            <a:r>
              <a:rPr lang="en-US" altLang="zh-CN" sz="1400" dirty="0" err="1">
                <a:latin typeface="+mn-ea"/>
              </a:rPr>
              <a:t>makefile</a:t>
            </a:r>
            <a:r>
              <a:rPr lang="zh-CN" altLang="en-US" sz="1400" dirty="0">
                <a:latin typeface="+mn-ea"/>
              </a:rPr>
              <a:t>或者</a:t>
            </a:r>
            <a:r>
              <a:rPr lang="en-US" altLang="zh-CN" sz="1400" dirty="0">
                <a:latin typeface="+mn-ea"/>
              </a:rPr>
              <a:t>project</a:t>
            </a:r>
            <a:r>
              <a:rPr lang="zh-CN" altLang="en-US" sz="1400" dirty="0">
                <a:latin typeface="+mn-ea"/>
              </a:rPr>
              <a:t>文件</a:t>
            </a:r>
          </a:p>
          <a:p>
            <a:r>
              <a:rPr lang="en-US" altLang="zh-CN" sz="1400" dirty="0" err="1">
                <a:latin typeface="+mn-ea"/>
              </a:rPr>
              <a:t>Cmake</a:t>
            </a:r>
            <a:r>
              <a:rPr lang="en-US" altLang="zh-CN" sz="1400" dirty="0">
                <a:latin typeface="+mn-ea"/>
              </a:rPr>
              <a:t> </a:t>
            </a:r>
            <a:r>
              <a:rPr lang="zh-CN" altLang="en-US" sz="1400" dirty="0">
                <a:latin typeface="+mn-ea"/>
              </a:rPr>
              <a:t>并不直接建构出最终的软件，而是产生标准的建构档（如 </a:t>
            </a:r>
            <a:r>
              <a:rPr lang="en-US" altLang="zh-CN" sz="1400" dirty="0">
                <a:latin typeface="+mn-ea"/>
              </a:rPr>
              <a:t>Unix </a:t>
            </a:r>
            <a:r>
              <a:rPr lang="zh-CN" altLang="en-US" sz="1400" dirty="0">
                <a:latin typeface="+mn-ea"/>
              </a:rPr>
              <a:t>的 </a:t>
            </a:r>
            <a:r>
              <a:rPr lang="en-US" altLang="zh-CN" sz="1400" dirty="0" err="1">
                <a:latin typeface="+mn-ea"/>
              </a:rPr>
              <a:t>Makefile</a:t>
            </a:r>
            <a:r>
              <a:rPr lang="en-US" altLang="zh-CN" sz="1400" dirty="0">
                <a:latin typeface="+mn-ea"/>
              </a:rPr>
              <a:t> </a:t>
            </a:r>
            <a:r>
              <a:rPr lang="zh-CN" altLang="en-US" sz="1400" dirty="0">
                <a:latin typeface="+mn-ea"/>
              </a:rPr>
              <a:t>或</a:t>
            </a:r>
            <a:r>
              <a:rPr lang="en-US" altLang="zh-CN" sz="1400" dirty="0" err="1">
                <a:latin typeface="+mn-ea"/>
              </a:rPr>
              <a:t>build.ninja</a:t>
            </a:r>
            <a:r>
              <a:rPr lang="en-US" altLang="zh-CN" sz="1400" dirty="0">
                <a:latin typeface="+mn-ea"/>
              </a:rPr>
              <a:t> </a:t>
            </a:r>
            <a:r>
              <a:rPr lang="zh-CN" altLang="en-US" sz="1400" dirty="0">
                <a:latin typeface="+mn-ea"/>
              </a:rPr>
              <a:t>或 </a:t>
            </a:r>
            <a:r>
              <a:rPr lang="en-US" altLang="zh-CN" sz="1400" dirty="0">
                <a:latin typeface="+mn-ea"/>
              </a:rPr>
              <a:t>Windows Visual C++ </a:t>
            </a:r>
            <a:r>
              <a:rPr lang="zh-CN" altLang="en-US" sz="1400" dirty="0">
                <a:latin typeface="+mn-ea"/>
              </a:rPr>
              <a:t>的 </a:t>
            </a:r>
            <a:r>
              <a:rPr lang="en-US" altLang="zh-CN" sz="1400" dirty="0">
                <a:latin typeface="+mn-ea"/>
              </a:rPr>
              <a:t>projects/workspaces</a:t>
            </a:r>
            <a:r>
              <a:rPr lang="zh-CN" altLang="en-US" sz="1400" dirty="0">
                <a:latin typeface="+mn-ea"/>
              </a:rPr>
              <a:t>），然后再依一般的建构方式使用。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69925" y="2305879"/>
            <a:ext cx="103823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优点：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、开源代码，使用类</a:t>
            </a:r>
            <a:r>
              <a:rPr lang="en-US" altLang="zh-CN" dirty="0"/>
              <a:t>BSD</a:t>
            </a:r>
            <a:r>
              <a:rPr lang="zh-CN" altLang="en-US" dirty="0"/>
              <a:t>许可发布。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、跨平台，并可以生成</a:t>
            </a:r>
            <a:r>
              <a:rPr lang="en-US" altLang="zh-CN" dirty="0"/>
              <a:t>native</a:t>
            </a:r>
            <a:r>
              <a:rPr lang="zh-CN" altLang="en-US" dirty="0"/>
              <a:t>编译配置文件，在</a:t>
            </a:r>
            <a:r>
              <a:rPr lang="en-US" altLang="zh-CN" dirty="0" err="1"/>
              <a:t>linux</a:t>
            </a:r>
            <a:r>
              <a:rPr lang="en-US" altLang="zh-CN" dirty="0"/>
              <a:t>/Unix</a:t>
            </a:r>
            <a:r>
              <a:rPr lang="zh-CN" altLang="en-US" dirty="0"/>
              <a:t>平台，生成</a:t>
            </a:r>
            <a:r>
              <a:rPr lang="en-US" altLang="zh-CN" dirty="0" err="1"/>
              <a:t>makefile</a:t>
            </a:r>
            <a:r>
              <a:rPr lang="en-US" altLang="zh-CN" dirty="0"/>
              <a:t>,</a:t>
            </a:r>
            <a:r>
              <a:rPr lang="zh-CN" altLang="en-US" dirty="0"/>
              <a:t>在苹果平台可以生成</a:t>
            </a:r>
            <a:r>
              <a:rPr lang="en-US" altLang="zh-CN" dirty="0" err="1"/>
              <a:t>Xcode</a:t>
            </a:r>
            <a:r>
              <a:rPr lang="en-US" altLang="zh-CN" dirty="0"/>
              <a:t>,</a:t>
            </a:r>
            <a:r>
              <a:rPr lang="zh-CN" altLang="en-US" dirty="0"/>
              <a:t>在</a:t>
            </a:r>
            <a:r>
              <a:rPr lang="en-US" altLang="zh-CN" dirty="0"/>
              <a:t>windows</a:t>
            </a:r>
            <a:r>
              <a:rPr lang="zh-CN" altLang="en-US" dirty="0"/>
              <a:t>平台，可以生成</a:t>
            </a:r>
            <a:r>
              <a:rPr lang="en-US" altLang="zh-CN" dirty="0"/>
              <a:t>MSVC</a:t>
            </a:r>
            <a:r>
              <a:rPr lang="zh-CN" altLang="en-US" dirty="0"/>
              <a:t>的工程文件。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、能够管理大型项目。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、简化编译构建过程和编译过程。</a:t>
            </a:r>
            <a:r>
              <a:rPr lang="en-US" altLang="zh-CN" dirty="0" err="1"/>
              <a:t>cmake</a:t>
            </a:r>
            <a:r>
              <a:rPr lang="zh-CN" altLang="en-US" dirty="0"/>
              <a:t>的工具链：</a:t>
            </a:r>
            <a:r>
              <a:rPr lang="en-US" altLang="zh-CN" dirty="0" err="1"/>
              <a:t>cmake+make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5</a:t>
            </a:r>
            <a:r>
              <a:rPr lang="zh-CN" altLang="en-US" dirty="0"/>
              <a:t>、高效率，因为</a:t>
            </a:r>
            <a:r>
              <a:rPr lang="en-US" altLang="zh-CN" dirty="0" err="1"/>
              <a:t>cmake</a:t>
            </a:r>
            <a:r>
              <a:rPr lang="zh-CN" altLang="en-US" dirty="0"/>
              <a:t>在工具链中没有</a:t>
            </a:r>
            <a:r>
              <a:rPr lang="en-US" altLang="zh-CN" dirty="0" err="1"/>
              <a:t>libtool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6</a:t>
            </a:r>
            <a:r>
              <a:rPr lang="zh-CN" altLang="en-US" dirty="0"/>
              <a:t>、可扩展，可以为</a:t>
            </a:r>
            <a:r>
              <a:rPr lang="en-US" altLang="zh-CN" dirty="0" err="1"/>
              <a:t>cmake</a:t>
            </a:r>
            <a:r>
              <a:rPr lang="zh-CN" altLang="en-US" dirty="0"/>
              <a:t>编写特定功能的模块，扩展</a:t>
            </a:r>
            <a:r>
              <a:rPr lang="en-US" altLang="zh-CN" dirty="0" err="1"/>
              <a:t>cmake</a:t>
            </a:r>
            <a:r>
              <a:rPr lang="zh-CN" altLang="en-US" dirty="0"/>
              <a:t>功能。</a:t>
            </a:r>
          </a:p>
          <a:p>
            <a:endParaRPr lang="zh-CN" altLang="en-US" dirty="0"/>
          </a:p>
          <a:p>
            <a:r>
              <a:rPr lang="zh-CN" altLang="en-US" dirty="0"/>
              <a:t>缺点：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 err="1"/>
              <a:t>cmake</a:t>
            </a:r>
            <a:r>
              <a:rPr lang="zh-CN" altLang="en-US" dirty="0"/>
              <a:t>只是看起来比较简单，使用并不简单；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、每个项目使用一个</a:t>
            </a:r>
            <a:r>
              <a:rPr lang="en-US" altLang="zh-CN" dirty="0"/>
              <a:t>CMakeLists.txt</a:t>
            </a:r>
            <a:r>
              <a:rPr lang="zh-CN" altLang="en-US" dirty="0"/>
              <a:t>（每个目录一个），使用的是</a:t>
            </a:r>
            <a:r>
              <a:rPr lang="en-US" altLang="zh-CN" dirty="0" err="1"/>
              <a:t>cmake</a:t>
            </a:r>
            <a:r>
              <a:rPr lang="zh-CN" altLang="en-US" dirty="0"/>
              <a:t>语法。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 err="1"/>
              <a:t>cmake</a:t>
            </a:r>
            <a:r>
              <a:rPr lang="zh-CN" altLang="en-US" dirty="0"/>
              <a:t>跟已有体系配合不是特别的理想，比如</a:t>
            </a:r>
            <a:r>
              <a:rPr lang="en-US" altLang="zh-CN" dirty="0" err="1"/>
              <a:t>pkgconfig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8211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CMake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5" y="758873"/>
            <a:ext cx="7410588" cy="546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754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CMake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84" y="865713"/>
            <a:ext cx="8270853" cy="51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0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="" xmlns:a16="http://schemas.microsoft.com/office/drawing/2014/main" id="{390EC740-7C82-467C-940F-AA86A078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CMake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5" y="1239655"/>
            <a:ext cx="6542857" cy="2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8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CMake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870" y="890711"/>
            <a:ext cx="6200000" cy="5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71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CMake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745" y="784066"/>
            <a:ext cx="7942857" cy="51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936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CMake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923436"/>
            <a:ext cx="7305943" cy="491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6444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hlinkClick r:id="rId2"/>
              </a:rPr>
              <a:t>使用</a:t>
            </a:r>
            <a:r>
              <a:rPr lang="en-US" altLang="zh-CN" dirty="0">
                <a:hlinkClick r:id="rId2"/>
              </a:rPr>
              <a:t>Clang</a:t>
            </a:r>
            <a:r>
              <a:rPr lang="zh-CN" altLang="en-US" dirty="0">
                <a:hlinkClick r:id="rId2"/>
              </a:rPr>
              <a:t>编译 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65313" y="914400"/>
            <a:ext cx="8497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zh-CN" dirty="0"/>
              <a:t>CMAKE_C_COMPILER - </a:t>
            </a:r>
            <a:r>
              <a:rPr lang="zh-CN" altLang="en-US" dirty="0"/>
              <a:t>用于编译</a:t>
            </a:r>
            <a:r>
              <a:rPr lang="en-US" altLang="zh-CN" dirty="0"/>
              <a:t>c</a:t>
            </a:r>
            <a:r>
              <a:rPr lang="zh-CN" altLang="en-US" dirty="0"/>
              <a:t>代码的程序</a:t>
            </a:r>
            <a:r>
              <a:rPr lang="en-US" altLang="zh-CN" dirty="0"/>
              <a:t>.</a:t>
            </a:r>
          </a:p>
          <a:p>
            <a:pPr latinLnBrk="1"/>
            <a:r>
              <a:rPr lang="en-US" altLang="zh-CN" dirty="0"/>
              <a:t>CMAKE_CXX_COMPILER - </a:t>
            </a:r>
            <a:r>
              <a:rPr lang="zh-CN" altLang="en-US" dirty="0"/>
              <a:t>用于编译</a:t>
            </a:r>
            <a:r>
              <a:rPr lang="en-US" altLang="zh-CN" dirty="0" err="1"/>
              <a:t>c++</a:t>
            </a:r>
            <a:r>
              <a:rPr lang="zh-CN" altLang="en-US" dirty="0"/>
              <a:t>代码的程序</a:t>
            </a:r>
            <a:r>
              <a:rPr lang="en-US" altLang="zh-CN" dirty="0"/>
              <a:t>.</a:t>
            </a:r>
          </a:p>
          <a:p>
            <a:pPr latinLnBrk="1"/>
            <a:r>
              <a:rPr lang="en-US" altLang="zh-CN" dirty="0"/>
              <a:t>CMAKE_LINKER - </a:t>
            </a:r>
            <a:r>
              <a:rPr lang="zh-CN" altLang="en-US" dirty="0"/>
              <a:t>用于链接二进制文件的程序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65313" y="2315817"/>
            <a:ext cx="10217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通过命令行向编译器传递</a:t>
            </a:r>
            <a:r>
              <a:rPr lang="zh-CN" altLang="en-US" dirty="0" smtClean="0"/>
              <a:t>参数</a:t>
            </a:r>
            <a:r>
              <a:rPr lang="en-US" altLang="zh-CN" dirty="0" smtClean="0"/>
              <a:t>,</a:t>
            </a:r>
            <a:r>
              <a:rPr lang="zh-CN" altLang="en-US" dirty="0" smtClean="0"/>
              <a:t>指定使用</a:t>
            </a:r>
            <a:r>
              <a:rPr lang="en-US" altLang="zh-CN" dirty="0" smtClean="0"/>
              <a:t>Clang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r>
              <a:rPr lang="en-US" altLang="zh-CN" dirty="0" err="1" smtClean="0"/>
              <a:t>cmake</a:t>
            </a:r>
            <a:r>
              <a:rPr lang="en-US" altLang="zh-CN" dirty="0" smtClean="0"/>
              <a:t> </a:t>
            </a:r>
            <a:r>
              <a:rPr lang="en-US" altLang="zh-CN" dirty="0"/>
              <a:t>.. -DCMAKE_C_COMPILER=clang-3.6 -DCMAKE_CXX_COMPILER=clang++-3.6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69348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hlinkClick r:id="rId2"/>
              </a:rPr>
              <a:t>使用</a:t>
            </a:r>
            <a:r>
              <a:rPr lang="en-US" altLang="zh-CN" dirty="0" smtClean="0">
                <a:hlinkClick r:id="rId2"/>
              </a:rPr>
              <a:t>ninja</a:t>
            </a:r>
            <a:r>
              <a:rPr lang="zh-CN" altLang="en-US" dirty="0" smtClean="0">
                <a:hlinkClick r:id="rId2"/>
              </a:rPr>
              <a:t>构建</a:t>
            </a:r>
            <a:r>
              <a:rPr lang="zh-CN" altLang="en-US" dirty="0">
                <a:hlinkClick r:id="rId2"/>
              </a:rPr>
              <a:t> 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65313" y="914400"/>
            <a:ext cx="84979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zh-CN" altLang="en-US" dirty="0"/>
              <a:t>使用</a:t>
            </a:r>
            <a:r>
              <a:rPr lang="en-US" altLang="zh-CN" dirty="0"/>
              <a:t>-G</a:t>
            </a:r>
            <a:r>
              <a:rPr lang="zh-CN" altLang="en-US" dirty="0"/>
              <a:t>命令行</a:t>
            </a:r>
            <a:r>
              <a:rPr lang="zh-CN" altLang="en-US" dirty="0" smtClean="0"/>
              <a:t>开关，</a:t>
            </a:r>
            <a:r>
              <a:rPr lang="zh-CN" altLang="en-US" dirty="0"/>
              <a:t>调用</a:t>
            </a:r>
            <a:r>
              <a:rPr lang="en-US" altLang="zh-CN" dirty="0" err="1"/>
              <a:t>CMake</a:t>
            </a:r>
            <a:r>
              <a:rPr lang="zh-CN" altLang="en-US" dirty="0" smtClean="0"/>
              <a:t>生成器</a:t>
            </a:r>
            <a:endParaRPr lang="en-US" altLang="zh-CN" dirty="0" smtClean="0"/>
          </a:p>
          <a:p>
            <a:pPr latinLnBrk="1"/>
            <a:endParaRPr lang="en-US" altLang="zh-CN" dirty="0"/>
          </a:p>
          <a:p>
            <a:pPr latinLnBrk="1"/>
            <a:r>
              <a:rPr lang="en-US" altLang="zh-CN" dirty="0" err="1"/>
              <a:t>cmake</a:t>
            </a:r>
            <a:r>
              <a:rPr lang="en-US" altLang="zh-CN" dirty="0"/>
              <a:t> .. -G </a:t>
            </a:r>
            <a:r>
              <a:rPr lang="en-US" altLang="zh-CN" dirty="0" smtClean="0"/>
              <a:t>Ninja</a:t>
            </a:r>
          </a:p>
          <a:p>
            <a:pPr latinLnBrk="1"/>
            <a:endParaRPr lang="en-US" altLang="zh-CN" dirty="0"/>
          </a:p>
          <a:p>
            <a:pPr latinLnBrk="1"/>
            <a:r>
              <a:rPr lang="en-US" altLang="zh-CN" dirty="0"/>
              <a:t>$ </a:t>
            </a:r>
            <a:r>
              <a:rPr lang="en-US" altLang="zh-CN" dirty="0" err="1" smtClean="0"/>
              <a:t>ls</a:t>
            </a:r>
            <a:endParaRPr lang="en-US" altLang="zh-CN" dirty="0" smtClean="0"/>
          </a:p>
          <a:p>
            <a:pPr latinLnBrk="1"/>
            <a:endParaRPr lang="en-US" altLang="zh-CN" dirty="0"/>
          </a:p>
          <a:p>
            <a:pPr latinLnBrk="1"/>
            <a:r>
              <a:rPr lang="en-US" altLang="zh-CN" dirty="0" err="1" smtClean="0"/>
              <a:t>build.ninja</a:t>
            </a:r>
            <a:r>
              <a:rPr lang="en-US" altLang="zh-CN" dirty="0" smtClean="0"/>
              <a:t> </a:t>
            </a:r>
            <a:r>
              <a:rPr lang="en-US" altLang="zh-CN" dirty="0"/>
              <a:t>CMakeCache.txt </a:t>
            </a:r>
            <a:r>
              <a:rPr lang="en-US" altLang="zh-CN" dirty="0" err="1"/>
              <a:t>CMakeFiles</a:t>
            </a:r>
            <a:r>
              <a:rPr lang="en-US" altLang="zh-CN" dirty="0"/>
              <a:t> </a:t>
            </a:r>
            <a:r>
              <a:rPr lang="en-US" altLang="zh-CN" dirty="0" err="1"/>
              <a:t>cmake_install.cmake</a:t>
            </a:r>
            <a:r>
              <a:rPr lang="en-US" altLang="zh-CN" dirty="0"/>
              <a:t> </a:t>
            </a:r>
            <a:r>
              <a:rPr lang="en-US" altLang="zh-CN" dirty="0" err="1"/>
              <a:t>rules.ninja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14783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Android OS</a:t>
            </a:r>
            <a:r>
              <a:rPr lang="zh-CN" altLang="en-US" dirty="0"/>
              <a:t>的构建</a:t>
            </a:r>
            <a:r>
              <a:rPr lang="zh-CN" altLang="en-US" dirty="0" smtClean="0"/>
              <a:t>系统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04" y="1149419"/>
            <a:ext cx="72866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579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Android OS</a:t>
            </a:r>
            <a:r>
              <a:rPr lang="zh-CN" altLang="en-US" dirty="0" smtClean="0"/>
              <a:t>的构建系统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65313" y="914400"/>
            <a:ext cx="109752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zh-CN" altLang="en-US" dirty="0" smtClean="0"/>
              <a:t>以</a:t>
            </a:r>
            <a:r>
              <a:rPr lang="en-US" altLang="zh-CN" dirty="0" smtClean="0"/>
              <a:t>mm</a:t>
            </a:r>
            <a:r>
              <a:rPr lang="zh-CN" altLang="en-US" dirty="0" smtClean="0"/>
              <a:t>命令为例：</a:t>
            </a:r>
            <a:endParaRPr lang="en-US" altLang="zh-CN" dirty="0" smtClean="0"/>
          </a:p>
          <a:p>
            <a:pPr latinLnBrk="1"/>
            <a:r>
              <a:rPr lang="en-US" altLang="zh-CN" dirty="0"/>
              <a:t>function mm()</a:t>
            </a:r>
          </a:p>
          <a:p>
            <a:pPr latinLnBrk="1"/>
            <a:r>
              <a:rPr lang="en-US" altLang="zh-CN" dirty="0"/>
              <a:t>(</a:t>
            </a:r>
          </a:p>
          <a:p>
            <a:pPr latinLnBrk="1"/>
            <a:r>
              <a:rPr lang="en-US" altLang="zh-CN" dirty="0"/>
              <a:t>    _</a:t>
            </a:r>
            <a:r>
              <a:rPr lang="en-US" altLang="zh-CN" dirty="0" err="1"/>
              <a:t>trigger_build</a:t>
            </a:r>
            <a:r>
              <a:rPr lang="en-US" altLang="zh-CN" dirty="0"/>
              <a:t> "modules-in-a-</a:t>
            </a:r>
            <a:r>
              <a:rPr lang="en-US" altLang="zh-CN" dirty="0" err="1"/>
              <a:t>dir</a:t>
            </a:r>
            <a:r>
              <a:rPr lang="en-US" altLang="zh-CN" dirty="0"/>
              <a:t>-no-</a:t>
            </a:r>
            <a:r>
              <a:rPr lang="en-US" altLang="zh-CN" dirty="0" err="1"/>
              <a:t>deps</a:t>
            </a:r>
            <a:r>
              <a:rPr lang="en-US" altLang="zh-CN" dirty="0"/>
              <a:t>" "$@"</a:t>
            </a:r>
          </a:p>
          <a:p>
            <a:pPr latinLnBrk="1"/>
            <a:r>
              <a:rPr lang="en-US" altLang="zh-CN" dirty="0" smtClean="0"/>
              <a:t>)</a:t>
            </a:r>
          </a:p>
          <a:p>
            <a:pPr latinLnBrk="1"/>
            <a:endParaRPr lang="en-US" altLang="zh-CN" dirty="0" smtClean="0"/>
          </a:p>
          <a:p>
            <a:pPr latinLnBrk="1"/>
            <a:r>
              <a:rPr lang="en-US" altLang="zh-CN" dirty="0"/>
              <a:t>_</a:t>
            </a:r>
            <a:r>
              <a:rPr lang="en-US" altLang="zh-CN" dirty="0" err="1" smtClean="0"/>
              <a:t>trigger_build</a:t>
            </a:r>
            <a:r>
              <a:rPr lang="zh-CN" altLang="en-US" dirty="0" smtClean="0"/>
              <a:t>：</a:t>
            </a:r>
            <a:endParaRPr lang="en-US" altLang="zh-CN" dirty="0"/>
          </a:p>
          <a:p>
            <a:pPr latinLnBrk="1"/>
            <a:r>
              <a:rPr lang="en-US" altLang="zh-CN" dirty="0"/>
              <a:t>_</a:t>
            </a:r>
            <a:r>
              <a:rPr lang="en-US" altLang="zh-CN" dirty="0" err="1"/>
              <a:t>wrap_build</a:t>
            </a:r>
            <a:r>
              <a:rPr lang="en-US" altLang="zh-CN" dirty="0"/>
              <a:t> "$T/build/</a:t>
            </a:r>
            <a:r>
              <a:rPr lang="en-US" altLang="zh-CN" dirty="0" err="1"/>
              <a:t>soong</a:t>
            </a:r>
            <a:r>
              <a:rPr lang="en-US" altLang="zh-CN" dirty="0"/>
              <a:t>/</a:t>
            </a:r>
            <a:r>
              <a:rPr lang="en-US" altLang="zh-CN" dirty="0" err="1"/>
              <a:t>soong_ui.bash</a:t>
            </a:r>
            <a:r>
              <a:rPr lang="en-US" altLang="zh-CN" dirty="0"/>
              <a:t>" --build-mode --${</a:t>
            </a:r>
            <a:r>
              <a:rPr lang="en-US" altLang="zh-CN" dirty="0" err="1"/>
              <a:t>bc</a:t>
            </a:r>
            <a:r>
              <a:rPr lang="en-US" altLang="zh-CN" dirty="0"/>
              <a:t>} --</a:t>
            </a:r>
            <a:r>
              <a:rPr lang="en-US" altLang="zh-CN" dirty="0" err="1"/>
              <a:t>dir</a:t>
            </a:r>
            <a:r>
              <a:rPr lang="en-US" altLang="zh-CN" dirty="0"/>
              <a:t>="$(</a:t>
            </a:r>
            <a:r>
              <a:rPr lang="en-US" altLang="zh-CN" dirty="0" err="1"/>
              <a:t>pwd</a:t>
            </a:r>
            <a:r>
              <a:rPr lang="en-US" altLang="zh-CN" dirty="0"/>
              <a:t>)" </a:t>
            </a:r>
            <a:r>
              <a:rPr lang="en-US" altLang="zh-CN" dirty="0" smtClean="0"/>
              <a:t>"$@“</a:t>
            </a:r>
          </a:p>
          <a:p>
            <a:pPr latinLnBrk="1"/>
            <a:endParaRPr lang="en-US" altLang="zh-CN" dirty="0"/>
          </a:p>
          <a:p>
            <a:pPr latinLnBrk="1"/>
            <a:endParaRPr lang="en-US" altLang="zh-CN" dirty="0" smtClean="0"/>
          </a:p>
          <a:p>
            <a:pPr latinLnBrk="1"/>
            <a:r>
              <a:rPr lang="en-US" altLang="zh-CN" dirty="0" err="1" smtClean="0"/>
              <a:t>soong_ui.bash</a:t>
            </a:r>
            <a:r>
              <a:rPr lang="zh-CN" altLang="en-US" dirty="0" smtClean="0"/>
              <a:t>：</a:t>
            </a:r>
            <a:endParaRPr lang="en-US" altLang="zh-CN" dirty="0"/>
          </a:p>
          <a:p>
            <a:pPr latinLnBrk="1"/>
            <a:r>
              <a:rPr lang="en-US" altLang="zh-CN" dirty="0"/>
              <a:t>exec "$(</a:t>
            </a:r>
            <a:r>
              <a:rPr lang="en-US" altLang="zh-CN" dirty="0" err="1"/>
              <a:t>getoutdir</a:t>
            </a:r>
            <a:r>
              <a:rPr lang="en-US" altLang="zh-CN" dirty="0"/>
              <a:t>)/</a:t>
            </a:r>
            <a:r>
              <a:rPr lang="en-US" altLang="zh-CN" dirty="0" err="1"/>
              <a:t>soong_ui</a:t>
            </a:r>
            <a:r>
              <a:rPr lang="en-US" altLang="zh-CN" dirty="0"/>
              <a:t>" "$@"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65313" y="4591878"/>
            <a:ext cx="10306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CCS5.0</a:t>
            </a:r>
            <a:r>
              <a:rPr lang="zh-CN" altLang="en-US" dirty="0" smtClean="0"/>
              <a:t>中的</a:t>
            </a:r>
            <a:r>
              <a:rPr lang="en-US" altLang="zh-CN" dirty="0" smtClean="0"/>
              <a:t>“vendor/</a:t>
            </a:r>
            <a:r>
              <a:rPr lang="en-US" altLang="zh-CN" dirty="0" err="1" smtClean="0"/>
              <a:t>hsae</a:t>
            </a:r>
            <a:r>
              <a:rPr lang="en-US" altLang="zh-CN" dirty="0" smtClean="0"/>
              <a:t>/hardware/interfaces/</a:t>
            </a:r>
            <a:r>
              <a:rPr lang="en-US" altLang="zh-CN" dirty="0" err="1" smtClean="0"/>
              <a:t>CustomSetting</a:t>
            </a:r>
            <a:r>
              <a:rPr lang="en-US" altLang="zh-CN" dirty="0" smtClean="0"/>
              <a:t>”</a:t>
            </a:r>
            <a:r>
              <a:rPr lang="zh-CN" altLang="en-US" dirty="0" smtClean="0"/>
              <a:t>模块为例，最终的命令是：</a:t>
            </a:r>
            <a:endParaRPr lang="en-US" altLang="zh-CN" dirty="0" smtClean="0"/>
          </a:p>
          <a:p>
            <a:r>
              <a:rPr lang="en-US" altLang="zh-CN" dirty="0"/>
              <a:t>$TOP/out/</a:t>
            </a:r>
            <a:r>
              <a:rPr lang="en-US" altLang="zh-CN" dirty="0" err="1"/>
              <a:t>soong_ui</a:t>
            </a:r>
            <a:r>
              <a:rPr lang="en-US" altLang="zh-CN" dirty="0"/>
              <a:t> --build-mode --modules-in-a-</a:t>
            </a:r>
            <a:r>
              <a:rPr lang="en-US" altLang="zh-CN" dirty="0" err="1"/>
              <a:t>dir</a:t>
            </a:r>
            <a:r>
              <a:rPr lang="en-US" altLang="zh-CN" dirty="0"/>
              <a:t>-no-</a:t>
            </a:r>
            <a:r>
              <a:rPr lang="en-US" altLang="zh-CN" dirty="0" err="1"/>
              <a:t>deps</a:t>
            </a:r>
            <a:r>
              <a:rPr lang="en-US" altLang="zh-CN" dirty="0"/>
              <a:t> --</a:t>
            </a:r>
            <a:r>
              <a:rPr lang="en-US" altLang="zh-CN" dirty="0" err="1"/>
              <a:t>dir</a:t>
            </a:r>
            <a:r>
              <a:rPr lang="en-US" altLang="zh-CN" dirty="0"/>
              <a:t>=vendor/</a:t>
            </a:r>
            <a:r>
              <a:rPr lang="en-US" altLang="zh-CN" dirty="0" err="1"/>
              <a:t>hsae</a:t>
            </a:r>
            <a:r>
              <a:rPr lang="en-US" altLang="zh-CN" dirty="0"/>
              <a:t>/hardware/interfaces/</a:t>
            </a:r>
            <a:r>
              <a:rPr lang="en-US" altLang="zh-CN" dirty="0" err="1"/>
              <a:t>CustomSetting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46845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`</a:t>
            </a:r>
            <a:r>
              <a:rPr lang="en-US" altLang="zh-CN" dirty="0" err="1"/>
              <a:t>soong_ui</a:t>
            </a:r>
            <a:r>
              <a:rPr lang="en-US" altLang="zh-CN" dirty="0"/>
              <a:t>` 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65313" y="914400"/>
            <a:ext cx="1097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zh-CN" dirty="0"/>
              <a:t>“build/</a:t>
            </a:r>
            <a:r>
              <a:rPr lang="en-US" altLang="zh-CN" dirty="0" err="1"/>
              <a:t>soong</a:t>
            </a:r>
            <a:r>
              <a:rPr lang="en-US" altLang="zh-CN" dirty="0"/>
              <a:t>/</a:t>
            </a:r>
            <a:r>
              <a:rPr lang="en-US" altLang="zh-CN" dirty="0" err="1"/>
              <a:t>ui</a:t>
            </a:r>
            <a:r>
              <a:rPr lang="en-US" altLang="zh-CN" dirty="0"/>
              <a:t>/build/</a:t>
            </a:r>
            <a:r>
              <a:rPr lang="en-US" altLang="zh-CN" dirty="0" err="1"/>
              <a:t>build.go</a:t>
            </a:r>
            <a:r>
              <a:rPr lang="en-US" altLang="zh-CN" dirty="0"/>
              <a:t>”</a:t>
            </a:r>
            <a:r>
              <a:rPr lang="zh-CN" altLang="en-US" dirty="0"/>
              <a:t>里的“</a:t>
            </a:r>
            <a:r>
              <a:rPr lang="en-US" altLang="zh-CN" dirty="0"/>
              <a:t>Build”</a:t>
            </a:r>
            <a:r>
              <a:rPr lang="zh-CN" altLang="en-US" dirty="0" smtClean="0"/>
              <a:t>方法：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765313" y="1283732"/>
            <a:ext cx="1030687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func</a:t>
            </a:r>
            <a:r>
              <a:rPr lang="en-US" altLang="zh-CN" sz="1400" dirty="0"/>
              <a:t> Build(</a:t>
            </a:r>
            <a:r>
              <a:rPr lang="en-US" altLang="zh-CN" sz="1400" dirty="0" err="1"/>
              <a:t>ctx</a:t>
            </a:r>
            <a:r>
              <a:rPr lang="en-US" altLang="zh-CN" sz="1400" dirty="0"/>
              <a:t> Context, </a:t>
            </a:r>
            <a:r>
              <a:rPr lang="en-US" altLang="zh-CN" sz="1400" dirty="0" err="1"/>
              <a:t>config</a:t>
            </a:r>
            <a:r>
              <a:rPr lang="en-US" altLang="zh-CN" sz="1400" dirty="0"/>
              <a:t> </a:t>
            </a:r>
            <a:r>
              <a:rPr lang="en-US" altLang="zh-CN" sz="1400" dirty="0" err="1"/>
              <a:t>Config</a:t>
            </a:r>
            <a:r>
              <a:rPr lang="en-US" altLang="zh-CN" sz="1400" dirty="0"/>
              <a:t>, what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) {</a:t>
            </a:r>
          </a:p>
          <a:p>
            <a:r>
              <a:rPr lang="en-US" altLang="zh-CN" sz="1400" dirty="0"/>
              <a:t>	......</a:t>
            </a:r>
          </a:p>
          <a:p>
            <a:r>
              <a:rPr lang="en-US" altLang="zh-CN" sz="1400" dirty="0"/>
              <a:t>	if </a:t>
            </a:r>
            <a:r>
              <a:rPr lang="en-US" altLang="zh-CN" sz="1400" dirty="0" err="1"/>
              <a:t>config.SkipMake</a:t>
            </a:r>
            <a:r>
              <a:rPr lang="en-US" altLang="zh-CN" sz="1400" dirty="0"/>
              <a:t>() {</a:t>
            </a:r>
          </a:p>
          <a:p>
            <a:r>
              <a:rPr lang="en-US" altLang="zh-CN" sz="1400" dirty="0"/>
              <a:t>		</a:t>
            </a:r>
            <a:r>
              <a:rPr lang="en-US" altLang="zh-CN" sz="1400" dirty="0" err="1"/>
              <a:t>ctx.Verboseln</a:t>
            </a:r>
            <a:r>
              <a:rPr lang="en-US" altLang="zh-CN" sz="1400" dirty="0"/>
              <a:t>("Skipping Make/Kati as requested")</a:t>
            </a:r>
          </a:p>
          <a:p>
            <a:r>
              <a:rPr lang="en-US" altLang="zh-CN" sz="1400" dirty="0"/>
              <a:t>		what = what &amp; (</a:t>
            </a:r>
            <a:r>
              <a:rPr lang="en-US" altLang="zh-CN" sz="1400" dirty="0" err="1"/>
              <a:t>BuildSoong</a:t>
            </a:r>
            <a:r>
              <a:rPr lang="en-US" altLang="zh-CN" sz="1400" dirty="0"/>
              <a:t> | </a:t>
            </a:r>
            <a:r>
              <a:rPr lang="en-US" altLang="zh-CN" sz="1400" dirty="0" err="1"/>
              <a:t>BuildNinja</a:t>
            </a:r>
            <a:r>
              <a:rPr lang="en-US" altLang="zh-CN" sz="1400" dirty="0"/>
              <a:t>)</a:t>
            </a:r>
          </a:p>
          <a:p>
            <a:r>
              <a:rPr lang="en-US" altLang="zh-CN" sz="1400" dirty="0"/>
              <a:t>	}</a:t>
            </a:r>
          </a:p>
          <a:p>
            <a:r>
              <a:rPr lang="en-US" altLang="zh-CN" sz="1400" dirty="0"/>
              <a:t>   ......</a:t>
            </a:r>
          </a:p>
          <a:p>
            <a:r>
              <a:rPr lang="en-US" altLang="zh-CN" sz="1400" dirty="0"/>
              <a:t>	if </a:t>
            </a:r>
            <a:r>
              <a:rPr lang="en-US" altLang="zh-CN" sz="1400" dirty="0" err="1"/>
              <a:t>what&amp;BuildProductConfig</a:t>
            </a:r>
            <a:r>
              <a:rPr lang="en-US" altLang="zh-CN" sz="1400" dirty="0"/>
              <a:t> != 0 {</a:t>
            </a:r>
          </a:p>
          <a:p>
            <a:r>
              <a:rPr lang="en-US" altLang="zh-CN" sz="1400" dirty="0"/>
              <a:t>		// Run make for product </a:t>
            </a:r>
            <a:r>
              <a:rPr lang="en-US" altLang="zh-CN" sz="1400" dirty="0" err="1"/>
              <a:t>config</a:t>
            </a:r>
            <a:endParaRPr lang="en-US" altLang="zh-CN" sz="1400" dirty="0"/>
          </a:p>
          <a:p>
            <a:r>
              <a:rPr lang="en-US" altLang="zh-CN" sz="1400" dirty="0"/>
              <a:t>		</a:t>
            </a:r>
            <a:r>
              <a:rPr lang="en-US" altLang="zh-CN" sz="1400" dirty="0" err="1"/>
              <a:t>runMakeProductConfig</a:t>
            </a:r>
            <a:r>
              <a:rPr lang="en-US" altLang="zh-CN" sz="1400" dirty="0"/>
              <a:t>(</a:t>
            </a:r>
            <a:r>
              <a:rPr lang="en-US" altLang="zh-CN" sz="1400" dirty="0" err="1"/>
              <a:t>ctx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config</a:t>
            </a:r>
            <a:r>
              <a:rPr lang="en-US" altLang="zh-CN" sz="1400" dirty="0"/>
              <a:t>)</a:t>
            </a:r>
          </a:p>
          <a:p>
            <a:r>
              <a:rPr lang="en-US" altLang="zh-CN" sz="1400" dirty="0"/>
              <a:t>	}</a:t>
            </a:r>
          </a:p>
          <a:p>
            <a:r>
              <a:rPr lang="en-US" altLang="zh-CN" sz="1400" dirty="0"/>
              <a:t>    ......</a:t>
            </a:r>
          </a:p>
          <a:p>
            <a:endParaRPr lang="en-US" altLang="zh-CN" sz="1400" dirty="0"/>
          </a:p>
          <a:p>
            <a:r>
              <a:rPr lang="en-US" altLang="zh-CN" sz="1400" dirty="0"/>
              <a:t>	if </a:t>
            </a:r>
            <a:r>
              <a:rPr lang="en-US" altLang="zh-CN" sz="1400" dirty="0" err="1"/>
              <a:t>what&amp;BuildSoong</a:t>
            </a:r>
            <a:r>
              <a:rPr lang="en-US" altLang="zh-CN" sz="1400" dirty="0"/>
              <a:t> != 0 {</a:t>
            </a:r>
          </a:p>
          <a:p>
            <a:r>
              <a:rPr lang="en-US" altLang="zh-CN" sz="1400" dirty="0"/>
              <a:t>		// Run Soong</a:t>
            </a:r>
          </a:p>
          <a:p>
            <a:r>
              <a:rPr lang="en-US" altLang="zh-CN" sz="1400" dirty="0"/>
              <a:t>		</a:t>
            </a:r>
            <a:r>
              <a:rPr lang="en-US" altLang="zh-CN" sz="1400" dirty="0" err="1"/>
              <a:t>runSoong</a:t>
            </a:r>
            <a:r>
              <a:rPr lang="en-US" altLang="zh-CN" sz="1400" dirty="0"/>
              <a:t>(</a:t>
            </a:r>
            <a:r>
              <a:rPr lang="en-US" altLang="zh-CN" sz="1400" dirty="0" err="1"/>
              <a:t>ctx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config</a:t>
            </a:r>
            <a:r>
              <a:rPr lang="en-US" altLang="zh-CN" sz="1400" dirty="0"/>
              <a:t>)</a:t>
            </a:r>
          </a:p>
          <a:p>
            <a:r>
              <a:rPr lang="en-US" altLang="zh-CN" sz="1400" dirty="0"/>
              <a:t>	}</a:t>
            </a:r>
          </a:p>
          <a:p>
            <a:endParaRPr lang="en-US" altLang="zh-CN" sz="1400" dirty="0"/>
          </a:p>
          <a:p>
            <a:r>
              <a:rPr lang="en-US" altLang="zh-CN" sz="1400" dirty="0"/>
              <a:t>	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75067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`</a:t>
            </a:r>
            <a:r>
              <a:rPr lang="en-US" altLang="zh-CN" dirty="0" err="1"/>
              <a:t>soong_ui</a:t>
            </a:r>
            <a:r>
              <a:rPr lang="en-US" altLang="zh-CN" dirty="0"/>
              <a:t>` 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65313" y="799982"/>
            <a:ext cx="1097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zh-CN" dirty="0"/>
              <a:t>“build/</a:t>
            </a:r>
            <a:r>
              <a:rPr lang="en-US" altLang="zh-CN" dirty="0" err="1"/>
              <a:t>soong</a:t>
            </a:r>
            <a:r>
              <a:rPr lang="en-US" altLang="zh-CN" dirty="0"/>
              <a:t>/</a:t>
            </a:r>
            <a:r>
              <a:rPr lang="en-US" altLang="zh-CN" dirty="0" err="1"/>
              <a:t>ui</a:t>
            </a:r>
            <a:r>
              <a:rPr lang="en-US" altLang="zh-CN" dirty="0"/>
              <a:t>/build/</a:t>
            </a:r>
            <a:r>
              <a:rPr lang="en-US" altLang="zh-CN" dirty="0" err="1"/>
              <a:t>build.go</a:t>
            </a:r>
            <a:r>
              <a:rPr lang="en-US" altLang="zh-CN" dirty="0"/>
              <a:t>”</a:t>
            </a:r>
            <a:r>
              <a:rPr lang="zh-CN" altLang="en-US" dirty="0"/>
              <a:t>里的“</a:t>
            </a:r>
            <a:r>
              <a:rPr lang="en-US" altLang="zh-CN" dirty="0"/>
              <a:t>Build”</a:t>
            </a:r>
            <a:r>
              <a:rPr lang="zh-CN" altLang="en-US" dirty="0" smtClean="0"/>
              <a:t>方法：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765313" y="1283732"/>
            <a:ext cx="1030687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if </a:t>
            </a:r>
            <a:r>
              <a:rPr lang="en-US" altLang="zh-CN" sz="1200" dirty="0" err="1"/>
              <a:t>what&amp;BuildKati</a:t>
            </a:r>
            <a:r>
              <a:rPr lang="en-US" altLang="zh-CN" sz="1200" dirty="0"/>
              <a:t> != 0 {</a:t>
            </a:r>
          </a:p>
          <a:p>
            <a:r>
              <a:rPr lang="en-US" altLang="zh-CN" sz="1200" dirty="0"/>
              <a:t>		// Run </a:t>
            </a:r>
            <a:r>
              <a:rPr lang="en-US" altLang="zh-CN" sz="1200" dirty="0" err="1"/>
              <a:t>ckati</a:t>
            </a:r>
            <a:endParaRPr lang="en-US" altLang="zh-CN" sz="1200" dirty="0"/>
          </a:p>
          <a:p>
            <a:r>
              <a:rPr lang="en-US" altLang="zh-CN" sz="1200" dirty="0"/>
              <a:t>		</a:t>
            </a:r>
            <a:r>
              <a:rPr lang="en-US" altLang="zh-CN" sz="1200" dirty="0" err="1"/>
              <a:t>genKatiSuffix</a:t>
            </a:r>
            <a:r>
              <a:rPr lang="en-US" altLang="zh-CN" sz="1200" dirty="0"/>
              <a:t>(</a:t>
            </a:r>
            <a:r>
              <a:rPr lang="en-US" altLang="zh-CN" sz="1200" dirty="0" err="1"/>
              <a:t>ctx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config</a:t>
            </a:r>
            <a:r>
              <a:rPr lang="en-US" altLang="zh-CN" sz="1200" dirty="0"/>
              <a:t>)</a:t>
            </a:r>
          </a:p>
          <a:p>
            <a:r>
              <a:rPr lang="en-US" altLang="zh-CN" sz="1200" dirty="0"/>
              <a:t>		</a:t>
            </a:r>
            <a:r>
              <a:rPr lang="en-US" altLang="zh-CN" sz="1200" dirty="0" err="1"/>
              <a:t>runKatiCleanSpec</a:t>
            </a:r>
            <a:r>
              <a:rPr lang="en-US" altLang="zh-CN" sz="1200" dirty="0"/>
              <a:t>(</a:t>
            </a:r>
            <a:r>
              <a:rPr lang="en-US" altLang="zh-CN" sz="1200" dirty="0" err="1"/>
              <a:t>ctx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config</a:t>
            </a:r>
            <a:r>
              <a:rPr lang="en-US" altLang="zh-CN" sz="1200" dirty="0"/>
              <a:t>)</a:t>
            </a:r>
          </a:p>
          <a:p>
            <a:r>
              <a:rPr lang="en-US" altLang="zh-CN" sz="1200" dirty="0"/>
              <a:t>		</a:t>
            </a:r>
            <a:r>
              <a:rPr lang="en-US" altLang="zh-CN" sz="1200" dirty="0" err="1"/>
              <a:t>runKatiBuild</a:t>
            </a:r>
            <a:r>
              <a:rPr lang="en-US" altLang="zh-CN" sz="1200" dirty="0"/>
              <a:t>(</a:t>
            </a:r>
            <a:r>
              <a:rPr lang="en-US" altLang="zh-CN" sz="1200" dirty="0" err="1"/>
              <a:t>ctx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config</a:t>
            </a:r>
            <a:r>
              <a:rPr lang="en-US" altLang="zh-CN" sz="1200" dirty="0"/>
              <a:t>)</a:t>
            </a:r>
          </a:p>
          <a:p>
            <a:r>
              <a:rPr lang="en-US" altLang="zh-CN" sz="1200" dirty="0"/>
              <a:t>		</a:t>
            </a:r>
            <a:r>
              <a:rPr lang="en-US" altLang="zh-CN" sz="1200" dirty="0" err="1"/>
              <a:t>runKatiPackage</a:t>
            </a:r>
            <a:r>
              <a:rPr lang="en-US" altLang="zh-CN" sz="1200" dirty="0"/>
              <a:t>(</a:t>
            </a:r>
            <a:r>
              <a:rPr lang="en-US" altLang="zh-CN" sz="1200" dirty="0" err="1"/>
              <a:t>ctx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config</a:t>
            </a:r>
            <a:r>
              <a:rPr lang="en-US" altLang="zh-CN" sz="1200" dirty="0"/>
              <a:t>)</a:t>
            </a:r>
          </a:p>
          <a:p>
            <a:endParaRPr lang="en-US" altLang="zh-CN" sz="1200" dirty="0"/>
          </a:p>
          <a:p>
            <a:r>
              <a:rPr lang="en-US" altLang="zh-CN" sz="1200" dirty="0"/>
              <a:t>		</a:t>
            </a:r>
            <a:r>
              <a:rPr lang="en-US" altLang="zh-CN" sz="1200" dirty="0" err="1"/>
              <a:t>ioutil.WriteFile</a:t>
            </a:r>
            <a:r>
              <a:rPr lang="en-US" altLang="zh-CN" sz="1200" dirty="0"/>
              <a:t>(</a:t>
            </a:r>
            <a:r>
              <a:rPr lang="en-US" altLang="zh-CN" sz="1200" dirty="0" err="1"/>
              <a:t>config.LastKatiSuffixFile</a:t>
            </a:r>
            <a:r>
              <a:rPr lang="en-US" altLang="zh-CN" sz="1200" dirty="0"/>
              <a:t>(), []byte(</a:t>
            </a:r>
            <a:r>
              <a:rPr lang="en-US" altLang="zh-CN" sz="1200" dirty="0" err="1"/>
              <a:t>config.KatiSuffix</a:t>
            </a:r>
            <a:r>
              <a:rPr lang="en-US" altLang="zh-CN" sz="1200" dirty="0"/>
              <a:t>()), 0777)</a:t>
            </a:r>
          </a:p>
          <a:p>
            <a:r>
              <a:rPr lang="en-US" altLang="zh-CN" sz="1200" dirty="0"/>
              <a:t>	} else {</a:t>
            </a:r>
          </a:p>
          <a:p>
            <a:r>
              <a:rPr lang="en-US" altLang="zh-CN" sz="1200" dirty="0"/>
              <a:t>		...</a:t>
            </a:r>
          </a:p>
          <a:p>
            <a:r>
              <a:rPr lang="en-US" altLang="zh-CN" sz="1200" dirty="0"/>
              <a:t>	}</a:t>
            </a:r>
          </a:p>
          <a:p>
            <a:endParaRPr lang="en-US" altLang="zh-CN" sz="1200" dirty="0"/>
          </a:p>
          <a:p>
            <a:r>
              <a:rPr lang="en-US" altLang="zh-CN" sz="1200" dirty="0"/>
              <a:t>	// Write combined ninja file</a:t>
            </a:r>
          </a:p>
          <a:p>
            <a:r>
              <a:rPr lang="en-US" altLang="zh-CN" sz="1200" dirty="0"/>
              <a:t>	</a:t>
            </a:r>
            <a:r>
              <a:rPr lang="en-US" altLang="zh-CN" sz="1200" dirty="0" err="1"/>
              <a:t>createCombinedBuildNinjaFile</a:t>
            </a:r>
            <a:r>
              <a:rPr lang="en-US" altLang="zh-CN" sz="1200" dirty="0"/>
              <a:t>(</a:t>
            </a:r>
            <a:r>
              <a:rPr lang="en-US" altLang="zh-CN" sz="1200" dirty="0" err="1"/>
              <a:t>ctx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config</a:t>
            </a:r>
            <a:r>
              <a:rPr lang="en-US" altLang="zh-CN" sz="1200" dirty="0"/>
              <a:t>)</a:t>
            </a:r>
          </a:p>
          <a:p>
            <a:endParaRPr lang="en-US" altLang="zh-CN" sz="1200" dirty="0"/>
          </a:p>
          <a:p>
            <a:r>
              <a:rPr lang="en-US" altLang="zh-CN" sz="1200" dirty="0"/>
              <a:t>	if </a:t>
            </a:r>
            <a:r>
              <a:rPr lang="en-US" altLang="zh-CN" sz="1200" dirty="0" err="1"/>
              <a:t>what&amp;RunBuildTests</a:t>
            </a:r>
            <a:r>
              <a:rPr lang="en-US" altLang="zh-CN" sz="1200" dirty="0"/>
              <a:t> != 0 {</a:t>
            </a:r>
          </a:p>
          <a:p>
            <a:r>
              <a:rPr lang="en-US" altLang="zh-CN" sz="1200" dirty="0"/>
              <a:t>		</a:t>
            </a:r>
            <a:r>
              <a:rPr lang="en-US" altLang="zh-CN" sz="1200" dirty="0" err="1"/>
              <a:t>testForDanglingRules</a:t>
            </a:r>
            <a:r>
              <a:rPr lang="en-US" altLang="zh-CN" sz="1200" dirty="0"/>
              <a:t>(</a:t>
            </a:r>
            <a:r>
              <a:rPr lang="en-US" altLang="zh-CN" sz="1200" dirty="0" err="1"/>
              <a:t>ctx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config</a:t>
            </a:r>
            <a:r>
              <a:rPr lang="en-US" altLang="zh-CN" sz="1200" dirty="0"/>
              <a:t>)</a:t>
            </a:r>
          </a:p>
          <a:p>
            <a:r>
              <a:rPr lang="en-US" altLang="zh-CN" sz="1200" dirty="0"/>
              <a:t>	}</a:t>
            </a:r>
          </a:p>
          <a:p>
            <a:endParaRPr lang="en-US" altLang="zh-CN" sz="1200" dirty="0"/>
          </a:p>
          <a:p>
            <a:r>
              <a:rPr lang="en-US" altLang="zh-CN" sz="1200" dirty="0"/>
              <a:t>	if </a:t>
            </a:r>
            <a:r>
              <a:rPr lang="en-US" altLang="zh-CN" sz="1200" dirty="0" err="1"/>
              <a:t>what&amp;BuildNinja</a:t>
            </a:r>
            <a:r>
              <a:rPr lang="en-US" altLang="zh-CN" sz="1200" dirty="0"/>
              <a:t> != 0 {</a:t>
            </a:r>
          </a:p>
          <a:p>
            <a:r>
              <a:rPr lang="en-US" altLang="zh-CN" sz="1200" dirty="0"/>
              <a:t>		if !</a:t>
            </a:r>
            <a:r>
              <a:rPr lang="en-US" altLang="zh-CN" sz="1200" dirty="0" err="1"/>
              <a:t>config.SkipMake</a:t>
            </a:r>
            <a:r>
              <a:rPr lang="en-US" altLang="zh-CN" sz="1200" dirty="0"/>
              <a:t>() {</a:t>
            </a:r>
          </a:p>
          <a:p>
            <a:r>
              <a:rPr lang="en-US" altLang="zh-CN" sz="1200" dirty="0"/>
              <a:t>			</a:t>
            </a:r>
            <a:r>
              <a:rPr lang="en-US" altLang="zh-CN" sz="1200" dirty="0" err="1"/>
              <a:t>installCleanIfNecessary</a:t>
            </a:r>
            <a:r>
              <a:rPr lang="en-US" altLang="zh-CN" sz="1200" dirty="0"/>
              <a:t>(</a:t>
            </a:r>
            <a:r>
              <a:rPr lang="en-US" altLang="zh-CN" sz="1200" dirty="0" err="1"/>
              <a:t>ctx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config</a:t>
            </a:r>
            <a:r>
              <a:rPr lang="en-US" altLang="zh-CN" sz="1200" dirty="0"/>
              <a:t>)</a:t>
            </a:r>
          </a:p>
          <a:p>
            <a:r>
              <a:rPr lang="en-US" altLang="zh-CN" sz="1200" dirty="0"/>
              <a:t>		}</a:t>
            </a:r>
          </a:p>
          <a:p>
            <a:r>
              <a:rPr lang="en-US" altLang="zh-CN" sz="1200" dirty="0"/>
              <a:t>		// Run ninja</a:t>
            </a:r>
          </a:p>
          <a:p>
            <a:r>
              <a:rPr lang="en-US" altLang="zh-CN" sz="1200" dirty="0"/>
              <a:t>		</a:t>
            </a:r>
            <a:r>
              <a:rPr lang="en-US" altLang="zh-CN" sz="1200" dirty="0" err="1"/>
              <a:t>runNinja</a:t>
            </a:r>
            <a:r>
              <a:rPr lang="en-US" altLang="zh-CN" sz="1200" dirty="0"/>
              <a:t>(</a:t>
            </a:r>
            <a:r>
              <a:rPr lang="en-US" altLang="zh-CN" sz="1200" dirty="0" err="1"/>
              <a:t>ctx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config</a:t>
            </a:r>
            <a:r>
              <a:rPr lang="en-US" altLang="zh-CN" sz="1200" dirty="0"/>
              <a:t>)</a:t>
            </a:r>
          </a:p>
          <a:p>
            <a:r>
              <a:rPr lang="en-US" altLang="zh-CN" sz="1200" dirty="0"/>
              <a:t>	}</a:t>
            </a:r>
          </a:p>
          <a:p>
            <a:r>
              <a:rPr lang="en-US" altLang="zh-CN" sz="1200" dirty="0"/>
              <a:t>}</a:t>
            </a:r>
          </a:p>
          <a:p>
            <a:r>
              <a:rPr lang="en-US" altLang="zh-CN" sz="1200" dirty="0"/>
              <a:t>	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490120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soong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65313" y="799982"/>
            <a:ext cx="109752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zh-CN" dirty="0"/>
              <a:t>1. </a:t>
            </a:r>
            <a:r>
              <a:rPr lang="en-US" altLang="zh-CN" dirty="0" err="1"/>
              <a:t>runSoong</a:t>
            </a:r>
            <a:r>
              <a:rPr lang="en-US" altLang="zh-CN" dirty="0"/>
              <a:t>, </a:t>
            </a:r>
            <a:r>
              <a:rPr lang="zh-CN" altLang="en-US" dirty="0"/>
              <a:t>汇总和解析</a:t>
            </a:r>
            <a:r>
              <a:rPr lang="en-US" altLang="zh-CN" dirty="0" err="1"/>
              <a:t>Android.bp</a:t>
            </a:r>
            <a:r>
              <a:rPr lang="en-US" altLang="zh-CN" dirty="0"/>
              <a:t>, </a:t>
            </a:r>
            <a:r>
              <a:rPr lang="zh-CN" altLang="en-US" dirty="0"/>
              <a:t>和</a:t>
            </a:r>
            <a:r>
              <a:rPr lang="en-US" altLang="zh-CN" dirty="0"/>
              <a:t>`out/</a:t>
            </a:r>
            <a:r>
              <a:rPr lang="en-US" altLang="zh-CN" dirty="0" err="1"/>
              <a:t>soong</a:t>
            </a:r>
            <a:r>
              <a:rPr lang="en-US" altLang="zh-CN" dirty="0"/>
              <a:t>/.bootstrap/</a:t>
            </a:r>
            <a:r>
              <a:rPr lang="en-US" altLang="zh-CN" dirty="0" err="1"/>
              <a:t>build.ninja</a:t>
            </a:r>
            <a:r>
              <a:rPr lang="en-US" altLang="zh-CN" dirty="0"/>
              <a:t>`</a:t>
            </a:r>
            <a:r>
              <a:rPr lang="zh-CN" altLang="en-US" dirty="0"/>
              <a:t>、</a:t>
            </a:r>
            <a:r>
              <a:rPr lang="en-US" altLang="zh-CN" dirty="0"/>
              <a:t>`out/</a:t>
            </a:r>
            <a:r>
              <a:rPr lang="en-US" altLang="zh-CN" dirty="0" err="1"/>
              <a:t>soong</a:t>
            </a:r>
            <a:r>
              <a:rPr lang="en-US" altLang="zh-CN" dirty="0"/>
              <a:t>/.</a:t>
            </a:r>
            <a:r>
              <a:rPr lang="en-US" altLang="zh-CN" dirty="0" err="1"/>
              <a:t>minibootstrap</a:t>
            </a:r>
            <a:r>
              <a:rPr lang="en-US" altLang="zh-CN" dirty="0"/>
              <a:t>/</a:t>
            </a:r>
            <a:r>
              <a:rPr lang="en-US" altLang="zh-CN" dirty="0" err="1"/>
              <a:t>build.ninja</a:t>
            </a:r>
            <a:r>
              <a:rPr lang="en-US" altLang="zh-CN" dirty="0"/>
              <a:t>`</a:t>
            </a:r>
            <a:r>
              <a:rPr lang="zh-CN" altLang="en-US" dirty="0"/>
              <a:t>一起经</a:t>
            </a:r>
            <a:r>
              <a:rPr lang="en-US" altLang="zh-CN" dirty="0"/>
              <a:t>`</a:t>
            </a:r>
            <a:r>
              <a:rPr lang="en-US" altLang="zh-CN" dirty="0" err="1"/>
              <a:t>soong_build</a:t>
            </a:r>
            <a:r>
              <a:rPr lang="en-US" altLang="zh-CN" dirty="0"/>
              <a:t>`</a:t>
            </a:r>
            <a:r>
              <a:rPr lang="zh-CN" altLang="en-US" dirty="0"/>
              <a:t>汇总到</a:t>
            </a:r>
            <a:r>
              <a:rPr lang="en-US" altLang="zh-CN" dirty="0"/>
              <a:t>out/</a:t>
            </a:r>
            <a:r>
              <a:rPr lang="en-US" altLang="zh-CN" dirty="0" err="1"/>
              <a:t>soong</a:t>
            </a:r>
            <a:r>
              <a:rPr lang="en-US" altLang="zh-CN" dirty="0"/>
              <a:t>/</a:t>
            </a:r>
            <a:r>
              <a:rPr lang="en-US" altLang="zh-CN" dirty="0" err="1"/>
              <a:t>build.ninja</a:t>
            </a:r>
            <a:r>
              <a:rPr lang="zh-CN" altLang="en-US" dirty="0"/>
              <a:t>文件；</a:t>
            </a:r>
          </a:p>
          <a:p>
            <a:pPr latinLnBrk="1"/>
            <a:endParaRPr lang="zh-CN" altLang="en-US" dirty="0"/>
          </a:p>
          <a:p>
            <a:pPr latinLnBrk="1"/>
            <a:r>
              <a:rPr lang="en-US" altLang="zh-CN" dirty="0"/>
              <a:t>2. </a:t>
            </a:r>
            <a:r>
              <a:rPr lang="en-US" altLang="zh-CN" dirty="0" err="1"/>
              <a:t>runKatiBuild</a:t>
            </a:r>
            <a:r>
              <a:rPr lang="zh-CN" altLang="en-US" dirty="0"/>
              <a:t>， 加载所有的</a:t>
            </a:r>
            <a:r>
              <a:rPr lang="en-US" altLang="zh-CN" dirty="0" err="1"/>
              <a:t>makefile</a:t>
            </a:r>
            <a:r>
              <a:rPr lang="zh-CN" altLang="en-US" dirty="0"/>
              <a:t>文件如“</a:t>
            </a:r>
            <a:r>
              <a:rPr lang="en-US" altLang="zh-CN" dirty="0"/>
              <a:t>main.mk”</a:t>
            </a:r>
            <a:r>
              <a:rPr lang="zh-CN" altLang="en-US" dirty="0"/>
              <a:t>、“</a:t>
            </a:r>
            <a:r>
              <a:rPr lang="en-US" altLang="zh-CN" dirty="0"/>
              <a:t>Android.mk”,</a:t>
            </a:r>
            <a:r>
              <a:rPr lang="zh-CN" altLang="en-US" dirty="0"/>
              <a:t>转成“</a:t>
            </a:r>
            <a:r>
              <a:rPr lang="en-US" altLang="zh-CN" dirty="0"/>
              <a:t>build-*.ninja”</a:t>
            </a:r>
            <a:r>
              <a:rPr lang="zh-CN" altLang="en-US" dirty="0"/>
              <a:t>文件。系统整编时，文件命名是</a:t>
            </a:r>
            <a:r>
              <a:rPr lang="en-US" altLang="zh-CN" dirty="0"/>
              <a:t>`build-&lt;</a:t>
            </a:r>
            <a:r>
              <a:rPr lang="en-US" altLang="zh-CN" dirty="0" err="1"/>
              <a:t>product_name</a:t>
            </a:r>
            <a:r>
              <a:rPr lang="en-US" altLang="zh-CN" dirty="0"/>
              <a:t>&gt;.ninja`</a:t>
            </a:r>
            <a:r>
              <a:rPr lang="zh-CN" altLang="en-US" dirty="0"/>
              <a:t>；</a:t>
            </a:r>
          </a:p>
          <a:p>
            <a:pPr latinLnBrk="1"/>
            <a:endParaRPr lang="zh-CN" altLang="en-US" dirty="0"/>
          </a:p>
          <a:p>
            <a:pPr latinLnBrk="1"/>
            <a:r>
              <a:rPr lang="en-US" altLang="zh-CN" dirty="0"/>
              <a:t>3. </a:t>
            </a:r>
            <a:r>
              <a:rPr lang="en-US" altLang="zh-CN" dirty="0" err="1"/>
              <a:t>runKatiPackage</a:t>
            </a:r>
            <a:r>
              <a:rPr lang="zh-CN" altLang="en-US" dirty="0"/>
              <a:t>， 生成“</a:t>
            </a:r>
            <a:r>
              <a:rPr lang="en-US" altLang="zh-CN" dirty="0"/>
              <a:t>build-*-</a:t>
            </a:r>
            <a:r>
              <a:rPr lang="en-US" altLang="zh-CN" dirty="0" err="1"/>
              <a:t>package.ninja</a:t>
            </a:r>
            <a:r>
              <a:rPr lang="en-US" altLang="zh-CN" dirty="0"/>
              <a:t>”</a:t>
            </a:r>
            <a:r>
              <a:rPr lang="zh-CN" altLang="en-US" dirty="0"/>
              <a:t>文件，这个文件是什么未知。</a:t>
            </a:r>
          </a:p>
          <a:p>
            <a:pPr latinLnBrk="1"/>
            <a:endParaRPr lang="zh-CN" altLang="en-US" dirty="0"/>
          </a:p>
          <a:p>
            <a:pPr latinLnBrk="1"/>
            <a:r>
              <a:rPr lang="en-US" altLang="zh-CN" dirty="0"/>
              <a:t>4. </a:t>
            </a:r>
            <a:r>
              <a:rPr lang="en-US" altLang="zh-CN" dirty="0" err="1"/>
              <a:t>createCombinedBuildNinjaFile</a:t>
            </a:r>
            <a:r>
              <a:rPr lang="zh-CN" altLang="en-US" dirty="0"/>
              <a:t>， 生成</a:t>
            </a:r>
            <a:r>
              <a:rPr lang="en-US" altLang="zh-CN" dirty="0"/>
              <a:t>`combined-&lt;</a:t>
            </a:r>
            <a:r>
              <a:rPr lang="en-US" altLang="zh-CN" dirty="0" err="1"/>
              <a:t>product_name</a:t>
            </a:r>
            <a:r>
              <a:rPr lang="en-US" altLang="zh-CN" dirty="0"/>
              <a:t>&gt;.ninja`</a:t>
            </a:r>
            <a:r>
              <a:rPr lang="zh-CN" altLang="en-US" dirty="0"/>
              <a:t>文件，这个文件就是简单的包含了前面的几个文件：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2948609" y="3719513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err="1"/>
              <a:t>builddir</a:t>
            </a:r>
            <a:r>
              <a:rPr lang="en-US" altLang="zh-CN" dirty="0"/>
              <a:t> = out</a:t>
            </a:r>
          </a:p>
          <a:p>
            <a:r>
              <a:rPr lang="en-US" altLang="zh-CN" dirty="0"/>
              <a:t>pool </a:t>
            </a:r>
            <a:r>
              <a:rPr lang="en-US" altLang="zh-CN" dirty="0" err="1"/>
              <a:t>highmem_pool</a:t>
            </a:r>
            <a:endParaRPr lang="en-US" altLang="zh-CN" dirty="0"/>
          </a:p>
          <a:p>
            <a:r>
              <a:rPr lang="en-US" altLang="zh-CN" dirty="0"/>
              <a:t> depth = 1</a:t>
            </a:r>
          </a:p>
          <a:p>
            <a:r>
              <a:rPr lang="en-US" altLang="zh-CN" dirty="0"/>
              <a:t>build _</a:t>
            </a:r>
            <a:r>
              <a:rPr lang="en-US" altLang="zh-CN" dirty="0" err="1"/>
              <a:t>kati_always_build</a:t>
            </a:r>
            <a:r>
              <a:rPr lang="en-US" altLang="zh-CN" dirty="0"/>
              <a:t>_: phony</a:t>
            </a:r>
          </a:p>
          <a:p>
            <a:r>
              <a:rPr lang="en-US" altLang="zh-CN" dirty="0" err="1"/>
              <a:t>subninja</a:t>
            </a:r>
            <a:r>
              <a:rPr lang="en-US" altLang="zh-CN" dirty="0"/>
              <a:t> out/build-</a:t>
            </a:r>
            <a:r>
              <a:rPr lang="en-US" altLang="zh-CN" dirty="0" err="1"/>
              <a:t>msmnile_au.ninja</a:t>
            </a:r>
            <a:endParaRPr lang="en-US" altLang="zh-CN" dirty="0"/>
          </a:p>
          <a:p>
            <a:r>
              <a:rPr lang="en-US" altLang="zh-CN" dirty="0" err="1"/>
              <a:t>subninja</a:t>
            </a:r>
            <a:r>
              <a:rPr lang="en-US" altLang="zh-CN" dirty="0"/>
              <a:t> out/build-</a:t>
            </a:r>
            <a:r>
              <a:rPr lang="en-US" altLang="zh-CN" dirty="0" err="1"/>
              <a:t>msmnile_au</a:t>
            </a:r>
            <a:r>
              <a:rPr lang="en-US" altLang="zh-CN" dirty="0"/>
              <a:t>-</a:t>
            </a:r>
            <a:r>
              <a:rPr lang="en-US" altLang="zh-CN" dirty="0" err="1"/>
              <a:t>package.ninja</a:t>
            </a:r>
            <a:endParaRPr lang="en-US" altLang="zh-CN" dirty="0"/>
          </a:p>
          <a:p>
            <a:r>
              <a:rPr lang="en-US" altLang="zh-CN" dirty="0" err="1"/>
              <a:t>subninja</a:t>
            </a:r>
            <a:r>
              <a:rPr lang="en-US" altLang="zh-CN" dirty="0"/>
              <a:t> out/</a:t>
            </a:r>
            <a:r>
              <a:rPr lang="en-US" altLang="zh-CN" dirty="0" err="1"/>
              <a:t>soong</a:t>
            </a:r>
            <a:r>
              <a:rPr lang="en-US" altLang="zh-CN" dirty="0"/>
              <a:t>/</a:t>
            </a:r>
            <a:r>
              <a:rPr lang="en-US" altLang="zh-CN" dirty="0" err="1"/>
              <a:t>build.ninja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34887" y="5808047"/>
            <a:ext cx="6152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5. </a:t>
            </a:r>
            <a:r>
              <a:rPr lang="en-US" altLang="zh-CN" dirty="0" err="1" smtClean="0"/>
              <a:t>runNinja</a:t>
            </a:r>
            <a:r>
              <a:rPr lang="zh-CN" altLang="en-US" dirty="0"/>
              <a:t>，执行</a:t>
            </a:r>
            <a:r>
              <a:rPr lang="en-US" altLang="zh-CN" dirty="0"/>
              <a:t>ninja</a:t>
            </a:r>
            <a:r>
              <a:rPr lang="zh-CN" altLang="en-US" dirty="0"/>
              <a:t>命令，构建模块</a:t>
            </a:r>
          </a:p>
        </p:txBody>
      </p:sp>
    </p:spTree>
    <p:extLst>
      <p:ext uri="{BB962C8B-B14F-4D97-AF65-F5344CB8AC3E}">
        <p14:creationId xmlns:p14="http://schemas.microsoft.com/office/powerpoint/2010/main" val="31996732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soong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945" y="685564"/>
            <a:ext cx="4867275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18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soong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3" y="793682"/>
            <a:ext cx="10216391" cy="527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7771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Soong</a:t>
            </a:r>
            <a:r>
              <a:rPr lang="zh-CN" altLang="en-US" dirty="0" smtClean="0"/>
              <a:t>说明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45435" y="864704"/>
            <a:ext cx="9571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Soong</a:t>
            </a:r>
            <a:r>
              <a:rPr lang="zh-CN" altLang="en-US" dirty="0"/>
              <a:t>是由</a:t>
            </a:r>
            <a:r>
              <a:rPr lang="en-US" altLang="zh-CN" dirty="0"/>
              <a:t>Go</a:t>
            </a:r>
            <a:r>
              <a:rPr lang="zh-CN" altLang="en-US" dirty="0"/>
              <a:t>语言写的一个项目，从</a:t>
            </a:r>
            <a:r>
              <a:rPr lang="en-US" altLang="zh-CN" dirty="0"/>
              <a:t>Android 7.0</a:t>
            </a:r>
            <a:r>
              <a:rPr lang="zh-CN" altLang="en-US" dirty="0"/>
              <a:t>开始，在</a:t>
            </a:r>
            <a:r>
              <a:rPr lang="en-US" altLang="zh-CN" dirty="0" err="1"/>
              <a:t>prebuilts</a:t>
            </a:r>
            <a:r>
              <a:rPr lang="en-US" altLang="zh-CN" dirty="0"/>
              <a:t>/go/</a:t>
            </a:r>
            <a:r>
              <a:rPr lang="zh-CN" altLang="en-US" dirty="0"/>
              <a:t>目录下新增了</a:t>
            </a:r>
            <a:r>
              <a:rPr lang="en-US" altLang="zh-CN" dirty="0"/>
              <a:t>Go</a:t>
            </a:r>
            <a:r>
              <a:rPr lang="zh-CN" altLang="en-US" dirty="0"/>
              <a:t>语言所需的运行环境，</a:t>
            </a:r>
            <a:r>
              <a:rPr lang="en-US" altLang="zh-CN" dirty="0"/>
              <a:t>Soong</a:t>
            </a:r>
            <a:r>
              <a:rPr lang="zh-CN" altLang="en-US" dirty="0"/>
              <a:t>在编译时使用，解析</a:t>
            </a:r>
            <a:r>
              <a:rPr lang="en-US" altLang="zh-CN" dirty="0" err="1"/>
              <a:t>Android.bp</a:t>
            </a:r>
            <a:r>
              <a:rPr lang="zh-CN" altLang="en-US" dirty="0"/>
              <a:t>，将之转化为</a:t>
            </a:r>
            <a:r>
              <a:rPr lang="en-US" altLang="zh-CN" dirty="0"/>
              <a:t>Ninja</a:t>
            </a:r>
            <a:r>
              <a:rPr lang="zh-CN" altLang="en-US" dirty="0"/>
              <a:t>文件，完成</a:t>
            </a:r>
            <a:r>
              <a:rPr lang="en-US" altLang="zh-CN" dirty="0"/>
              <a:t>Android</a:t>
            </a:r>
            <a:r>
              <a:rPr lang="zh-CN" altLang="en-US" dirty="0"/>
              <a:t>的选择编译，解析配置工作等。故</a:t>
            </a:r>
            <a:r>
              <a:rPr lang="en-US" altLang="zh-CN" dirty="0"/>
              <a:t>Soong</a:t>
            </a:r>
            <a:r>
              <a:rPr lang="zh-CN" altLang="en-US" dirty="0"/>
              <a:t>相当于</a:t>
            </a:r>
            <a:r>
              <a:rPr lang="en-US" altLang="zh-CN" dirty="0" err="1"/>
              <a:t>Makefile</a:t>
            </a:r>
            <a:r>
              <a:rPr lang="zh-CN" altLang="en-US" dirty="0"/>
              <a:t>编译系统的核心，即</a:t>
            </a:r>
            <a:r>
              <a:rPr lang="en-US" altLang="zh-CN" dirty="0"/>
              <a:t>build/make/core</a:t>
            </a:r>
            <a:r>
              <a:rPr lang="zh-CN" altLang="en-US" dirty="0"/>
              <a:t>下面的内容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67570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kati</a:t>
            </a:r>
            <a:r>
              <a:rPr lang="zh-CN" altLang="en-US" dirty="0" smtClean="0"/>
              <a:t>说明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45435" y="864704"/>
            <a:ext cx="95713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kati</a:t>
            </a:r>
            <a:r>
              <a:rPr lang="zh-CN" altLang="en-US" dirty="0"/>
              <a:t>是一个基于</a:t>
            </a:r>
            <a:r>
              <a:rPr lang="en-US" altLang="zh-CN" dirty="0" err="1"/>
              <a:t>Makefile</a:t>
            </a:r>
            <a:r>
              <a:rPr lang="zh-CN" altLang="en-US" dirty="0"/>
              <a:t>来生成</a:t>
            </a:r>
            <a:r>
              <a:rPr lang="en-US" altLang="zh-CN" dirty="0" err="1"/>
              <a:t>ninja.build</a:t>
            </a:r>
            <a:r>
              <a:rPr lang="zh-CN" altLang="en-US" dirty="0"/>
              <a:t>的小项目。主要用于把</a:t>
            </a:r>
            <a:r>
              <a:rPr lang="en-US" altLang="zh-CN" dirty="0" err="1"/>
              <a:t>Makefiel</a:t>
            </a:r>
            <a:r>
              <a:rPr lang="zh-CN" altLang="en-US" dirty="0"/>
              <a:t>转成成</a:t>
            </a:r>
            <a:r>
              <a:rPr lang="en-US" altLang="zh-CN" dirty="0"/>
              <a:t>ninja file</a:t>
            </a:r>
            <a:r>
              <a:rPr lang="zh-CN" altLang="en-US" dirty="0"/>
              <a:t>，自身没有编译能力，转换后使用</a:t>
            </a:r>
            <a:r>
              <a:rPr lang="en-US" altLang="zh-CN" dirty="0"/>
              <a:t>Ninja</a:t>
            </a:r>
            <a:r>
              <a:rPr lang="zh-CN" altLang="en-US" dirty="0"/>
              <a:t>编译。</a:t>
            </a:r>
          </a:p>
          <a:p>
            <a:endParaRPr lang="zh-CN" altLang="en-US" dirty="0"/>
          </a:p>
          <a:p>
            <a:r>
              <a:rPr lang="zh-CN" altLang="en-US" dirty="0"/>
              <a:t>  在编译过程中，</a:t>
            </a:r>
            <a:r>
              <a:rPr lang="en-US" altLang="zh-CN" dirty="0" err="1"/>
              <a:t>kati</a:t>
            </a:r>
            <a:r>
              <a:rPr lang="zh-CN" altLang="en-US" dirty="0"/>
              <a:t>负责把既有的</a:t>
            </a:r>
            <a:r>
              <a:rPr lang="en-US" altLang="zh-CN" dirty="0" err="1"/>
              <a:t>Makefile</a:t>
            </a:r>
            <a:r>
              <a:rPr lang="zh-CN" altLang="en-US" dirty="0"/>
              <a:t>、</a:t>
            </a:r>
            <a:r>
              <a:rPr lang="en-US" altLang="zh-CN" dirty="0"/>
              <a:t>Android.mk</a:t>
            </a:r>
            <a:r>
              <a:rPr lang="zh-CN" altLang="en-US" dirty="0"/>
              <a:t>文件，转换成</a:t>
            </a:r>
            <a:r>
              <a:rPr lang="en-US" altLang="zh-CN" dirty="0"/>
              <a:t>Ninja</a:t>
            </a:r>
            <a:r>
              <a:rPr lang="zh-CN" altLang="en-US" dirty="0"/>
              <a:t>文件。在</a:t>
            </a:r>
            <a:r>
              <a:rPr lang="en-US" altLang="zh-CN" dirty="0"/>
              <a:t>Android 8.0</a:t>
            </a:r>
            <a:r>
              <a:rPr lang="zh-CN" altLang="en-US" dirty="0"/>
              <a:t>以后，它与</a:t>
            </a:r>
            <a:r>
              <a:rPr lang="en-US" altLang="zh-CN" dirty="0"/>
              <a:t>Soong</a:t>
            </a:r>
            <a:r>
              <a:rPr lang="zh-CN" altLang="en-US" dirty="0"/>
              <a:t>一起，成为</a:t>
            </a:r>
            <a:r>
              <a:rPr lang="en-US" altLang="zh-CN" dirty="0"/>
              <a:t>Ninja</a:t>
            </a:r>
            <a:r>
              <a:rPr lang="zh-CN" altLang="en-US" dirty="0"/>
              <a:t>文件的两大来源。</a:t>
            </a:r>
          </a:p>
        </p:txBody>
      </p:sp>
    </p:spTree>
    <p:extLst>
      <p:ext uri="{BB962C8B-B14F-4D97-AF65-F5344CB8AC3E}">
        <p14:creationId xmlns:p14="http://schemas.microsoft.com/office/powerpoint/2010/main" val="18252611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blueprint</a:t>
            </a:r>
            <a:r>
              <a:rPr lang="zh-CN" altLang="en-US" dirty="0" smtClean="0"/>
              <a:t>说明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45435" y="864704"/>
            <a:ext cx="9571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 </a:t>
            </a:r>
            <a:r>
              <a:rPr lang="en-US" altLang="zh-CN" dirty="0"/>
              <a:t>Blueprint</a:t>
            </a:r>
            <a:r>
              <a:rPr lang="zh-CN" altLang="en-US" dirty="0"/>
              <a:t>由</a:t>
            </a:r>
            <a:r>
              <a:rPr lang="en-US" altLang="zh-CN" dirty="0"/>
              <a:t>Go</a:t>
            </a:r>
            <a:r>
              <a:rPr lang="zh-CN" altLang="en-US" dirty="0"/>
              <a:t>语言编写，是生成、解析</a:t>
            </a:r>
            <a:r>
              <a:rPr lang="en-US" altLang="zh-CN" dirty="0" err="1"/>
              <a:t>Android.bp</a:t>
            </a:r>
            <a:r>
              <a:rPr lang="zh-CN" altLang="en-US" dirty="0"/>
              <a:t>的工具，是</a:t>
            </a:r>
            <a:r>
              <a:rPr lang="en-US" altLang="zh-CN" dirty="0"/>
              <a:t>Soong</a:t>
            </a:r>
            <a:r>
              <a:rPr lang="zh-CN" altLang="en-US" dirty="0"/>
              <a:t>的一部分</a:t>
            </a:r>
            <a:r>
              <a:rPr lang="zh-CN" altLang="en-US" dirty="0" smtClean="0"/>
              <a:t>。</a:t>
            </a:r>
            <a:r>
              <a:rPr lang="en-US" altLang="zh-CN" dirty="0" smtClean="0"/>
              <a:t>Blueprint</a:t>
            </a:r>
            <a:r>
              <a:rPr lang="zh-CN" altLang="en-US" dirty="0"/>
              <a:t>只是解析文件的形式，而</a:t>
            </a:r>
            <a:r>
              <a:rPr lang="en-US" altLang="zh-CN" dirty="0"/>
              <a:t>Soong</a:t>
            </a:r>
            <a:r>
              <a:rPr lang="zh-CN" altLang="en-US" dirty="0"/>
              <a:t>则解释内容的含义。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63419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25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a18adb86-5929-4bf5-a1c6-bcf101f860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969b7ff7-461c-4c06-8a93-c57159ac15d3"/>
</p:tagLst>
</file>

<file path=ppt/theme/theme1.xml><?xml version="1.0" encoding="utf-8"?>
<a:theme xmlns:a="http://schemas.openxmlformats.org/drawingml/2006/main" name="主题5">
  <a:themeElements>
    <a:clrScheme name="自定义 26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698FCE"/>
      </a:accent1>
      <a:accent2>
        <a:srgbClr val="969EC2"/>
      </a:accent2>
      <a:accent3>
        <a:srgbClr val="85C2BC"/>
      </a:accent3>
      <a:accent4>
        <a:srgbClr val="FAD25F"/>
      </a:accent4>
      <a:accent5>
        <a:srgbClr val="99CAE6"/>
      </a:accent5>
      <a:accent6>
        <a:srgbClr val="8491CB"/>
      </a:accent6>
      <a:hlink>
        <a:srgbClr val="7DC8EB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50000"/>
          </a:lnSpc>
          <a:defRPr sz="1100" dirty="0" smtClean="0">
            <a:latin typeface="+mn-ea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34806</TotalTime>
  <Words>2586</Words>
  <Application>Microsoft Office PowerPoint</Application>
  <PresentationFormat>宽屏</PresentationFormat>
  <Paragraphs>485</Paragraphs>
  <Slides>51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57" baseType="lpstr">
      <vt:lpstr>黑体</vt:lpstr>
      <vt:lpstr>宋体</vt:lpstr>
      <vt:lpstr>微软雅黑</vt:lpstr>
      <vt:lpstr>Arial</vt:lpstr>
      <vt:lpstr>Calibri</vt:lpstr>
      <vt:lpstr>主题5</vt:lpstr>
      <vt:lpstr>简述几种构建工具 for android developers</vt:lpstr>
      <vt:lpstr>起源</vt:lpstr>
      <vt:lpstr>问题：为什么编译c/c++要用makefile或者ninja等工具，而不是直接用shell呢 </vt:lpstr>
      <vt:lpstr>Makefile</vt:lpstr>
      <vt:lpstr>举例</vt:lpstr>
      <vt:lpstr>执行过程</vt:lpstr>
      <vt:lpstr>自动推导</vt:lpstr>
      <vt:lpstr>include</vt:lpstr>
      <vt:lpstr>嵌套</vt:lpstr>
      <vt:lpstr>预定义的变量</vt:lpstr>
      <vt:lpstr>PowerPoint 演示文稿</vt:lpstr>
      <vt:lpstr>模式规则</vt:lpstr>
      <vt:lpstr>调试打印</vt:lpstr>
      <vt:lpstr>vpath、VPATH</vt:lpstr>
      <vt:lpstr>赋值</vt:lpstr>
      <vt:lpstr>条件判断</vt:lpstr>
      <vt:lpstr>函数</vt:lpstr>
      <vt:lpstr>函数</vt:lpstr>
      <vt:lpstr>函数</vt:lpstr>
      <vt:lpstr>自定义函数</vt:lpstr>
      <vt:lpstr>案例-编译一个apk</vt:lpstr>
      <vt:lpstr>案例-编译一个apk</vt:lpstr>
      <vt:lpstr>案例-编译一个apk</vt:lpstr>
      <vt:lpstr>改进</vt:lpstr>
      <vt:lpstr>Makefile</vt:lpstr>
      <vt:lpstr>clear_vars.mk</vt:lpstr>
      <vt:lpstr>执行</vt:lpstr>
      <vt:lpstr>ninja</vt:lpstr>
      <vt:lpstr>示例</vt:lpstr>
      <vt:lpstr>概念</vt:lpstr>
      <vt:lpstr>常用命令</vt:lpstr>
      <vt:lpstr>CMake</vt:lpstr>
      <vt:lpstr>CMake</vt:lpstr>
      <vt:lpstr>CMake</vt:lpstr>
      <vt:lpstr>CMake</vt:lpstr>
      <vt:lpstr>CMake</vt:lpstr>
      <vt:lpstr>CMake</vt:lpstr>
      <vt:lpstr>CMake</vt:lpstr>
      <vt:lpstr>使用Clang编译 </vt:lpstr>
      <vt:lpstr>使用ninja构建 </vt:lpstr>
      <vt:lpstr>Android OS的构建系统</vt:lpstr>
      <vt:lpstr>Android OS的构建系统</vt:lpstr>
      <vt:lpstr>`soong_ui` </vt:lpstr>
      <vt:lpstr>`soong_ui` </vt:lpstr>
      <vt:lpstr>soong </vt:lpstr>
      <vt:lpstr>soong</vt:lpstr>
      <vt:lpstr>soong</vt:lpstr>
      <vt:lpstr>Soong说明</vt:lpstr>
      <vt:lpstr>kati说明</vt:lpstr>
      <vt:lpstr>blueprint说明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薛翔宇</cp:lastModifiedBy>
  <cp:revision>4301</cp:revision>
  <cp:lastPrinted>2019-12-11T08:28:09Z</cp:lastPrinted>
  <dcterms:created xsi:type="dcterms:W3CDTF">2018-02-05T16:00:00Z</dcterms:created>
  <dcterms:modified xsi:type="dcterms:W3CDTF">2022-07-26T07:31:17Z</dcterms:modified>
  <cp:category>business proposal;oral defense;training courseware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a18adb86-5929-4bf5-a1c6-bcf101f86030</vt:lpwstr>
  </property>
</Properties>
</file>