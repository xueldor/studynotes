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2"/>
  </p:sldMasterIdLst>
  <p:notesMasterIdLst>
    <p:notesMasterId r:id="rId24"/>
  </p:notesMasterIdLst>
  <p:handoutMasterIdLst>
    <p:handoutMasterId r:id="rId25"/>
  </p:handoutMasterIdLst>
  <p:sldIdLst>
    <p:sldId id="462" r:id="rId3"/>
    <p:sldId id="442" r:id="rId4"/>
    <p:sldId id="829" r:id="rId5"/>
    <p:sldId id="1043" r:id="rId6"/>
    <p:sldId id="1031" r:id="rId7"/>
    <p:sldId id="1046" r:id="rId8"/>
    <p:sldId id="1044" r:id="rId9"/>
    <p:sldId id="1032" r:id="rId10"/>
    <p:sldId id="1045" r:id="rId11"/>
    <p:sldId id="1047" r:id="rId12"/>
    <p:sldId id="1034" r:id="rId13"/>
    <p:sldId id="1035" r:id="rId14"/>
    <p:sldId id="1048" r:id="rId15"/>
    <p:sldId id="1049" r:id="rId16"/>
    <p:sldId id="1050" r:id="rId17"/>
    <p:sldId id="1051" r:id="rId18"/>
    <p:sldId id="1052" r:id="rId19"/>
    <p:sldId id="1053" r:id="rId20"/>
    <p:sldId id="1054" r:id="rId21"/>
    <p:sldId id="1055" r:id="rId22"/>
    <p:sldId id="861" r:id="rId23"/>
  </p:sldIdLst>
  <p:sldSz cx="12192000" cy="6858000"/>
  <p:notesSz cx="7315200" cy="9601200"/>
  <p:custDataLst>
    <p:tags r:id="rId2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9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7D"/>
    <a:srgbClr val="004852"/>
    <a:srgbClr val="000000"/>
    <a:srgbClr val="0070C0"/>
    <a:srgbClr val="DCDEE0"/>
    <a:srgbClr val="389AE0"/>
    <a:srgbClr val="246390"/>
    <a:srgbClr val="65ADE0"/>
    <a:srgbClr val="7095D4"/>
    <a:srgbClr val="F0F4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92" autoAdjust="0"/>
    <p:restoredTop sz="96424" autoAdjust="0"/>
  </p:normalViewPr>
  <p:slideViewPr>
    <p:cSldViewPr snapToGrid="0" showGuides="1">
      <p:cViewPr varScale="1">
        <p:scale>
          <a:sx n="116" d="100"/>
          <a:sy n="116" d="100"/>
        </p:scale>
        <p:origin x="408" y="102"/>
      </p:cViewPr>
      <p:guideLst>
        <p:guide pos="3840"/>
        <p:guide orient="horz" pos="2292"/>
      </p:guideLst>
    </p:cSldViewPr>
  </p:slideViewPr>
  <p:outlineViewPr>
    <p:cViewPr>
      <p:scale>
        <a:sx n="33" d="100"/>
        <a:sy n="33" d="100"/>
      </p:scale>
      <p:origin x="0" y="-99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51" d="100"/>
          <a:sy n="51" d="100"/>
        </p:scale>
        <p:origin x="201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gs" Target="tags/tag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01EE8B-D289-4982-8DA6-393B02BCD2AE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9DC033-7BEA-4C6E-A430-5D509879AF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078072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143588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6606CF4-FA77-4E71-BDBB-B62F97D48318}" type="datetimeFigureOut">
              <a:rPr lang="zh-CN" altLang="en-US" smtClean="0"/>
              <a:t>2023/12/14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r>
              <a:rPr lang="en-US" altLang="zh-CN" smtClean="0"/>
              <a:t>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143588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4A7EA511-84E0-4AE0-9842-AB0E10994BF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211338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6186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037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02306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109934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762077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26428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1233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05156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10386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7122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55200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7182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0338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94574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70151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75749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893468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70166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7702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2" name="图片 110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669925" y="3079043"/>
            <a:ext cx="10850563" cy="475132"/>
          </a:xfrm>
        </p:spPr>
        <p:txBody>
          <a:bodyPr anchor="ctr">
            <a:normAutofit/>
          </a:bodyPr>
          <a:lstStyle>
            <a:lvl1pPr marL="0" indent="0" algn="r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669926" y="2321170"/>
            <a:ext cx="10850562" cy="749082"/>
          </a:xfrm>
        </p:spPr>
        <p:txBody>
          <a:bodyPr anchor="ctr">
            <a:normAutofit/>
          </a:bodyPr>
          <a:lstStyle>
            <a:lvl1pPr algn="r">
              <a:defRPr sz="3600" b="1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495" y="0"/>
            <a:ext cx="11473992" cy="2693989"/>
          </a:xfrm>
          <a:prstGeom prst="rect">
            <a:avLst/>
          </a:prstGeom>
        </p:spPr>
      </p:pic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69924" y="2927838"/>
            <a:ext cx="10850564" cy="501162"/>
          </a:xfrm>
          <a:noFill/>
        </p:spPr>
        <p:txBody>
          <a:bodyPr anchor="ctr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669924" y="3472000"/>
            <a:ext cx="10850564" cy="1082874"/>
          </a:xfrm>
          <a:noFill/>
        </p:spPr>
        <p:txBody>
          <a:bodyPr anchor="t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669925" y="3450500"/>
            <a:ext cx="108505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401732" y="6515100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669924" y="6515100"/>
            <a:ext cx="4140201" cy="206381"/>
          </a:xfrm>
          <a:prstGeom prst="rect">
            <a:avLst/>
          </a:prstGeom>
        </p:spPr>
        <p:txBody>
          <a:bodyPr/>
          <a:lstStyle>
            <a:lvl1pPr>
              <a:defRPr lang="en-US" altLang="zh-CN" b="0" i="0" smtClean="0">
                <a:effectLst/>
              </a:defRPr>
            </a:lvl1pPr>
          </a:lstStyle>
          <a:p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 bwMode="auto">
          <a:xfrm>
            <a:off x="-1" y="938890"/>
            <a:ext cx="12192000" cy="52958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90000">
                <a:srgbClr val="FFFFFF"/>
              </a:gs>
              <a:gs pos="10000">
                <a:srgbClr val="FDFDFE"/>
              </a:gs>
              <a:gs pos="51000">
                <a:srgbClr val="FEFEFF"/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8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+mj-ea"/>
              <a:ea typeface="+mj-ea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3137652" y="1705976"/>
            <a:ext cx="6010718" cy="1463755"/>
            <a:chOff x="3104236" y="1705976"/>
            <a:chExt cx="6010718" cy="1463755"/>
          </a:xfrm>
        </p:grpSpPr>
        <p:sp>
          <p:nvSpPr>
            <p:cNvPr id="3" name="矩形 7"/>
            <p:cNvSpPr/>
            <p:nvPr userDrawn="1"/>
          </p:nvSpPr>
          <p:spPr>
            <a:xfrm>
              <a:off x="3104236" y="1705976"/>
              <a:ext cx="4143892" cy="1463755"/>
            </a:xfrm>
            <a:custGeom>
              <a:avLst/>
              <a:gdLst/>
              <a:ahLst/>
              <a:cxnLst/>
              <a:rect l="l" t="t" r="r" b="b"/>
              <a:pathLst>
                <a:path w="4724750" h="1668933">
                  <a:moveTo>
                    <a:pt x="633670" y="0"/>
                  </a:moveTo>
                  <a:lnTo>
                    <a:pt x="4724750" y="0"/>
                  </a:lnTo>
                  <a:lnTo>
                    <a:pt x="4091079" y="1668933"/>
                  </a:lnTo>
                  <a:lnTo>
                    <a:pt x="0" y="1668933"/>
                  </a:lnTo>
                  <a:close/>
                </a:path>
              </a:pathLst>
            </a:custGeom>
            <a:blipFill dpi="0" rotWithShape="1"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95000" sy="95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" name="矩形 10"/>
            <p:cNvSpPr/>
            <p:nvPr userDrawn="1"/>
          </p:nvSpPr>
          <p:spPr>
            <a:xfrm>
              <a:off x="6744072" y="1705976"/>
              <a:ext cx="2370882" cy="1463755"/>
            </a:xfrm>
            <a:custGeom>
              <a:avLst/>
              <a:gdLst/>
              <a:ahLst/>
              <a:cxnLst/>
              <a:rect l="l" t="t" r="r" b="b"/>
              <a:pathLst>
                <a:path w="2703213" h="1668932">
                  <a:moveTo>
                    <a:pt x="628357" y="0"/>
                  </a:moveTo>
                  <a:lnTo>
                    <a:pt x="2703213" y="0"/>
                  </a:lnTo>
                  <a:lnTo>
                    <a:pt x="2069543" y="1668932"/>
                  </a:lnTo>
                  <a:lnTo>
                    <a:pt x="0" y="1668932"/>
                  </a:lnTo>
                  <a:lnTo>
                    <a:pt x="0" y="1654938"/>
                  </a:lnTo>
                  <a:close/>
                </a:path>
              </a:pathLst>
            </a:custGeom>
            <a:blipFill dpi="0" rotWithShape="1">
              <a:blip r:embed="rId3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tile tx="0" ty="0" sx="90000" sy="90000" flip="none" algn="tl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" name="矩形 7"/>
          <p:cNvSpPr/>
          <p:nvPr userDrawn="1"/>
        </p:nvSpPr>
        <p:spPr>
          <a:xfrm>
            <a:off x="8350261" y="1520393"/>
            <a:ext cx="3841739" cy="1649338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7"/>
          <p:cNvSpPr/>
          <p:nvPr userDrawn="1"/>
        </p:nvSpPr>
        <p:spPr>
          <a:xfrm>
            <a:off x="1" y="1705976"/>
            <a:ext cx="3935759" cy="1621664"/>
          </a:xfrm>
          <a:custGeom>
            <a:avLst/>
            <a:gdLst/>
            <a:ahLst/>
            <a:cxnLst/>
            <a:rect l="l" t="t" r="r" b="b"/>
            <a:pathLst>
              <a:path w="3063717" h="1239673">
                <a:moveTo>
                  <a:pt x="0" y="0"/>
                </a:moveTo>
                <a:lnTo>
                  <a:pt x="24887" y="0"/>
                </a:lnTo>
                <a:lnTo>
                  <a:pt x="1816819" y="0"/>
                </a:lnTo>
                <a:lnTo>
                  <a:pt x="3063717" y="0"/>
                </a:lnTo>
                <a:lnTo>
                  <a:pt x="2593030" y="1239673"/>
                </a:lnTo>
                <a:lnTo>
                  <a:pt x="1346133" y="1239673"/>
                </a:lnTo>
                <a:lnTo>
                  <a:pt x="0" y="1239673"/>
                </a:lnTo>
                <a:close/>
              </a:path>
            </a:pathLst>
          </a:custGeom>
          <a:solidFill>
            <a:srgbClr val="0070C0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7"/>
          <p:cNvSpPr/>
          <p:nvPr userDrawn="1"/>
        </p:nvSpPr>
        <p:spPr>
          <a:xfrm>
            <a:off x="5447928" y="5394245"/>
            <a:ext cx="4143892" cy="1463755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solidFill>
            <a:schemeClr val="bg1">
              <a:lumMod val="85000"/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-1" y="3974537"/>
            <a:ext cx="3020077" cy="1463755"/>
          </a:xfrm>
          <a:custGeom>
            <a:avLst/>
            <a:gdLst/>
            <a:ahLst/>
            <a:cxnLst/>
            <a:rect l="l" t="t" r="r" b="b"/>
            <a:pathLst>
              <a:path w="2343636" h="1135901">
                <a:moveTo>
                  <a:pt x="0" y="0"/>
                </a:moveTo>
                <a:lnTo>
                  <a:pt x="2343636" y="0"/>
                </a:lnTo>
                <a:lnTo>
                  <a:pt x="1912350" y="1135901"/>
                </a:lnTo>
                <a:lnTo>
                  <a:pt x="0" y="1135901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7"/>
          <p:cNvSpPr/>
          <p:nvPr userDrawn="1"/>
        </p:nvSpPr>
        <p:spPr>
          <a:xfrm>
            <a:off x="3935760" y="-13637"/>
            <a:ext cx="4012143" cy="1116764"/>
          </a:xfrm>
          <a:custGeom>
            <a:avLst/>
            <a:gdLst/>
            <a:ahLst/>
            <a:cxnLst/>
            <a:rect l="l" t="t" r="r" b="b"/>
            <a:pathLst>
              <a:path w="3113499" h="866630">
                <a:moveTo>
                  <a:pt x="329047" y="0"/>
                </a:moveTo>
                <a:lnTo>
                  <a:pt x="3113499" y="0"/>
                </a:lnTo>
                <a:lnTo>
                  <a:pt x="2784451" y="866630"/>
                </a:lnTo>
                <a:lnTo>
                  <a:pt x="0" y="866630"/>
                </a:lnTo>
                <a:close/>
              </a:path>
            </a:pathLst>
          </a:custGeom>
          <a:solidFill>
            <a:schemeClr val="bg1">
              <a:lumMod val="95000"/>
              <a:alpha val="5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标题 1"/>
          <p:cNvSpPr>
            <a:spLocks noGrp="1"/>
          </p:cNvSpPr>
          <p:nvPr>
            <p:ph type="title"/>
          </p:nvPr>
        </p:nvSpPr>
        <p:spPr>
          <a:xfrm>
            <a:off x="1696800" y="3523810"/>
            <a:ext cx="8798400" cy="701858"/>
          </a:xfrm>
        </p:spPr>
        <p:txBody>
          <a:bodyPr anchor="ctr">
            <a:noAutofit/>
          </a:bodyPr>
          <a:lstStyle>
            <a:lvl1pPr algn="ctr">
              <a:defRPr sz="3600" b="1">
                <a:solidFill>
                  <a:srgbClr val="0070C0"/>
                </a:solidFill>
              </a:defRPr>
            </a:lvl1pPr>
          </a:lstStyle>
          <a:p>
            <a:endParaRPr lang="zh-CN" altLang="en-US" dirty="0"/>
          </a:p>
        </p:txBody>
      </p:sp>
      <p:grpSp>
        <p:nvGrpSpPr>
          <p:cNvPr id="27" name="组合 26"/>
          <p:cNvGrpSpPr/>
          <p:nvPr userDrawn="1"/>
        </p:nvGrpSpPr>
        <p:grpSpPr>
          <a:xfrm>
            <a:off x="9601200" y="574007"/>
            <a:ext cx="1919288" cy="456511"/>
            <a:chOff x="7836774" y="258763"/>
            <a:chExt cx="4044824" cy="906292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1" name="矩形 20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ïṩḷídê"/>
          <p:cNvSpPr/>
          <p:nvPr userDrawn="1"/>
        </p:nvSpPr>
        <p:spPr>
          <a:xfrm>
            <a:off x="0" y="0"/>
            <a:ext cx="12192000" cy="465298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12" name="文本占位符 12"/>
          <p:cNvSpPr>
            <a:spLocks noGrp="1"/>
          </p:cNvSpPr>
          <p:nvPr>
            <p:ph type="body" sz="quarter" idx="11" hasCustomPrompt="1"/>
          </p:nvPr>
        </p:nvSpPr>
        <p:spPr>
          <a:xfrm>
            <a:off x="6057265" y="5714996"/>
            <a:ext cx="577408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6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sp>
        <p:nvSpPr>
          <p:cNvPr id="13" name="标题 9801"/>
          <p:cNvSpPr>
            <a:spLocks noGrp="1"/>
          </p:cNvSpPr>
          <p:nvPr>
            <p:ph type="ctrTitle"/>
          </p:nvPr>
        </p:nvSpPr>
        <p:spPr>
          <a:xfrm>
            <a:off x="2105892" y="1863222"/>
            <a:ext cx="9727046" cy="1266373"/>
          </a:xfrm>
        </p:spPr>
        <p:txBody>
          <a:bodyPr anchor="ctr">
            <a:noAutofit/>
          </a:bodyPr>
          <a:lstStyle>
            <a:lvl1pPr algn="r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4" name="文本占位符 11"/>
          <p:cNvSpPr>
            <a:spLocks noGrp="1"/>
          </p:cNvSpPr>
          <p:nvPr>
            <p:ph type="body" sz="quarter" idx="10" hasCustomPrompt="1"/>
          </p:nvPr>
        </p:nvSpPr>
        <p:spPr>
          <a:xfrm>
            <a:off x="6058854" y="5280173"/>
            <a:ext cx="577408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800" b="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" name="969b7ff7-461c-4c06-8a93-c57159ac15d3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755217" y="3065320"/>
            <a:ext cx="6900559" cy="1622664"/>
            <a:chOff x="2776538" y="2559050"/>
            <a:chExt cx="7108825" cy="1671638"/>
          </a:xfrm>
          <a:solidFill>
            <a:schemeClr val="bg1">
              <a:alpha val="32000"/>
            </a:schemeClr>
          </a:solidFill>
        </p:grpSpPr>
        <p:sp>
          <p:nvSpPr>
            <p:cNvPr id="16" name="iślíďè"/>
            <p:cNvSpPr/>
            <p:nvPr userDrawn="1"/>
          </p:nvSpPr>
          <p:spPr bwMode="auto">
            <a:xfrm>
              <a:off x="4356100" y="2890838"/>
              <a:ext cx="1452563" cy="1339850"/>
            </a:xfrm>
            <a:custGeom>
              <a:avLst/>
              <a:gdLst>
                <a:gd name="T0" fmla="*/ 915 w 915"/>
                <a:gd name="T1" fmla="*/ 801 h 844"/>
                <a:gd name="T2" fmla="*/ 884 w 915"/>
                <a:gd name="T3" fmla="*/ 801 h 844"/>
                <a:gd name="T4" fmla="*/ 884 w 915"/>
                <a:gd name="T5" fmla="*/ 544 h 844"/>
                <a:gd name="T6" fmla="*/ 828 w 915"/>
                <a:gd name="T7" fmla="*/ 544 h 844"/>
                <a:gd name="T8" fmla="*/ 828 w 915"/>
                <a:gd name="T9" fmla="*/ 282 h 844"/>
                <a:gd name="T10" fmla="*/ 789 w 915"/>
                <a:gd name="T11" fmla="*/ 282 h 844"/>
                <a:gd name="T12" fmla="*/ 789 w 915"/>
                <a:gd name="T13" fmla="*/ 86 h 844"/>
                <a:gd name="T14" fmla="*/ 665 w 915"/>
                <a:gd name="T15" fmla="*/ 146 h 844"/>
                <a:gd name="T16" fmla="*/ 665 w 915"/>
                <a:gd name="T17" fmla="*/ 282 h 844"/>
                <a:gd name="T18" fmla="*/ 644 w 915"/>
                <a:gd name="T19" fmla="*/ 282 h 844"/>
                <a:gd name="T20" fmla="*/ 644 w 915"/>
                <a:gd name="T21" fmla="*/ 166 h 844"/>
                <a:gd name="T22" fmla="*/ 601 w 915"/>
                <a:gd name="T23" fmla="*/ 88 h 844"/>
                <a:gd name="T24" fmla="*/ 583 w 915"/>
                <a:gd name="T25" fmla="*/ 88 h 844"/>
                <a:gd name="T26" fmla="*/ 577 w 915"/>
                <a:gd name="T27" fmla="*/ 50 h 844"/>
                <a:gd name="T28" fmla="*/ 569 w 915"/>
                <a:gd name="T29" fmla="*/ 0 h 844"/>
                <a:gd name="T30" fmla="*/ 561 w 915"/>
                <a:gd name="T31" fmla="*/ 50 h 844"/>
                <a:gd name="T32" fmla="*/ 555 w 915"/>
                <a:gd name="T33" fmla="*/ 88 h 844"/>
                <a:gd name="T34" fmla="*/ 533 w 915"/>
                <a:gd name="T35" fmla="*/ 88 h 844"/>
                <a:gd name="T36" fmla="*/ 488 w 915"/>
                <a:gd name="T37" fmla="*/ 166 h 844"/>
                <a:gd name="T38" fmla="*/ 488 w 915"/>
                <a:gd name="T39" fmla="*/ 360 h 844"/>
                <a:gd name="T40" fmla="*/ 468 w 915"/>
                <a:gd name="T41" fmla="*/ 360 h 844"/>
                <a:gd name="T42" fmla="*/ 468 w 915"/>
                <a:gd name="T43" fmla="*/ 614 h 844"/>
                <a:gd name="T44" fmla="*/ 450 w 915"/>
                <a:gd name="T45" fmla="*/ 614 h 844"/>
                <a:gd name="T46" fmla="*/ 450 w 915"/>
                <a:gd name="T47" fmla="*/ 494 h 844"/>
                <a:gd name="T48" fmla="*/ 339 w 915"/>
                <a:gd name="T49" fmla="*/ 494 h 844"/>
                <a:gd name="T50" fmla="*/ 339 w 915"/>
                <a:gd name="T51" fmla="*/ 343 h 844"/>
                <a:gd name="T52" fmla="*/ 293 w 915"/>
                <a:gd name="T53" fmla="*/ 343 h 844"/>
                <a:gd name="T54" fmla="*/ 293 w 915"/>
                <a:gd name="T55" fmla="*/ 302 h 844"/>
                <a:gd name="T56" fmla="*/ 280 w 915"/>
                <a:gd name="T57" fmla="*/ 302 h 844"/>
                <a:gd name="T58" fmla="*/ 280 w 915"/>
                <a:gd name="T59" fmla="*/ 268 h 844"/>
                <a:gd name="T60" fmla="*/ 271 w 915"/>
                <a:gd name="T61" fmla="*/ 268 h 844"/>
                <a:gd name="T62" fmla="*/ 271 w 915"/>
                <a:gd name="T63" fmla="*/ 302 h 844"/>
                <a:gd name="T64" fmla="*/ 254 w 915"/>
                <a:gd name="T65" fmla="*/ 302 h 844"/>
                <a:gd name="T66" fmla="*/ 254 w 915"/>
                <a:gd name="T67" fmla="*/ 245 h 844"/>
                <a:gd name="T68" fmla="*/ 248 w 915"/>
                <a:gd name="T69" fmla="*/ 245 h 844"/>
                <a:gd name="T70" fmla="*/ 248 w 915"/>
                <a:gd name="T71" fmla="*/ 302 h 844"/>
                <a:gd name="T72" fmla="*/ 236 w 915"/>
                <a:gd name="T73" fmla="*/ 302 h 844"/>
                <a:gd name="T74" fmla="*/ 236 w 915"/>
                <a:gd name="T75" fmla="*/ 343 h 844"/>
                <a:gd name="T76" fmla="*/ 219 w 915"/>
                <a:gd name="T77" fmla="*/ 343 h 844"/>
                <a:gd name="T78" fmla="*/ 219 w 915"/>
                <a:gd name="T79" fmla="*/ 566 h 844"/>
                <a:gd name="T80" fmla="*/ 188 w 915"/>
                <a:gd name="T81" fmla="*/ 566 h 844"/>
                <a:gd name="T82" fmla="*/ 188 w 915"/>
                <a:gd name="T83" fmla="*/ 488 h 844"/>
                <a:gd name="T84" fmla="*/ 28 w 915"/>
                <a:gd name="T85" fmla="*/ 488 h 844"/>
                <a:gd name="T86" fmla="*/ 28 w 915"/>
                <a:gd name="T87" fmla="*/ 801 h 844"/>
                <a:gd name="T88" fmla="*/ 0 w 915"/>
                <a:gd name="T89" fmla="*/ 801 h 844"/>
                <a:gd name="T90" fmla="*/ 0 w 915"/>
                <a:gd name="T91" fmla="*/ 844 h 844"/>
                <a:gd name="T92" fmla="*/ 915 w 915"/>
                <a:gd name="T93" fmla="*/ 844 h 844"/>
                <a:gd name="T94" fmla="*/ 915 w 915"/>
                <a:gd name="T95" fmla="*/ 801 h 8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15" h="844">
                  <a:moveTo>
                    <a:pt x="915" y="801"/>
                  </a:moveTo>
                  <a:lnTo>
                    <a:pt x="884" y="801"/>
                  </a:lnTo>
                  <a:lnTo>
                    <a:pt x="884" y="544"/>
                  </a:lnTo>
                  <a:lnTo>
                    <a:pt x="828" y="544"/>
                  </a:lnTo>
                  <a:lnTo>
                    <a:pt x="828" y="282"/>
                  </a:lnTo>
                  <a:lnTo>
                    <a:pt x="789" y="282"/>
                  </a:lnTo>
                  <a:lnTo>
                    <a:pt x="789" y="86"/>
                  </a:lnTo>
                  <a:lnTo>
                    <a:pt x="665" y="146"/>
                  </a:lnTo>
                  <a:lnTo>
                    <a:pt x="665" y="282"/>
                  </a:lnTo>
                  <a:lnTo>
                    <a:pt x="644" y="282"/>
                  </a:lnTo>
                  <a:lnTo>
                    <a:pt x="644" y="166"/>
                  </a:lnTo>
                  <a:lnTo>
                    <a:pt x="601" y="88"/>
                  </a:lnTo>
                  <a:lnTo>
                    <a:pt x="583" y="88"/>
                  </a:lnTo>
                  <a:lnTo>
                    <a:pt x="577" y="50"/>
                  </a:lnTo>
                  <a:lnTo>
                    <a:pt x="569" y="0"/>
                  </a:lnTo>
                  <a:lnTo>
                    <a:pt x="561" y="50"/>
                  </a:lnTo>
                  <a:lnTo>
                    <a:pt x="555" y="88"/>
                  </a:lnTo>
                  <a:lnTo>
                    <a:pt x="533" y="88"/>
                  </a:lnTo>
                  <a:lnTo>
                    <a:pt x="488" y="166"/>
                  </a:lnTo>
                  <a:lnTo>
                    <a:pt x="488" y="360"/>
                  </a:lnTo>
                  <a:lnTo>
                    <a:pt x="468" y="360"/>
                  </a:lnTo>
                  <a:lnTo>
                    <a:pt x="468" y="614"/>
                  </a:lnTo>
                  <a:lnTo>
                    <a:pt x="450" y="614"/>
                  </a:lnTo>
                  <a:lnTo>
                    <a:pt x="450" y="494"/>
                  </a:lnTo>
                  <a:lnTo>
                    <a:pt x="339" y="494"/>
                  </a:lnTo>
                  <a:lnTo>
                    <a:pt x="339" y="343"/>
                  </a:lnTo>
                  <a:lnTo>
                    <a:pt x="293" y="343"/>
                  </a:lnTo>
                  <a:lnTo>
                    <a:pt x="293" y="302"/>
                  </a:lnTo>
                  <a:lnTo>
                    <a:pt x="280" y="302"/>
                  </a:lnTo>
                  <a:lnTo>
                    <a:pt x="280" y="268"/>
                  </a:lnTo>
                  <a:lnTo>
                    <a:pt x="271" y="268"/>
                  </a:lnTo>
                  <a:lnTo>
                    <a:pt x="271" y="302"/>
                  </a:lnTo>
                  <a:lnTo>
                    <a:pt x="254" y="302"/>
                  </a:lnTo>
                  <a:lnTo>
                    <a:pt x="254" y="245"/>
                  </a:lnTo>
                  <a:lnTo>
                    <a:pt x="248" y="245"/>
                  </a:lnTo>
                  <a:lnTo>
                    <a:pt x="248" y="302"/>
                  </a:lnTo>
                  <a:lnTo>
                    <a:pt x="236" y="302"/>
                  </a:lnTo>
                  <a:lnTo>
                    <a:pt x="236" y="343"/>
                  </a:lnTo>
                  <a:lnTo>
                    <a:pt x="219" y="343"/>
                  </a:lnTo>
                  <a:lnTo>
                    <a:pt x="219" y="566"/>
                  </a:lnTo>
                  <a:lnTo>
                    <a:pt x="188" y="566"/>
                  </a:lnTo>
                  <a:lnTo>
                    <a:pt x="188" y="488"/>
                  </a:lnTo>
                  <a:lnTo>
                    <a:pt x="28" y="488"/>
                  </a:lnTo>
                  <a:lnTo>
                    <a:pt x="28" y="801"/>
                  </a:lnTo>
                  <a:lnTo>
                    <a:pt x="0" y="801"/>
                  </a:lnTo>
                  <a:lnTo>
                    <a:pt x="0" y="844"/>
                  </a:lnTo>
                  <a:lnTo>
                    <a:pt x="915" y="844"/>
                  </a:lnTo>
                  <a:lnTo>
                    <a:pt x="915" y="8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7" name="îŝḷíḓé"/>
            <p:cNvSpPr/>
            <p:nvPr userDrawn="1"/>
          </p:nvSpPr>
          <p:spPr bwMode="auto">
            <a:xfrm>
              <a:off x="9344025" y="3665538"/>
              <a:ext cx="541338" cy="492125"/>
            </a:xfrm>
            <a:custGeom>
              <a:avLst/>
              <a:gdLst>
                <a:gd name="T0" fmla="*/ 0 w 335"/>
                <a:gd name="T1" fmla="*/ 124 h 304"/>
                <a:gd name="T2" fmla="*/ 21 w 335"/>
                <a:gd name="T3" fmla="*/ 124 h 304"/>
                <a:gd name="T4" fmla="*/ 21 w 335"/>
                <a:gd name="T5" fmla="*/ 112 h 304"/>
                <a:gd name="T6" fmla="*/ 54 w 335"/>
                <a:gd name="T7" fmla="*/ 33 h 304"/>
                <a:gd name="T8" fmla="*/ 133 w 335"/>
                <a:gd name="T9" fmla="*/ 0 h 304"/>
                <a:gd name="T10" fmla="*/ 206 w 335"/>
                <a:gd name="T11" fmla="*/ 0 h 304"/>
                <a:gd name="T12" fmla="*/ 286 w 335"/>
                <a:gd name="T13" fmla="*/ 33 h 304"/>
                <a:gd name="T14" fmla="*/ 318 w 335"/>
                <a:gd name="T15" fmla="*/ 112 h 304"/>
                <a:gd name="T16" fmla="*/ 318 w 335"/>
                <a:gd name="T17" fmla="*/ 124 h 304"/>
                <a:gd name="T18" fmla="*/ 335 w 335"/>
                <a:gd name="T19" fmla="*/ 124 h 304"/>
                <a:gd name="T20" fmla="*/ 335 w 335"/>
                <a:gd name="T21" fmla="*/ 251 h 304"/>
                <a:gd name="T22" fmla="*/ 306 w 335"/>
                <a:gd name="T23" fmla="*/ 251 h 304"/>
                <a:gd name="T24" fmla="*/ 306 w 335"/>
                <a:gd name="T25" fmla="*/ 304 h 304"/>
                <a:gd name="T26" fmla="*/ 243 w 335"/>
                <a:gd name="T27" fmla="*/ 304 h 304"/>
                <a:gd name="T28" fmla="*/ 243 w 335"/>
                <a:gd name="T29" fmla="*/ 251 h 304"/>
                <a:gd name="T30" fmla="*/ 91 w 335"/>
                <a:gd name="T31" fmla="*/ 251 h 304"/>
                <a:gd name="T32" fmla="*/ 91 w 335"/>
                <a:gd name="T33" fmla="*/ 304 h 304"/>
                <a:gd name="T34" fmla="*/ 28 w 335"/>
                <a:gd name="T35" fmla="*/ 304 h 304"/>
                <a:gd name="T36" fmla="*/ 28 w 335"/>
                <a:gd name="T37" fmla="*/ 251 h 304"/>
                <a:gd name="T38" fmla="*/ 0 w 335"/>
                <a:gd name="T39" fmla="*/ 251 h 304"/>
                <a:gd name="T40" fmla="*/ 0 w 335"/>
                <a:gd name="T41" fmla="*/ 124 h 304"/>
                <a:gd name="T42" fmla="*/ 67 w 335"/>
                <a:gd name="T43" fmla="*/ 124 h 304"/>
                <a:gd name="T44" fmla="*/ 272 w 335"/>
                <a:gd name="T45" fmla="*/ 124 h 304"/>
                <a:gd name="T46" fmla="*/ 272 w 335"/>
                <a:gd name="T47" fmla="*/ 112 h 304"/>
                <a:gd name="T48" fmla="*/ 253 w 335"/>
                <a:gd name="T49" fmla="*/ 66 h 304"/>
                <a:gd name="T50" fmla="*/ 206 w 335"/>
                <a:gd name="T51" fmla="*/ 46 h 304"/>
                <a:gd name="T52" fmla="*/ 133 w 335"/>
                <a:gd name="T53" fmla="*/ 46 h 304"/>
                <a:gd name="T54" fmla="*/ 86 w 335"/>
                <a:gd name="T55" fmla="*/ 66 h 304"/>
                <a:gd name="T56" fmla="*/ 67 w 335"/>
                <a:gd name="T57" fmla="*/ 112 h 304"/>
                <a:gd name="T58" fmla="*/ 67 w 335"/>
                <a:gd name="T59" fmla="*/ 124 h 304"/>
                <a:gd name="T60" fmla="*/ 304 w 335"/>
                <a:gd name="T61" fmla="*/ 162 h 304"/>
                <a:gd name="T62" fmla="*/ 230 w 335"/>
                <a:gd name="T63" fmla="*/ 173 h 304"/>
                <a:gd name="T64" fmla="*/ 230 w 335"/>
                <a:gd name="T65" fmla="*/ 206 h 304"/>
                <a:gd name="T66" fmla="*/ 272 w 335"/>
                <a:gd name="T67" fmla="*/ 206 h 304"/>
                <a:gd name="T68" fmla="*/ 304 w 335"/>
                <a:gd name="T69" fmla="*/ 206 h 304"/>
                <a:gd name="T70" fmla="*/ 304 w 335"/>
                <a:gd name="T71" fmla="*/ 162 h 304"/>
                <a:gd name="T72" fmla="*/ 30 w 335"/>
                <a:gd name="T73" fmla="*/ 162 h 304"/>
                <a:gd name="T74" fmla="*/ 30 w 335"/>
                <a:gd name="T75" fmla="*/ 206 h 304"/>
                <a:gd name="T76" fmla="*/ 67 w 335"/>
                <a:gd name="T77" fmla="*/ 206 h 304"/>
                <a:gd name="T78" fmla="*/ 104 w 335"/>
                <a:gd name="T79" fmla="*/ 206 h 304"/>
                <a:gd name="T80" fmla="*/ 104 w 335"/>
                <a:gd name="T81" fmla="*/ 173 h 304"/>
                <a:gd name="T82" fmla="*/ 30 w 335"/>
                <a:gd name="T83" fmla="*/ 162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5" h="304">
                  <a:moveTo>
                    <a:pt x="0" y="124"/>
                  </a:moveTo>
                  <a:cubicBezTo>
                    <a:pt x="21" y="124"/>
                    <a:pt x="21" y="124"/>
                    <a:pt x="21" y="124"/>
                  </a:cubicBezTo>
                  <a:cubicBezTo>
                    <a:pt x="21" y="112"/>
                    <a:pt x="21" y="112"/>
                    <a:pt x="21" y="112"/>
                  </a:cubicBezTo>
                  <a:cubicBezTo>
                    <a:pt x="21" y="81"/>
                    <a:pt x="33" y="53"/>
                    <a:pt x="54" y="33"/>
                  </a:cubicBezTo>
                  <a:cubicBezTo>
                    <a:pt x="74" y="12"/>
                    <a:pt x="102" y="0"/>
                    <a:pt x="133" y="0"/>
                  </a:cubicBezTo>
                  <a:cubicBezTo>
                    <a:pt x="206" y="0"/>
                    <a:pt x="206" y="0"/>
                    <a:pt x="206" y="0"/>
                  </a:cubicBezTo>
                  <a:cubicBezTo>
                    <a:pt x="237" y="0"/>
                    <a:pt x="265" y="12"/>
                    <a:pt x="286" y="33"/>
                  </a:cubicBezTo>
                  <a:cubicBezTo>
                    <a:pt x="306" y="53"/>
                    <a:pt x="318" y="81"/>
                    <a:pt x="318" y="112"/>
                  </a:cubicBezTo>
                  <a:cubicBezTo>
                    <a:pt x="318" y="124"/>
                    <a:pt x="318" y="124"/>
                    <a:pt x="318" y="124"/>
                  </a:cubicBezTo>
                  <a:cubicBezTo>
                    <a:pt x="335" y="124"/>
                    <a:pt x="335" y="124"/>
                    <a:pt x="335" y="124"/>
                  </a:cubicBezTo>
                  <a:cubicBezTo>
                    <a:pt x="335" y="251"/>
                    <a:pt x="335" y="251"/>
                    <a:pt x="335" y="251"/>
                  </a:cubicBezTo>
                  <a:cubicBezTo>
                    <a:pt x="306" y="251"/>
                    <a:pt x="306" y="251"/>
                    <a:pt x="306" y="251"/>
                  </a:cubicBezTo>
                  <a:cubicBezTo>
                    <a:pt x="306" y="304"/>
                    <a:pt x="306" y="304"/>
                    <a:pt x="306" y="304"/>
                  </a:cubicBezTo>
                  <a:cubicBezTo>
                    <a:pt x="243" y="304"/>
                    <a:pt x="243" y="304"/>
                    <a:pt x="243" y="304"/>
                  </a:cubicBezTo>
                  <a:cubicBezTo>
                    <a:pt x="243" y="251"/>
                    <a:pt x="243" y="251"/>
                    <a:pt x="243" y="251"/>
                  </a:cubicBezTo>
                  <a:cubicBezTo>
                    <a:pt x="91" y="251"/>
                    <a:pt x="91" y="251"/>
                    <a:pt x="91" y="251"/>
                  </a:cubicBezTo>
                  <a:cubicBezTo>
                    <a:pt x="91" y="304"/>
                    <a:pt x="91" y="304"/>
                    <a:pt x="91" y="304"/>
                  </a:cubicBezTo>
                  <a:cubicBezTo>
                    <a:pt x="28" y="304"/>
                    <a:pt x="28" y="304"/>
                    <a:pt x="28" y="304"/>
                  </a:cubicBezTo>
                  <a:cubicBezTo>
                    <a:pt x="28" y="251"/>
                    <a:pt x="28" y="251"/>
                    <a:pt x="28" y="251"/>
                  </a:cubicBezTo>
                  <a:cubicBezTo>
                    <a:pt x="0" y="251"/>
                    <a:pt x="0" y="251"/>
                    <a:pt x="0" y="251"/>
                  </a:cubicBezTo>
                  <a:cubicBezTo>
                    <a:pt x="0" y="124"/>
                    <a:pt x="0" y="124"/>
                    <a:pt x="0" y="124"/>
                  </a:cubicBezTo>
                  <a:close/>
                  <a:moveTo>
                    <a:pt x="67" y="124"/>
                  </a:moveTo>
                  <a:cubicBezTo>
                    <a:pt x="272" y="124"/>
                    <a:pt x="272" y="124"/>
                    <a:pt x="272" y="124"/>
                  </a:cubicBezTo>
                  <a:cubicBezTo>
                    <a:pt x="272" y="112"/>
                    <a:pt x="272" y="112"/>
                    <a:pt x="272" y="112"/>
                  </a:cubicBezTo>
                  <a:cubicBezTo>
                    <a:pt x="272" y="94"/>
                    <a:pt x="265" y="77"/>
                    <a:pt x="253" y="66"/>
                  </a:cubicBezTo>
                  <a:cubicBezTo>
                    <a:pt x="241" y="54"/>
                    <a:pt x="224" y="46"/>
                    <a:pt x="206" y="46"/>
                  </a:cubicBezTo>
                  <a:cubicBezTo>
                    <a:pt x="133" y="46"/>
                    <a:pt x="133" y="46"/>
                    <a:pt x="133" y="46"/>
                  </a:cubicBezTo>
                  <a:cubicBezTo>
                    <a:pt x="115" y="46"/>
                    <a:pt x="98" y="54"/>
                    <a:pt x="86" y="66"/>
                  </a:cubicBezTo>
                  <a:cubicBezTo>
                    <a:pt x="75" y="77"/>
                    <a:pt x="67" y="94"/>
                    <a:pt x="67" y="112"/>
                  </a:cubicBezTo>
                  <a:cubicBezTo>
                    <a:pt x="67" y="124"/>
                    <a:pt x="67" y="124"/>
                    <a:pt x="67" y="124"/>
                  </a:cubicBezTo>
                  <a:close/>
                  <a:moveTo>
                    <a:pt x="304" y="162"/>
                  </a:moveTo>
                  <a:cubicBezTo>
                    <a:pt x="230" y="173"/>
                    <a:pt x="230" y="173"/>
                    <a:pt x="230" y="173"/>
                  </a:cubicBezTo>
                  <a:cubicBezTo>
                    <a:pt x="230" y="206"/>
                    <a:pt x="230" y="206"/>
                    <a:pt x="230" y="206"/>
                  </a:cubicBezTo>
                  <a:cubicBezTo>
                    <a:pt x="272" y="206"/>
                    <a:pt x="272" y="206"/>
                    <a:pt x="272" y="206"/>
                  </a:cubicBezTo>
                  <a:cubicBezTo>
                    <a:pt x="304" y="206"/>
                    <a:pt x="304" y="206"/>
                    <a:pt x="304" y="206"/>
                  </a:cubicBezTo>
                  <a:cubicBezTo>
                    <a:pt x="304" y="162"/>
                    <a:pt x="304" y="162"/>
                    <a:pt x="304" y="162"/>
                  </a:cubicBezTo>
                  <a:close/>
                  <a:moveTo>
                    <a:pt x="30" y="162"/>
                  </a:moveTo>
                  <a:cubicBezTo>
                    <a:pt x="30" y="206"/>
                    <a:pt x="30" y="206"/>
                    <a:pt x="30" y="206"/>
                  </a:cubicBezTo>
                  <a:cubicBezTo>
                    <a:pt x="67" y="206"/>
                    <a:pt x="67" y="206"/>
                    <a:pt x="67" y="206"/>
                  </a:cubicBezTo>
                  <a:cubicBezTo>
                    <a:pt x="104" y="206"/>
                    <a:pt x="104" y="206"/>
                    <a:pt x="104" y="206"/>
                  </a:cubicBezTo>
                  <a:cubicBezTo>
                    <a:pt x="104" y="173"/>
                    <a:pt x="104" y="173"/>
                    <a:pt x="104" y="173"/>
                  </a:cubicBezTo>
                  <a:lnTo>
                    <a:pt x="30" y="16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8" name="ïsḷiḍe"/>
            <p:cNvSpPr/>
            <p:nvPr userDrawn="1"/>
          </p:nvSpPr>
          <p:spPr bwMode="auto">
            <a:xfrm>
              <a:off x="5667375" y="3552825"/>
              <a:ext cx="700088" cy="627063"/>
            </a:xfrm>
            <a:custGeom>
              <a:avLst/>
              <a:gdLst>
                <a:gd name="T0" fmla="*/ 217 w 433"/>
                <a:gd name="T1" fmla="*/ 0 h 387"/>
                <a:gd name="T2" fmla="*/ 433 w 433"/>
                <a:gd name="T3" fmla="*/ 216 h 387"/>
                <a:gd name="T4" fmla="*/ 351 w 433"/>
                <a:gd name="T5" fmla="*/ 386 h 387"/>
                <a:gd name="T6" fmla="*/ 315 w 433"/>
                <a:gd name="T7" fmla="*/ 345 h 387"/>
                <a:gd name="T8" fmla="*/ 283 w 433"/>
                <a:gd name="T9" fmla="*/ 345 h 387"/>
                <a:gd name="T10" fmla="*/ 293 w 433"/>
                <a:gd name="T11" fmla="*/ 387 h 387"/>
                <a:gd name="T12" fmla="*/ 143 w 433"/>
                <a:gd name="T13" fmla="*/ 387 h 387"/>
                <a:gd name="T14" fmla="*/ 153 w 433"/>
                <a:gd name="T15" fmla="*/ 345 h 387"/>
                <a:gd name="T16" fmla="*/ 120 w 433"/>
                <a:gd name="T17" fmla="*/ 345 h 387"/>
                <a:gd name="T18" fmla="*/ 84 w 433"/>
                <a:gd name="T19" fmla="*/ 387 h 387"/>
                <a:gd name="T20" fmla="*/ 83 w 433"/>
                <a:gd name="T21" fmla="*/ 387 h 387"/>
                <a:gd name="T22" fmla="*/ 0 w 433"/>
                <a:gd name="T23" fmla="*/ 216 h 387"/>
                <a:gd name="T24" fmla="*/ 217 w 433"/>
                <a:gd name="T25" fmla="*/ 0 h 387"/>
                <a:gd name="T26" fmla="*/ 111 w 433"/>
                <a:gd name="T27" fmla="*/ 308 h 387"/>
                <a:gd name="T28" fmla="*/ 111 w 433"/>
                <a:gd name="T29" fmla="*/ 328 h 387"/>
                <a:gd name="T30" fmla="*/ 325 w 433"/>
                <a:gd name="T31" fmla="*/ 328 h 387"/>
                <a:gd name="T32" fmla="*/ 325 w 433"/>
                <a:gd name="T33" fmla="*/ 308 h 387"/>
                <a:gd name="T34" fmla="*/ 111 w 433"/>
                <a:gd name="T35" fmla="*/ 308 h 387"/>
                <a:gd name="T36" fmla="*/ 274 w 433"/>
                <a:gd name="T37" fmla="*/ 223 h 387"/>
                <a:gd name="T38" fmla="*/ 249 w 433"/>
                <a:gd name="T39" fmla="*/ 248 h 387"/>
                <a:gd name="T40" fmla="*/ 274 w 433"/>
                <a:gd name="T41" fmla="*/ 274 h 387"/>
                <a:gd name="T42" fmla="*/ 299 w 433"/>
                <a:gd name="T43" fmla="*/ 248 h 387"/>
                <a:gd name="T44" fmla="*/ 274 w 433"/>
                <a:gd name="T45" fmla="*/ 223 h 387"/>
                <a:gd name="T46" fmla="*/ 160 w 433"/>
                <a:gd name="T47" fmla="*/ 223 h 387"/>
                <a:gd name="T48" fmla="*/ 135 w 433"/>
                <a:gd name="T49" fmla="*/ 248 h 387"/>
                <a:gd name="T50" fmla="*/ 160 w 433"/>
                <a:gd name="T51" fmla="*/ 274 h 387"/>
                <a:gd name="T52" fmla="*/ 185 w 433"/>
                <a:gd name="T53" fmla="*/ 248 h 387"/>
                <a:gd name="T54" fmla="*/ 160 w 433"/>
                <a:gd name="T55" fmla="*/ 223 h 387"/>
                <a:gd name="T56" fmla="*/ 134 w 433"/>
                <a:gd name="T57" fmla="*/ 97 h 387"/>
                <a:gd name="T58" fmla="*/ 128 w 433"/>
                <a:gd name="T59" fmla="*/ 190 h 387"/>
                <a:gd name="T60" fmla="*/ 306 w 433"/>
                <a:gd name="T61" fmla="*/ 190 h 387"/>
                <a:gd name="T62" fmla="*/ 300 w 433"/>
                <a:gd name="T63" fmla="*/ 97 h 387"/>
                <a:gd name="T64" fmla="*/ 134 w 433"/>
                <a:gd name="T65" fmla="*/ 97 h 3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433" h="387">
                  <a:moveTo>
                    <a:pt x="217" y="0"/>
                  </a:moveTo>
                  <a:cubicBezTo>
                    <a:pt x="336" y="0"/>
                    <a:pt x="433" y="97"/>
                    <a:pt x="433" y="216"/>
                  </a:cubicBezTo>
                  <a:cubicBezTo>
                    <a:pt x="433" y="285"/>
                    <a:pt x="401" y="346"/>
                    <a:pt x="351" y="386"/>
                  </a:cubicBezTo>
                  <a:cubicBezTo>
                    <a:pt x="315" y="345"/>
                    <a:pt x="315" y="345"/>
                    <a:pt x="315" y="345"/>
                  </a:cubicBezTo>
                  <a:cubicBezTo>
                    <a:pt x="283" y="345"/>
                    <a:pt x="283" y="345"/>
                    <a:pt x="283" y="345"/>
                  </a:cubicBezTo>
                  <a:cubicBezTo>
                    <a:pt x="293" y="387"/>
                    <a:pt x="293" y="387"/>
                    <a:pt x="293" y="387"/>
                  </a:cubicBezTo>
                  <a:cubicBezTo>
                    <a:pt x="143" y="387"/>
                    <a:pt x="143" y="387"/>
                    <a:pt x="143" y="387"/>
                  </a:cubicBezTo>
                  <a:cubicBezTo>
                    <a:pt x="153" y="345"/>
                    <a:pt x="153" y="345"/>
                    <a:pt x="153" y="345"/>
                  </a:cubicBezTo>
                  <a:cubicBezTo>
                    <a:pt x="120" y="345"/>
                    <a:pt x="120" y="345"/>
                    <a:pt x="120" y="345"/>
                  </a:cubicBezTo>
                  <a:cubicBezTo>
                    <a:pt x="84" y="387"/>
                    <a:pt x="84" y="387"/>
                    <a:pt x="84" y="387"/>
                  </a:cubicBezTo>
                  <a:cubicBezTo>
                    <a:pt x="83" y="387"/>
                    <a:pt x="83" y="387"/>
                    <a:pt x="83" y="387"/>
                  </a:cubicBezTo>
                  <a:cubicBezTo>
                    <a:pt x="33" y="347"/>
                    <a:pt x="0" y="286"/>
                    <a:pt x="0" y="216"/>
                  </a:cubicBezTo>
                  <a:cubicBezTo>
                    <a:pt x="0" y="97"/>
                    <a:pt x="97" y="0"/>
                    <a:pt x="217" y="0"/>
                  </a:cubicBezTo>
                  <a:close/>
                  <a:moveTo>
                    <a:pt x="111" y="308"/>
                  </a:moveTo>
                  <a:cubicBezTo>
                    <a:pt x="111" y="328"/>
                    <a:pt x="111" y="328"/>
                    <a:pt x="111" y="328"/>
                  </a:cubicBezTo>
                  <a:cubicBezTo>
                    <a:pt x="325" y="328"/>
                    <a:pt x="325" y="328"/>
                    <a:pt x="325" y="328"/>
                  </a:cubicBezTo>
                  <a:cubicBezTo>
                    <a:pt x="325" y="308"/>
                    <a:pt x="325" y="308"/>
                    <a:pt x="325" y="308"/>
                  </a:cubicBezTo>
                  <a:cubicBezTo>
                    <a:pt x="111" y="308"/>
                    <a:pt x="111" y="308"/>
                    <a:pt x="111" y="308"/>
                  </a:cubicBezTo>
                  <a:close/>
                  <a:moveTo>
                    <a:pt x="274" y="223"/>
                  </a:moveTo>
                  <a:cubicBezTo>
                    <a:pt x="260" y="223"/>
                    <a:pt x="249" y="235"/>
                    <a:pt x="249" y="248"/>
                  </a:cubicBezTo>
                  <a:cubicBezTo>
                    <a:pt x="249" y="262"/>
                    <a:pt x="260" y="274"/>
                    <a:pt x="274" y="274"/>
                  </a:cubicBezTo>
                  <a:cubicBezTo>
                    <a:pt x="288" y="274"/>
                    <a:pt x="299" y="262"/>
                    <a:pt x="299" y="248"/>
                  </a:cubicBezTo>
                  <a:cubicBezTo>
                    <a:pt x="299" y="235"/>
                    <a:pt x="288" y="223"/>
                    <a:pt x="274" y="223"/>
                  </a:cubicBezTo>
                  <a:close/>
                  <a:moveTo>
                    <a:pt x="160" y="223"/>
                  </a:moveTo>
                  <a:cubicBezTo>
                    <a:pt x="146" y="223"/>
                    <a:pt x="135" y="235"/>
                    <a:pt x="135" y="248"/>
                  </a:cubicBezTo>
                  <a:cubicBezTo>
                    <a:pt x="135" y="262"/>
                    <a:pt x="146" y="274"/>
                    <a:pt x="160" y="274"/>
                  </a:cubicBezTo>
                  <a:cubicBezTo>
                    <a:pt x="174" y="274"/>
                    <a:pt x="185" y="262"/>
                    <a:pt x="185" y="248"/>
                  </a:cubicBezTo>
                  <a:cubicBezTo>
                    <a:pt x="185" y="235"/>
                    <a:pt x="174" y="223"/>
                    <a:pt x="160" y="223"/>
                  </a:cubicBezTo>
                  <a:close/>
                  <a:moveTo>
                    <a:pt x="134" y="97"/>
                  </a:moveTo>
                  <a:cubicBezTo>
                    <a:pt x="128" y="190"/>
                    <a:pt x="128" y="190"/>
                    <a:pt x="128" y="190"/>
                  </a:cubicBezTo>
                  <a:cubicBezTo>
                    <a:pt x="306" y="190"/>
                    <a:pt x="306" y="190"/>
                    <a:pt x="306" y="190"/>
                  </a:cubicBezTo>
                  <a:cubicBezTo>
                    <a:pt x="300" y="97"/>
                    <a:pt x="300" y="97"/>
                    <a:pt x="300" y="97"/>
                  </a:cubicBezTo>
                  <a:lnTo>
                    <a:pt x="134" y="9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19" name="îśḻîḍé"/>
            <p:cNvSpPr/>
            <p:nvPr userDrawn="1"/>
          </p:nvSpPr>
          <p:spPr bwMode="auto">
            <a:xfrm>
              <a:off x="3552825" y="3122613"/>
              <a:ext cx="1031875" cy="1079500"/>
            </a:xfrm>
            <a:custGeom>
              <a:avLst/>
              <a:gdLst>
                <a:gd name="T0" fmla="*/ 565 w 650"/>
                <a:gd name="T1" fmla="*/ 189 h 680"/>
                <a:gd name="T2" fmla="*/ 532 w 650"/>
                <a:gd name="T3" fmla="*/ 189 h 680"/>
                <a:gd name="T4" fmla="*/ 532 w 650"/>
                <a:gd name="T5" fmla="*/ 94 h 680"/>
                <a:gd name="T6" fmla="*/ 494 w 650"/>
                <a:gd name="T7" fmla="*/ 94 h 680"/>
                <a:gd name="T8" fmla="*/ 494 w 650"/>
                <a:gd name="T9" fmla="*/ 126 h 680"/>
                <a:gd name="T10" fmla="*/ 478 w 650"/>
                <a:gd name="T11" fmla="*/ 126 h 680"/>
                <a:gd name="T12" fmla="*/ 478 w 650"/>
                <a:gd name="T13" fmla="*/ 16 h 680"/>
                <a:gd name="T14" fmla="*/ 446 w 650"/>
                <a:gd name="T15" fmla="*/ 0 h 680"/>
                <a:gd name="T16" fmla="*/ 374 w 650"/>
                <a:gd name="T17" fmla="*/ 14 h 680"/>
                <a:gd name="T18" fmla="*/ 374 w 650"/>
                <a:gd name="T19" fmla="*/ 60 h 680"/>
                <a:gd name="T20" fmla="*/ 357 w 650"/>
                <a:gd name="T21" fmla="*/ 52 h 680"/>
                <a:gd name="T22" fmla="*/ 302 w 650"/>
                <a:gd name="T23" fmla="*/ 62 h 680"/>
                <a:gd name="T24" fmla="*/ 301 w 650"/>
                <a:gd name="T25" fmla="*/ 262 h 680"/>
                <a:gd name="T26" fmla="*/ 266 w 650"/>
                <a:gd name="T27" fmla="*/ 262 h 680"/>
                <a:gd name="T28" fmla="*/ 266 w 650"/>
                <a:gd name="T29" fmla="*/ 118 h 680"/>
                <a:gd name="T30" fmla="*/ 238 w 650"/>
                <a:gd name="T31" fmla="*/ 118 h 680"/>
                <a:gd name="T32" fmla="*/ 238 w 650"/>
                <a:gd name="T33" fmla="*/ 60 h 680"/>
                <a:gd name="T34" fmla="*/ 102 w 650"/>
                <a:gd name="T35" fmla="*/ 60 h 680"/>
                <a:gd name="T36" fmla="*/ 102 w 650"/>
                <a:gd name="T37" fmla="*/ 247 h 680"/>
                <a:gd name="T38" fmla="*/ 0 w 650"/>
                <a:gd name="T39" fmla="*/ 247 h 680"/>
                <a:gd name="T40" fmla="*/ 0 w 650"/>
                <a:gd name="T41" fmla="*/ 679 h 680"/>
                <a:gd name="T42" fmla="*/ 102 w 650"/>
                <a:gd name="T43" fmla="*/ 679 h 680"/>
                <a:gd name="T44" fmla="*/ 133 w 650"/>
                <a:gd name="T45" fmla="*/ 679 h 680"/>
                <a:gd name="T46" fmla="*/ 218 w 650"/>
                <a:gd name="T47" fmla="*/ 679 h 680"/>
                <a:gd name="T48" fmla="*/ 218 w 650"/>
                <a:gd name="T49" fmla="*/ 680 h 680"/>
                <a:gd name="T50" fmla="*/ 299 w 650"/>
                <a:gd name="T51" fmla="*/ 680 h 680"/>
                <a:gd name="T52" fmla="*/ 335 w 650"/>
                <a:gd name="T53" fmla="*/ 680 h 680"/>
                <a:gd name="T54" fmla="*/ 371 w 650"/>
                <a:gd name="T55" fmla="*/ 680 h 680"/>
                <a:gd name="T56" fmla="*/ 380 w 650"/>
                <a:gd name="T57" fmla="*/ 680 h 680"/>
                <a:gd name="T58" fmla="*/ 476 w 650"/>
                <a:gd name="T59" fmla="*/ 680 h 680"/>
                <a:gd name="T60" fmla="*/ 476 w 650"/>
                <a:gd name="T61" fmla="*/ 677 h 680"/>
                <a:gd name="T62" fmla="*/ 586 w 650"/>
                <a:gd name="T63" fmla="*/ 677 h 680"/>
                <a:gd name="T64" fmla="*/ 586 w 650"/>
                <a:gd name="T65" fmla="*/ 411 h 680"/>
                <a:gd name="T66" fmla="*/ 650 w 650"/>
                <a:gd name="T67" fmla="*/ 411 h 680"/>
                <a:gd name="T68" fmla="*/ 650 w 650"/>
                <a:gd name="T69" fmla="*/ 110 h 680"/>
                <a:gd name="T70" fmla="*/ 594 w 650"/>
                <a:gd name="T71" fmla="*/ 110 h 680"/>
                <a:gd name="T72" fmla="*/ 594 w 650"/>
                <a:gd name="T73" fmla="*/ 4 h 680"/>
                <a:gd name="T74" fmla="*/ 585 w 650"/>
                <a:gd name="T75" fmla="*/ 4 h 680"/>
                <a:gd name="T76" fmla="*/ 585 w 650"/>
                <a:gd name="T77" fmla="*/ 110 h 680"/>
                <a:gd name="T78" fmla="*/ 565 w 650"/>
                <a:gd name="T79" fmla="*/ 110 h 680"/>
                <a:gd name="T80" fmla="*/ 565 w 650"/>
                <a:gd name="T81" fmla="*/ 189 h 6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50" h="680">
                  <a:moveTo>
                    <a:pt x="565" y="189"/>
                  </a:moveTo>
                  <a:lnTo>
                    <a:pt x="532" y="189"/>
                  </a:lnTo>
                  <a:lnTo>
                    <a:pt x="532" y="94"/>
                  </a:lnTo>
                  <a:lnTo>
                    <a:pt x="494" y="94"/>
                  </a:lnTo>
                  <a:lnTo>
                    <a:pt x="494" y="126"/>
                  </a:lnTo>
                  <a:lnTo>
                    <a:pt x="478" y="126"/>
                  </a:lnTo>
                  <a:lnTo>
                    <a:pt x="478" y="16"/>
                  </a:lnTo>
                  <a:lnTo>
                    <a:pt x="446" y="0"/>
                  </a:lnTo>
                  <a:lnTo>
                    <a:pt x="374" y="14"/>
                  </a:lnTo>
                  <a:lnTo>
                    <a:pt x="374" y="60"/>
                  </a:lnTo>
                  <a:lnTo>
                    <a:pt x="357" y="52"/>
                  </a:lnTo>
                  <a:lnTo>
                    <a:pt x="302" y="62"/>
                  </a:lnTo>
                  <a:lnTo>
                    <a:pt x="301" y="262"/>
                  </a:lnTo>
                  <a:lnTo>
                    <a:pt x="266" y="262"/>
                  </a:lnTo>
                  <a:lnTo>
                    <a:pt x="266" y="118"/>
                  </a:lnTo>
                  <a:lnTo>
                    <a:pt x="238" y="118"/>
                  </a:lnTo>
                  <a:lnTo>
                    <a:pt x="238" y="60"/>
                  </a:lnTo>
                  <a:lnTo>
                    <a:pt x="102" y="60"/>
                  </a:lnTo>
                  <a:lnTo>
                    <a:pt x="102" y="247"/>
                  </a:lnTo>
                  <a:lnTo>
                    <a:pt x="0" y="247"/>
                  </a:lnTo>
                  <a:lnTo>
                    <a:pt x="0" y="679"/>
                  </a:lnTo>
                  <a:lnTo>
                    <a:pt x="102" y="679"/>
                  </a:lnTo>
                  <a:lnTo>
                    <a:pt x="133" y="679"/>
                  </a:lnTo>
                  <a:lnTo>
                    <a:pt x="218" y="679"/>
                  </a:lnTo>
                  <a:lnTo>
                    <a:pt x="218" y="680"/>
                  </a:lnTo>
                  <a:lnTo>
                    <a:pt x="299" y="680"/>
                  </a:lnTo>
                  <a:lnTo>
                    <a:pt x="335" y="680"/>
                  </a:lnTo>
                  <a:lnTo>
                    <a:pt x="371" y="680"/>
                  </a:lnTo>
                  <a:lnTo>
                    <a:pt x="380" y="680"/>
                  </a:lnTo>
                  <a:lnTo>
                    <a:pt x="476" y="680"/>
                  </a:lnTo>
                  <a:lnTo>
                    <a:pt x="476" y="677"/>
                  </a:lnTo>
                  <a:lnTo>
                    <a:pt x="586" y="677"/>
                  </a:lnTo>
                  <a:lnTo>
                    <a:pt x="586" y="411"/>
                  </a:lnTo>
                  <a:lnTo>
                    <a:pt x="650" y="411"/>
                  </a:lnTo>
                  <a:lnTo>
                    <a:pt x="650" y="110"/>
                  </a:lnTo>
                  <a:lnTo>
                    <a:pt x="594" y="110"/>
                  </a:lnTo>
                  <a:lnTo>
                    <a:pt x="594" y="4"/>
                  </a:lnTo>
                  <a:lnTo>
                    <a:pt x="585" y="4"/>
                  </a:lnTo>
                  <a:lnTo>
                    <a:pt x="585" y="110"/>
                  </a:lnTo>
                  <a:lnTo>
                    <a:pt x="565" y="110"/>
                  </a:lnTo>
                  <a:lnTo>
                    <a:pt x="565" y="1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0" name="ísḷïďe"/>
            <p:cNvSpPr/>
            <p:nvPr userDrawn="1"/>
          </p:nvSpPr>
          <p:spPr bwMode="auto">
            <a:xfrm>
              <a:off x="6718300" y="2859088"/>
              <a:ext cx="1022350" cy="1335088"/>
            </a:xfrm>
            <a:custGeom>
              <a:avLst/>
              <a:gdLst>
                <a:gd name="T0" fmla="*/ 188 w 644"/>
                <a:gd name="T1" fmla="*/ 138 h 841"/>
                <a:gd name="T2" fmla="*/ 188 w 644"/>
                <a:gd name="T3" fmla="*/ 553 h 841"/>
                <a:gd name="T4" fmla="*/ 270 w 644"/>
                <a:gd name="T5" fmla="*/ 553 h 841"/>
                <a:gd name="T6" fmla="*/ 270 w 644"/>
                <a:gd name="T7" fmla="*/ 322 h 841"/>
                <a:gd name="T8" fmla="*/ 395 w 644"/>
                <a:gd name="T9" fmla="*/ 322 h 841"/>
                <a:gd name="T10" fmla="*/ 395 w 644"/>
                <a:gd name="T11" fmla="*/ 276 h 841"/>
                <a:gd name="T12" fmla="*/ 432 w 644"/>
                <a:gd name="T13" fmla="*/ 243 h 841"/>
                <a:gd name="T14" fmla="*/ 515 w 644"/>
                <a:gd name="T15" fmla="*/ 276 h 841"/>
                <a:gd name="T16" fmla="*/ 515 w 644"/>
                <a:gd name="T17" fmla="*/ 442 h 841"/>
                <a:gd name="T18" fmla="*/ 566 w 644"/>
                <a:gd name="T19" fmla="*/ 442 h 841"/>
                <a:gd name="T20" fmla="*/ 566 w 644"/>
                <a:gd name="T21" fmla="*/ 389 h 841"/>
                <a:gd name="T22" fmla="*/ 609 w 644"/>
                <a:gd name="T23" fmla="*/ 389 h 841"/>
                <a:gd name="T24" fmla="*/ 609 w 644"/>
                <a:gd name="T25" fmla="*/ 321 h 841"/>
                <a:gd name="T26" fmla="*/ 644 w 644"/>
                <a:gd name="T27" fmla="*/ 321 h 841"/>
                <a:gd name="T28" fmla="*/ 644 w 644"/>
                <a:gd name="T29" fmla="*/ 389 h 841"/>
                <a:gd name="T30" fmla="*/ 644 w 644"/>
                <a:gd name="T31" fmla="*/ 630 h 841"/>
                <a:gd name="T32" fmla="*/ 644 w 644"/>
                <a:gd name="T33" fmla="*/ 638 h 841"/>
                <a:gd name="T34" fmla="*/ 611 w 644"/>
                <a:gd name="T35" fmla="*/ 638 h 841"/>
                <a:gd name="T36" fmla="*/ 611 w 644"/>
                <a:gd name="T37" fmla="*/ 841 h 841"/>
                <a:gd name="T38" fmla="*/ 501 w 644"/>
                <a:gd name="T39" fmla="*/ 841 h 841"/>
                <a:gd name="T40" fmla="*/ 501 w 644"/>
                <a:gd name="T41" fmla="*/ 839 h 841"/>
                <a:gd name="T42" fmla="*/ 395 w 644"/>
                <a:gd name="T43" fmla="*/ 839 h 841"/>
                <a:gd name="T44" fmla="*/ 395 w 644"/>
                <a:gd name="T45" fmla="*/ 831 h 841"/>
                <a:gd name="T46" fmla="*/ 188 w 644"/>
                <a:gd name="T47" fmla="*/ 831 h 841"/>
                <a:gd name="T48" fmla="*/ 188 w 644"/>
                <a:gd name="T49" fmla="*/ 834 h 841"/>
                <a:gd name="T50" fmla="*/ 0 w 644"/>
                <a:gd name="T51" fmla="*/ 834 h 841"/>
                <a:gd name="T52" fmla="*/ 0 w 644"/>
                <a:gd name="T53" fmla="*/ 138 h 841"/>
                <a:gd name="T54" fmla="*/ 47 w 644"/>
                <a:gd name="T55" fmla="*/ 68 h 841"/>
                <a:gd name="T56" fmla="*/ 94 w 644"/>
                <a:gd name="T57" fmla="*/ 0 h 841"/>
                <a:gd name="T58" fmla="*/ 141 w 644"/>
                <a:gd name="T59" fmla="*/ 68 h 841"/>
                <a:gd name="T60" fmla="*/ 188 w 644"/>
                <a:gd name="T61" fmla="*/ 138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644" h="841">
                  <a:moveTo>
                    <a:pt x="188" y="138"/>
                  </a:moveTo>
                  <a:lnTo>
                    <a:pt x="188" y="553"/>
                  </a:lnTo>
                  <a:lnTo>
                    <a:pt x="270" y="553"/>
                  </a:lnTo>
                  <a:lnTo>
                    <a:pt x="270" y="322"/>
                  </a:lnTo>
                  <a:lnTo>
                    <a:pt x="395" y="322"/>
                  </a:lnTo>
                  <a:lnTo>
                    <a:pt x="395" y="276"/>
                  </a:lnTo>
                  <a:lnTo>
                    <a:pt x="432" y="243"/>
                  </a:lnTo>
                  <a:lnTo>
                    <a:pt x="515" y="276"/>
                  </a:lnTo>
                  <a:lnTo>
                    <a:pt x="515" y="442"/>
                  </a:lnTo>
                  <a:lnTo>
                    <a:pt x="566" y="442"/>
                  </a:lnTo>
                  <a:lnTo>
                    <a:pt x="566" y="389"/>
                  </a:lnTo>
                  <a:lnTo>
                    <a:pt x="609" y="389"/>
                  </a:lnTo>
                  <a:lnTo>
                    <a:pt x="609" y="321"/>
                  </a:lnTo>
                  <a:lnTo>
                    <a:pt x="644" y="321"/>
                  </a:lnTo>
                  <a:lnTo>
                    <a:pt x="644" y="389"/>
                  </a:lnTo>
                  <a:lnTo>
                    <a:pt x="644" y="630"/>
                  </a:lnTo>
                  <a:lnTo>
                    <a:pt x="644" y="638"/>
                  </a:lnTo>
                  <a:lnTo>
                    <a:pt x="611" y="638"/>
                  </a:lnTo>
                  <a:lnTo>
                    <a:pt x="611" y="841"/>
                  </a:lnTo>
                  <a:lnTo>
                    <a:pt x="501" y="841"/>
                  </a:lnTo>
                  <a:lnTo>
                    <a:pt x="501" y="839"/>
                  </a:lnTo>
                  <a:lnTo>
                    <a:pt x="395" y="839"/>
                  </a:lnTo>
                  <a:lnTo>
                    <a:pt x="395" y="831"/>
                  </a:lnTo>
                  <a:lnTo>
                    <a:pt x="188" y="831"/>
                  </a:lnTo>
                  <a:lnTo>
                    <a:pt x="188" y="834"/>
                  </a:lnTo>
                  <a:lnTo>
                    <a:pt x="0" y="834"/>
                  </a:lnTo>
                  <a:lnTo>
                    <a:pt x="0" y="138"/>
                  </a:lnTo>
                  <a:lnTo>
                    <a:pt x="47" y="68"/>
                  </a:lnTo>
                  <a:lnTo>
                    <a:pt x="94" y="0"/>
                  </a:lnTo>
                  <a:lnTo>
                    <a:pt x="141" y="68"/>
                  </a:lnTo>
                  <a:lnTo>
                    <a:pt x="188" y="13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1" name="iṡlïďê"/>
            <p:cNvSpPr/>
            <p:nvPr userDrawn="1"/>
          </p:nvSpPr>
          <p:spPr bwMode="auto">
            <a:xfrm>
              <a:off x="7575550" y="3108325"/>
              <a:ext cx="611188" cy="1101725"/>
            </a:xfrm>
            <a:custGeom>
              <a:avLst/>
              <a:gdLst>
                <a:gd name="T0" fmla="*/ 126 w 385"/>
                <a:gd name="T1" fmla="*/ 365 h 694"/>
                <a:gd name="T2" fmla="*/ 229 w 385"/>
                <a:gd name="T3" fmla="*/ 365 h 694"/>
                <a:gd name="T4" fmla="*/ 229 w 385"/>
                <a:gd name="T5" fmla="*/ 262 h 694"/>
                <a:gd name="T6" fmla="*/ 235 w 385"/>
                <a:gd name="T7" fmla="*/ 262 h 694"/>
                <a:gd name="T8" fmla="*/ 235 w 385"/>
                <a:gd name="T9" fmla="*/ 187 h 694"/>
                <a:gd name="T10" fmla="*/ 280 w 385"/>
                <a:gd name="T11" fmla="*/ 187 h 694"/>
                <a:gd name="T12" fmla="*/ 280 w 385"/>
                <a:gd name="T13" fmla="*/ 138 h 694"/>
                <a:gd name="T14" fmla="*/ 284 w 385"/>
                <a:gd name="T15" fmla="*/ 138 h 694"/>
                <a:gd name="T16" fmla="*/ 284 w 385"/>
                <a:gd name="T17" fmla="*/ 0 h 694"/>
                <a:gd name="T18" fmla="*/ 296 w 385"/>
                <a:gd name="T19" fmla="*/ 0 h 694"/>
                <a:gd name="T20" fmla="*/ 296 w 385"/>
                <a:gd name="T21" fmla="*/ 138 h 694"/>
                <a:gd name="T22" fmla="*/ 327 w 385"/>
                <a:gd name="T23" fmla="*/ 138 h 694"/>
                <a:gd name="T24" fmla="*/ 327 w 385"/>
                <a:gd name="T25" fmla="*/ 262 h 694"/>
                <a:gd name="T26" fmla="*/ 366 w 385"/>
                <a:gd name="T27" fmla="*/ 262 h 694"/>
                <a:gd name="T28" fmla="*/ 366 w 385"/>
                <a:gd name="T29" fmla="*/ 376 h 694"/>
                <a:gd name="T30" fmla="*/ 385 w 385"/>
                <a:gd name="T31" fmla="*/ 376 h 694"/>
                <a:gd name="T32" fmla="*/ 385 w 385"/>
                <a:gd name="T33" fmla="*/ 663 h 694"/>
                <a:gd name="T34" fmla="*/ 366 w 385"/>
                <a:gd name="T35" fmla="*/ 663 h 694"/>
                <a:gd name="T36" fmla="*/ 366 w 385"/>
                <a:gd name="T37" fmla="*/ 694 h 694"/>
                <a:gd name="T38" fmla="*/ 229 w 385"/>
                <a:gd name="T39" fmla="*/ 694 h 694"/>
                <a:gd name="T40" fmla="*/ 229 w 385"/>
                <a:gd name="T41" fmla="*/ 689 h 694"/>
                <a:gd name="T42" fmla="*/ 126 w 385"/>
                <a:gd name="T43" fmla="*/ 689 h 694"/>
                <a:gd name="T44" fmla="*/ 126 w 385"/>
                <a:gd name="T45" fmla="*/ 683 h 694"/>
                <a:gd name="T46" fmla="*/ 0 w 385"/>
                <a:gd name="T47" fmla="*/ 683 h 694"/>
                <a:gd name="T48" fmla="*/ 0 w 385"/>
                <a:gd name="T49" fmla="*/ 445 h 694"/>
                <a:gd name="T50" fmla="*/ 126 w 385"/>
                <a:gd name="T51" fmla="*/ 445 h 694"/>
                <a:gd name="T52" fmla="*/ 126 w 385"/>
                <a:gd name="T53" fmla="*/ 365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5" h="694">
                  <a:moveTo>
                    <a:pt x="126" y="365"/>
                  </a:moveTo>
                  <a:lnTo>
                    <a:pt x="229" y="365"/>
                  </a:lnTo>
                  <a:lnTo>
                    <a:pt x="229" y="262"/>
                  </a:lnTo>
                  <a:lnTo>
                    <a:pt x="235" y="262"/>
                  </a:lnTo>
                  <a:lnTo>
                    <a:pt x="235" y="187"/>
                  </a:lnTo>
                  <a:lnTo>
                    <a:pt x="280" y="187"/>
                  </a:lnTo>
                  <a:lnTo>
                    <a:pt x="280" y="138"/>
                  </a:lnTo>
                  <a:lnTo>
                    <a:pt x="284" y="138"/>
                  </a:lnTo>
                  <a:lnTo>
                    <a:pt x="284" y="0"/>
                  </a:lnTo>
                  <a:lnTo>
                    <a:pt x="296" y="0"/>
                  </a:lnTo>
                  <a:lnTo>
                    <a:pt x="296" y="138"/>
                  </a:lnTo>
                  <a:lnTo>
                    <a:pt x="327" y="138"/>
                  </a:lnTo>
                  <a:lnTo>
                    <a:pt x="327" y="262"/>
                  </a:lnTo>
                  <a:lnTo>
                    <a:pt x="366" y="262"/>
                  </a:lnTo>
                  <a:lnTo>
                    <a:pt x="366" y="376"/>
                  </a:lnTo>
                  <a:lnTo>
                    <a:pt x="385" y="376"/>
                  </a:lnTo>
                  <a:lnTo>
                    <a:pt x="385" y="663"/>
                  </a:lnTo>
                  <a:lnTo>
                    <a:pt x="366" y="663"/>
                  </a:lnTo>
                  <a:lnTo>
                    <a:pt x="366" y="694"/>
                  </a:lnTo>
                  <a:lnTo>
                    <a:pt x="229" y="694"/>
                  </a:lnTo>
                  <a:lnTo>
                    <a:pt x="229" y="689"/>
                  </a:lnTo>
                  <a:lnTo>
                    <a:pt x="126" y="689"/>
                  </a:lnTo>
                  <a:lnTo>
                    <a:pt x="126" y="683"/>
                  </a:lnTo>
                  <a:lnTo>
                    <a:pt x="0" y="683"/>
                  </a:lnTo>
                  <a:lnTo>
                    <a:pt x="0" y="445"/>
                  </a:lnTo>
                  <a:lnTo>
                    <a:pt x="126" y="445"/>
                  </a:lnTo>
                  <a:lnTo>
                    <a:pt x="126" y="3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2" name="iş1íde"/>
            <p:cNvSpPr/>
            <p:nvPr userDrawn="1"/>
          </p:nvSpPr>
          <p:spPr bwMode="auto">
            <a:xfrm>
              <a:off x="8215313" y="3255963"/>
              <a:ext cx="395288" cy="954088"/>
            </a:xfrm>
            <a:custGeom>
              <a:avLst/>
              <a:gdLst>
                <a:gd name="T0" fmla="*/ 0 w 249"/>
                <a:gd name="T1" fmla="*/ 270 h 601"/>
                <a:gd name="T2" fmla="*/ 78 w 249"/>
                <a:gd name="T3" fmla="*/ 270 h 601"/>
                <a:gd name="T4" fmla="*/ 78 w 249"/>
                <a:gd name="T5" fmla="*/ 144 h 601"/>
                <a:gd name="T6" fmla="*/ 110 w 249"/>
                <a:gd name="T7" fmla="*/ 144 h 601"/>
                <a:gd name="T8" fmla="*/ 110 w 249"/>
                <a:gd name="T9" fmla="*/ 0 h 601"/>
                <a:gd name="T10" fmla="*/ 120 w 249"/>
                <a:gd name="T11" fmla="*/ 0 h 601"/>
                <a:gd name="T12" fmla="*/ 120 w 249"/>
                <a:gd name="T13" fmla="*/ 144 h 601"/>
                <a:gd name="T14" fmla="*/ 164 w 249"/>
                <a:gd name="T15" fmla="*/ 144 h 601"/>
                <a:gd name="T16" fmla="*/ 164 w 249"/>
                <a:gd name="T17" fmla="*/ 81 h 601"/>
                <a:gd name="T18" fmla="*/ 249 w 249"/>
                <a:gd name="T19" fmla="*/ 81 h 601"/>
                <a:gd name="T20" fmla="*/ 249 w 249"/>
                <a:gd name="T21" fmla="*/ 144 h 601"/>
                <a:gd name="T22" fmla="*/ 249 w 249"/>
                <a:gd name="T23" fmla="*/ 163 h 601"/>
                <a:gd name="T24" fmla="*/ 249 w 249"/>
                <a:gd name="T25" fmla="*/ 601 h 601"/>
                <a:gd name="T26" fmla="*/ 78 w 249"/>
                <a:gd name="T27" fmla="*/ 601 h 601"/>
                <a:gd name="T28" fmla="*/ 78 w 249"/>
                <a:gd name="T29" fmla="*/ 582 h 601"/>
                <a:gd name="T30" fmla="*/ 0 w 249"/>
                <a:gd name="T31" fmla="*/ 582 h 601"/>
                <a:gd name="T32" fmla="*/ 0 w 249"/>
                <a:gd name="T33" fmla="*/ 270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9" h="601">
                  <a:moveTo>
                    <a:pt x="0" y="270"/>
                  </a:moveTo>
                  <a:lnTo>
                    <a:pt x="78" y="270"/>
                  </a:lnTo>
                  <a:lnTo>
                    <a:pt x="78" y="144"/>
                  </a:lnTo>
                  <a:lnTo>
                    <a:pt x="110" y="144"/>
                  </a:lnTo>
                  <a:lnTo>
                    <a:pt x="110" y="0"/>
                  </a:lnTo>
                  <a:lnTo>
                    <a:pt x="120" y="0"/>
                  </a:lnTo>
                  <a:lnTo>
                    <a:pt x="120" y="144"/>
                  </a:lnTo>
                  <a:lnTo>
                    <a:pt x="164" y="144"/>
                  </a:lnTo>
                  <a:lnTo>
                    <a:pt x="164" y="81"/>
                  </a:lnTo>
                  <a:lnTo>
                    <a:pt x="249" y="81"/>
                  </a:lnTo>
                  <a:lnTo>
                    <a:pt x="249" y="144"/>
                  </a:lnTo>
                  <a:lnTo>
                    <a:pt x="249" y="163"/>
                  </a:lnTo>
                  <a:lnTo>
                    <a:pt x="249" y="601"/>
                  </a:lnTo>
                  <a:lnTo>
                    <a:pt x="78" y="601"/>
                  </a:lnTo>
                  <a:lnTo>
                    <a:pt x="78" y="582"/>
                  </a:lnTo>
                  <a:lnTo>
                    <a:pt x="0" y="582"/>
                  </a:lnTo>
                  <a:lnTo>
                    <a:pt x="0" y="2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3" name="îşļíďe"/>
            <p:cNvSpPr/>
            <p:nvPr userDrawn="1"/>
          </p:nvSpPr>
          <p:spPr bwMode="auto">
            <a:xfrm>
              <a:off x="8680450" y="3362325"/>
              <a:ext cx="522288" cy="865188"/>
            </a:xfrm>
            <a:custGeom>
              <a:avLst/>
              <a:gdLst>
                <a:gd name="T0" fmla="*/ 0 w 329"/>
                <a:gd name="T1" fmla="*/ 240 h 545"/>
                <a:gd name="T2" fmla="*/ 86 w 329"/>
                <a:gd name="T3" fmla="*/ 155 h 545"/>
                <a:gd name="T4" fmla="*/ 151 w 329"/>
                <a:gd name="T5" fmla="*/ 209 h 545"/>
                <a:gd name="T6" fmla="*/ 151 w 329"/>
                <a:gd name="T7" fmla="*/ 116 h 545"/>
                <a:gd name="T8" fmla="*/ 329 w 329"/>
                <a:gd name="T9" fmla="*/ 0 h 545"/>
                <a:gd name="T10" fmla="*/ 329 w 329"/>
                <a:gd name="T11" fmla="*/ 536 h 545"/>
                <a:gd name="T12" fmla="*/ 186 w 329"/>
                <a:gd name="T13" fmla="*/ 536 h 545"/>
                <a:gd name="T14" fmla="*/ 186 w 329"/>
                <a:gd name="T15" fmla="*/ 545 h 545"/>
                <a:gd name="T16" fmla="*/ 0 w 329"/>
                <a:gd name="T17" fmla="*/ 545 h 545"/>
                <a:gd name="T18" fmla="*/ 0 w 329"/>
                <a:gd name="T19" fmla="*/ 240 h 5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29" h="545">
                  <a:moveTo>
                    <a:pt x="0" y="240"/>
                  </a:moveTo>
                  <a:lnTo>
                    <a:pt x="86" y="155"/>
                  </a:lnTo>
                  <a:lnTo>
                    <a:pt x="151" y="209"/>
                  </a:lnTo>
                  <a:lnTo>
                    <a:pt x="151" y="116"/>
                  </a:lnTo>
                  <a:lnTo>
                    <a:pt x="329" y="0"/>
                  </a:lnTo>
                  <a:lnTo>
                    <a:pt x="329" y="536"/>
                  </a:lnTo>
                  <a:lnTo>
                    <a:pt x="186" y="536"/>
                  </a:lnTo>
                  <a:lnTo>
                    <a:pt x="186" y="545"/>
                  </a:lnTo>
                  <a:lnTo>
                    <a:pt x="0" y="545"/>
                  </a:lnTo>
                  <a:lnTo>
                    <a:pt x="0" y="24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4" name="îş1îḓê"/>
            <p:cNvSpPr/>
            <p:nvPr userDrawn="1"/>
          </p:nvSpPr>
          <p:spPr bwMode="auto">
            <a:xfrm>
              <a:off x="2776538" y="3571875"/>
              <a:ext cx="731838" cy="631825"/>
            </a:xfrm>
            <a:custGeom>
              <a:avLst/>
              <a:gdLst>
                <a:gd name="T0" fmla="*/ 384 w 461"/>
                <a:gd name="T1" fmla="*/ 0 h 398"/>
                <a:gd name="T2" fmla="*/ 461 w 461"/>
                <a:gd name="T3" fmla="*/ 0 h 398"/>
                <a:gd name="T4" fmla="*/ 461 w 461"/>
                <a:gd name="T5" fmla="*/ 371 h 398"/>
                <a:gd name="T6" fmla="*/ 396 w 461"/>
                <a:gd name="T7" fmla="*/ 371 h 398"/>
                <a:gd name="T8" fmla="*/ 396 w 461"/>
                <a:gd name="T9" fmla="*/ 398 h 398"/>
                <a:gd name="T10" fmla="*/ 230 w 461"/>
                <a:gd name="T11" fmla="*/ 398 h 398"/>
                <a:gd name="T12" fmla="*/ 230 w 461"/>
                <a:gd name="T13" fmla="*/ 66 h 398"/>
                <a:gd name="T14" fmla="*/ 384 w 461"/>
                <a:gd name="T15" fmla="*/ 66 h 398"/>
                <a:gd name="T16" fmla="*/ 384 w 461"/>
                <a:gd name="T17" fmla="*/ 0 h 398"/>
                <a:gd name="T18" fmla="*/ 384 w 461"/>
                <a:gd name="T19" fmla="*/ 0 h 398"/>
                <a:gd name="T20" fmla="*/ 0 w 461"/>
                <a:gd name="T21" fmla="*/ 0 h 398"/>
                <a:gd name="T22" fmla="*/ 128 w 461"/>
                <a:gd name="T23" fmla="*/ 0 h 398"/>
                <a:gd name="T24" fmla="*/ 128 w 461"/>
                <a:gd name="T25" fmla="*/ 114 h 398"/>
                <a:gd name="T26" fmla="*/ 180 w 461"/>
                <a:gd name="T27" fmla="*/ 114 h 398"/>
                <a:gd name="T28" fmla="*/ 180 w 461"/>
                <a:gd name="T29" fmla="*/ 391 h 398"/>
                <a:gd name="T30" fmla="*/ 128 w 461"/>
                <a:gd name="T31" fmla="*/ 391 h 398"/>
                <a:gd name="T32" fmla="*/ 75 w 461"/>
                <a:gd name="T33" fmla="*/ 391 h 398"/>
                <a:gd name="T34" fmla="*/ 0 w 461"/>
                <a:gd name="T35" fmla="*/ 391 h 398"/>
                <a:gd name="T36" fmla="*/ 0 w 461"/>
                <a:gd name="T37" fmla="*/ 0 h 3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61" h="398">
                  <a:moveTo>
                    <a:pt x="384" y="0"/>
                  </a:moveTo>
                  <a:lnTo>
                    <a:pt x="461" y="0"/>
                  </a:lnTo>
                  <a:lnTo>
                    <a:pt x="461" y="371"/>
                  </a:lnTo>
                  <a:lnTo>
                    <a:pt x="396" y="371"/>
                  </a:lnTo>
                  <a:lnTo>
                    <a:pt x="396" y="398"/>
                  </a:lnTo>
                  <a:lnTo>
                    <a:pt x="230" y="398"/>
                  </a:lnTo>
                  <a:lnTo>
                    <a:pt x="230" y="66"/>
                  </a:lnTo>
                  <a:lnTo>
                    <a:pt x="384" y="66"/>
                  </a:lnTo>
                  <a:lnTo>
                    <a:pt x="384" y="0"/>
                  </a:lnTo>
                  <a:lnTo>
                    <a:pt x="384" y="0"/>
                  </a:lnTo>
                  <a:close/>
                  <a:moveTo>
                    <a:pt x="0" y="0"/>
                  </a:moveTo>
                  <a:lnTo>
                    <a:pt x="128" y="0"/>
                  </a:lnTo>
                  <a:lnTo>
                    <a:pt x="128" y="114"/>
                  </a:lnTo>
                  <a:lnTo>
                    <a:pt x="180" y="114"/>
                  </a:lnTo>
                  <a:lnTo>
                    <a:pt x="180" y="391"/>
                  </a:lnTo>
                  <a:lnTo>
                    <a:pt x="128" y="391"/>
                  </a:lnTo>
                  <a:lnTo>
                    <a:pt x="75" y="391"/>
                  </a:lnTo>
                  <a:lnTo>
                    <a:pt x="0" y="391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5" name="iṥḷîďê"/>
            <p:cNvSpPr/>
            <p:nvPr userDrawn="1"/>
          </p:nvSpPr>
          <p:spPr bwMode="auto">
            <a:xfrm>
              <a:off x="6273800" y="2559050"/>
              <a:ext cx="477838" cy="1622425"/>
            </a:xfrm>
            <a:custGeom>
              <a:avLst/>
              <a:gdLst>
                <a:gd name="T0" fmla="*/ 281 w 295"/>
                <a:gd name="T1" fmla="*/ 1001 h 1001"/>
                <a:gd name="T2" fmla="*/ 226 w 295"/>
                <a:gd name="T3" fmla="*/ 93 h 1001"/>
                <a:gd name="T4" fmla="*/ 257 w 295"/>
                <a:gd name="T5" fmla="*/ 183 h 1001"/>
                <a:gd name="T6" fmla="*/ 75 w 295"/>
                <a:gd name="T7" fmla="*/ 183 h 1001"/>
                <a:gd name="T8" fmla="*/ 201 w 295"/>
                <a:gd name="T9" fmla="*/ 200 h 1001"/>
                <a:gd name="T10" fmla="*/ 43 w 295"/>
                <a:gd name="T11" fmla="*/ 200 h 1001"/>
                <a:gd name="T12" fmla="*/ 68 w 295"/>
                <a:gd name="T13" fmla="*/ 236 h 1001"/>
                <a:gd name="T14" fmla="*/ 257 w 295"/>
                <a:gd name="T15" fmla="*/ 291 h 1001"/>
                <a:gd name="T16" fmla="*/ 43 w 295"/>
                <a:gd name="T17" fmla="*/ 291 h 1001"/>
                <a:gd name="T18" fmla="*/ 201 w 295"/>
                <a:gd name="T19" fmla="*/ 308 h 1001"/>
                <a:gd name="T20" fmla="*/ 170 w 295"/>
                <a:gd name="T21" fmla="*/ 308 h 1001"/>
                <a:gd name="T22" fmla="*/ 99 w 295"/>
                <a:gd name="T23" fmla="*/ 308 h 1001"/>
                <a:gd name="T24" fmla="*/ 163 w 295"/>
                <a:gd name="T25" fmla="*/ 363 h 1001"/>
                <a:gd name="T26" fmla="*/ 75 w 295"/>
                <a:gd name="T27" fmla="*/ 363 h 1001"/>
                <a:gd name="T28" fmla="*/ 201 w 295"/>
                <a:gd name="T29" fmla="*/ 380 h 1001"/>
                <a:gd name="T30" fmla="*/ 107 w 295"/>
                <a:gd name="T31" fmla="*/ 380 h 1001"/>
                <a:gd name="T32" fmla="*/ 257 w 295"/>
                <a:gd name="T33" fmla="*/ 416 h 1001"/>
                <a:gd name="T34" fmla="*/ 163 w 295"/>
                <a:gd name="T35" fmla="*/ 435 h 1001"/>
                <a:gd name="T36" fmla="*/ 43 w 295"/>
                <a:gd name="T37" fmla="*/ 435 h 1001"/>
                <a:gd name="T38" fmla="*/ 233 w 295"/>
                <a:gd name="T39" fmla="*/ 452 h 1001"/>
                <a:gd name="T40" fmla="*/ 170 w 295"/>
                <a:gd name="T41" fmla="*/ 452 h 1001"/>
                <a:gd name="T42" fmla="*/ 131 w 295"/>
                <a:gd name="T43" fmla="*/ 452 h 1001"/>
                <a:gd name="T44" fmla="*/ 226 w 295"/>
                <a:gd name="T45" fmla="*/ 507 h 1001"/>
                <a:gd name="T46" fmla="*/ 138 w 295"/>
                <a:gd name="T47" fmla="*/ 507 h 1001"/>
                <a:gd name="T48" fmla="*/ 43 w 295"/>
                <a:gd name="T49" fmla="*/ 488 h 1001"/>
                <a:gd name="T50" fmla="*/ 75 w 295"/>
                <a:gd name="T51" fmla="*/ 488 h 1001"/>
                <a:gd name="T52" fmla="*/ 226 w 295"/>
                <a:gd name="T53" fmla="*/ 524 h 1001"/>
                <a:gd name="T54" fmla="*/ 68 w 295"/>
                <a:gd name="T55" fmla="*/ 542 h 1001"/>
                <a:gd name="T56" fmla="*/ 201 w 295"/>
                <a:gd name="T57" fmla="*/ 578 h 1001"/>
                <a:gd name="T58" fmla="*/ 107 w 295"/>
                <a:gd name="T59" fmla="*/ 560 h 1001"/>
                <a:gd name="T60" fmla="*/ 43 w 295"/>
                <a:gd name="T61" fmla="*/ 560 h 1001"/>
                <a:gd name="T62" fmla="*/ 257 w 295"/>
                <a:gd name="T63" fmla="*/ 595 h 1001"/>
                <a:gd name="T64" fmla="*/ 194 w 295"/>
                <a:gd name="T65" fmla="*/ 614 h 1001"/>
                <a:gd name="T66" fmla="*/ 43 w 295"/>
                <a:gd name="T67" fmla="*/ 614 h 1001"/>
                <a:gd name="T68" fmla="*/ 201 w 295"/>
                <a:gd name="T69" fmla="*/ 631 h 1001"/>
                <a:gd name="T70" fmla="*/ 170 w 295"/>
                <a:gd name="T71" fmla="*/ 631 h 1001"/>
                <a:gd name="T72" fmla="*/ 257 w 295"/>
                <a:gd name="T73" fmla="*/ 667 h 1001"/>
                <a:gd name="T74" fmla="*/ 194 w 295"/>
                <a:gd name="T75" fmla="*/ 686 h 1001"/>
                <a:gd name="T76" fmla="*/ 201 w 295"/>
                <a:gd name="T77" fmla="*/ 722 h 1001"/>
                <a:gd name="T78" fmla="*/ 107 w 295"/>
                <a:gd name="T79" fmla="*/ 703 h 1001"/>
                <a:gd name="T80" fmla="*/ 43 w 295"/>
                <a:gd name="T81" fmla="*/ 703 h 1001"/>
                <a:gd name="T82" fmla="*/ 226 w 295"/>
                <a:gd name="T83" fmla="*/ 739 h 1001"/>
                <a:gd name="T84" fmla="*/ 163 w 295"/>
                <a:gd name="T85" fmla="*/ 758 h 1001"/>
                <a:gd name="T86" fmla="*/ 233 w 295"/>
                <a:gd name="T87" fmla="*/ 794 h 1001"/>
                <a:gd name="T88" fmla="*/ 138 w 295"/>
                <a:gd name="T89" fmla="*/ 775 h 1001"/>
                <a:gd name="T90" fmla="*/ 107 w 295"/>
                <a:gd name="T91" fmla="*/ 775 h 1001"/>
                <a:gd name="T92" fmla="*/ 257 w 295"/>
                <a:gd name="T93" fmla="*/ 811 h 1001"/>
                <a:gd name="T94" fmla="*/ 194 w 295"/>
                <a:gd name="T95" fmla="*/ 830 h 1001"/>
                <a:gd name="T96" fmla="*/ 75 w 295"/>
                <a:gd name="T97" fmla="*/ 830 h 1001"/>
                <a:gd name="T98" fmla="*/ 201 w 295"/>
                <a:gd name="T99" fmla="*/ 847 h 1001"/>
                <a:gd name="T100" fmla="*/ 138 w 295"/>
                <a:gd name="T101" fmla="*/ 847 h 1001"/>
                <a:gd name="T102" fmla="*/ 68 w 295"/>
                <a:gd name="T103" fmla="*/ 847 h 1001"/>
                <a:gd name="T104" fmla="*/ 257 w 295"/>
                <a:gd name="T105" fmla="*/ 902 h 1001"/>
                <a:gd name="T106" fmla="*/ 170 w 295"/>
                <a:gd name="T107" fmla="*/ 902 h 1001"/>
                <a:gd name="T108" fmla="*/ 43 w 295"/>
                <a:gd name="T109" fmla="*/ 883 h 1001"/>
                <a:gd name="T110" fmla="*/ 75 w 295"/>
                <a:gd name="T111" fmla="*/ 883 h 1001"/>
                <a:gd name="T112" fmla="*/ 68 w 295"/>
                <a:gd name="T113" fmla="*/ 57 h 1001"/>
                <a:gd name="T114" fmla="*/ 257 w 295"/>
                <a:gd name="T115" fmla="*/ 937 h 1001"/>
                <a:gd name="T116" fmla="*/ 170 w 295"/>
                <a:gd name="T117" fmla="*/ 937 h 1001"/>
                <a:gd name="T118" fmla="*/ 43 w 295"/>
                <a:gd name="T119" fmla="*/ 919 h 1001"/>
                <a:gd name="T120" fmla="*/ 75 w 295"/>
                <a:gd name="T121" fmla="*/ 919 h 10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5" h="1001">
                  <a:moveTo>
                    <a:pt x="281" y="1001"/>
                  </a:moveTo>
                  <a:cubicBezTo>
                    <a:pt x="17" y="1001"/>
                    <a:pt x="17" y="1001"/>
                    <a:pt x="17" y="1001"/>
                  </a:cubicBezTo>
                  <a:cubicBezTo>
                    <a:pt x="17" y="36"/>
                    <a:pt x="17" y="36"/>
                    <a:pt x="17" y="36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95" y="0"/>
                    <a:pt x="295" y="0"/>
                    <a:pt x="295" y="0"/>
                  </a:cubicBezTo>
                  <a:cubicBezTo>
                    <a:pt x="295" y="36"/>
                    <a:pt x="295" y="36"/>
                    <a:pt x="295" y="36"/>
                  </a:cubicBezTo>
                  <a:cubicBezTo>
                    <a:pt x="281" y="36"/>
                    <a:pt x="281" y="36"/>
                    <a:pt x="281" y="36"/>
                  </a:cubicBezTo>
                  <a:cubicBezTo>
                    <a:pt x="281" y="1001"/>
                    <a:pt x="281" y="1001"/>
                    <a:pt x="281" y="1001"/>
                  </a:cubicBezTo>
                  <a:close/>
                  <a:moveTo>
                    <a:pt x="233" y="93"/>
                  </a:moveTo>
                  <a:cubicBezTo>
                    <a:pt x="233" y="99"/>
                    <a:pt x="233" y="105"/>
                    <a:pt x="233" y="111"/>
                  </a:cubicBezTo>
                  <a:cubicBezTo>
                    <a:pt x="241" y="111"/>
                    <a:pt x="249" y="111"/>
                    <a:pt x="257" y="111"/>
                  </a:cubicBezTo>
                  <a:cubicBezTo>
                    <a:pt x="257" y="105"/>
                    <a:pt x="257" y="99"/>
                    <a:pt x="257" y="93"/>
                  </a:cubicBezTo>
                  <a:cubicBezTo>
                    <a:pt x="249" y="93"/>
                    <a:pt x="241" y="93"/>
                    <a:pt x="233" y="93"/>
                  </a:cubicBezTo>
                  <a:close/>
                  <a:moveTo>
                    <a:pt x="201" y="93"/>
                  </a:moveTo>
                  <a:cubicBezTo>
                    <a:pt x="201" y="99"/>
                    <a:pt x="201" y="105"/>
                    <a:pt x="201" y="111"/>
                  </a:cubicBezTo>
                  <a:cubicBezTo>
                    <a:pt x="210" y="111"/>
                    <a:pt x="218" y="111"/>
                    <a:pt x="226" y="111"/>
                  </a:cubicBezTo>
                  <a:cubicBezTo>
                    <a:pt x="226" y="105"/>
                    <a:pt x="226" y="99"/>
                    <a:pt x="226" y="93"/>
                  </a:cubicBezTo>
                  <a:cubicBezTo>
                    <a:pt x="218" y="93"/>
                    <a:pt x="210" y="93"/>
                    <a:pt x="201" y="93"/>
                  </a:cubicBezTo>
                  <a:close/>
                  <a:moveTo>
                    <a:pt x="233" y="129"/>
                  </a:moveTo>
                  <a:cubicBezTo>
                    <a:pt x="233" y="135"/>
                    <a:pt x="233" y="141"/>
                    <a:pt x="233" y="147"/>
                  </a:cubicBezTo>
                  <a:cubicBezTo>
                    <a:pt x="241" y="147"/>
                    <a:pt x="249" y="147"/>
                    <a:pt x="257" y="147"/>
                  </a:cubicBezTo>
                  <a:cubicBezTo>
                    <a:pt x="257" y="141"/>
                    <a:pt x="257" y="135"/>
                    <a:pt x="257" y="129"/>
                  </a:cubicBezTo>
                  <a:cubicBezTo>
                    <a:pt x="249" y="129"/>
                    <a:pt x="241" y="129"/>
                    <a:pt x="233" y="129"/>
                  </a:cubicBezTo>
                  <a:close/>
                  <a:moveTo>
                    <a:pt x="233" y="164"/>
                  </a:moveTo>
                  <a:cubicBezTo>
                    <a:pt x="233" y="171"/>
                    <a:pt x="233" y="177"/>
                    <a:pt x="233" y="183"/>
                  </a:cubicBezTo>
                  <a:cubicBezTo>
                    <a:pt x="241" y="183"/>
                    <a:pt x="249" y="183"/>
                    <a:pt x="257" y="183"/>
                  </a:cubicBezTo>
                  <a:cubicBezTo>
                    <a:pt x="257" y="177"/>
                    <a:pt x="257" y="171"/>
                    <a:pt x="257" y="164"/>
                  </a:cubicBezTo>
                  <a:cubicBezTo>
                    <a:pt x="249" y="164"/>
                    <a:pt x="241" y="164"/>
                    <a:pt x="233" y="164"/>
                  </a:cubicBezTo>
                  <a:close/>
                  <a:moveTo>
                    <a:pt x="201" y="164"/>
                  </a:moveTo>
                  <a:cubicBezTo>
                    <a:pt x="201" y="171"/>
                    <a:pt x="201" y="177"/>
                    <a:pt x="201" y="183"/>
                  </a:cubicBezTo>
                  <a:cubicBezTo>
                    <a:pt x="210" y="183"/>
                    <a:pt x="218" y="183"/>
                    <a:pt x="226" y="183"/>
                  </a:cubicBezTo>
                  <a:cubicBezTo>
                    <a:pt x="226" y="177"/>
                    <a:pt x="226" y="171"/>
                    <a:pt x="226" y="164"/>
                  </a:cubicBezTo>
                  <a:cubicBezTo>
                    <a:pt x="218" y="164"/>
                    <a:pt x="210" y="164"/>
                    <a:pt x="201" y="164"/>
                  </a:cubicBezTo>
                  <a:close/>
                  <a:moveTo>
                    <a:pt x="75" y="164"/>
                  </a:moveTo>
                  <a:cubicBezTo>
                    <a:pt x="75" y="171"/>
                    <a:pt x="75" y="177"/>
                    <a:pt x="75" y="183"/>
                  </a:cubicBezTo>
                  <a:cubicBezTo>
                    <a:pt x="83" y="183"/>
                    <a:pt x="91" y="183"/>
                    <a:pt x="99" y="183"/>
                  </a:cubicBezTo>
                  <a:cubicBezTo>
                    <a:pt x="99" y="177"/>
                    <a:pt x="99" y="171"/>
                    <a:pt x="99" y="164"/>
                  </a:cubicBezTo>
                  <a:cubicBezTo>
                    <a:pt x="91" y="164"/>
                    <a:pt x="83" y="164"/>
                    <a:pt x="75" y="164"/>
                  </a:cubicBezTo>
                  <a:close/>
                  <a:moveTo>
                    <a:pt x="233" y="200"/>
                  </a:moveTo>
                  <a:cubicBezTo>
                    <a:pt x="233" y="207"/>
                    <a:pt x="233" y="213"/>
                    <a:pt x="233" y="219"/>
                  </a:cubicBezTo>
                  <a:cubicBezTo>
                    <a:pt x="241" y="219"/>
                    <a:pt x="249" y="219"/>
                    <a:pt x="257" y="219"/>
                  </a:cubicBezTo>
                  <a:cubicBezTo>
                    <a:pt x="257" y="213"/>
                    <a:pt x="257" y="207"/>
                    <a:pt x="257" y="200"/>
                  </a:cubicBezTo>
                  <a:cubicBezTo>
                    <a:pt x="249" y="200"/>
                    <a:pt x="241" y="200"/>
                    <a:pt x="233" y="200"/>
                  </a:cubicBezTo>
                  <a:close/>
                  <a:moveTo>
                    <a:pt x="201" y="200"/>
                  </a:moveTo>
                  <a:cubicBezTo>
                    <a:pt x="201" y="207"/>
                    <a:pt x="201" y="213"/>
                    <a:pt x="201" y="219"/>
                  </a:cubicBezTo>
                  <a:cubicBezTo>
                    <a:pt x="210" y="219"/>
                    <a:pt x="218" y="219"/>
                    <a:pt x="226" y="219"/>
                  </a:cubicBezTo>
                  <a:cubicBezTo>
                    <a:pt x="226" y="213"/>
                    <a:pt x="226" y="207"/>
                    <a:pt x="226" y="200"/>
                  </a:cubicBezTo>
                  <a:cubicBezTo>
                    <a:pt x="218" y="200"/>
                    <a:pt x="210" y="200"/>
                    <a:pt x="201" y="200"/>
                  </a:cubicBezTo>
                  <a:close/>
                  <a:moveTo>
                    <a:pt x="43" y="200"/>
                  </a:moveTo>
                  <a:cubicBezTo>
                    <a:pt x="43" y="207"/>
                    <a:pt x="43" y="213"/>
                    <a:pt x="43" y="219"/>
                  </a:cubicBezTo>
                  <a:cubicBezTo>
                    <a:pt x="51" y="219"/>
                    <a:pt x="60" y="219"/>
                    <a:pt x="68" y="219"/>
                  </a:cubicBezTo>
                  <a:cubicBezTo>
                    <a:pt x="68" y="213"/>
                    <a:pt x="68" y="207"/>
                    <a:pt x="68" y="200"/>
                  </a:cubicBezTo>
                  <a:cubicBezTo>
                    <a:pt x="60" y="200"/>
                    <a:pt x="51" y="200"/>
                    <a:pt x="43" y="200"/>
                  </a:cubicBezTo>
                  <a:close/>
                  <a:moveTo>
                    <a:pt x="201" y="236"/>
                  </a:moveTo>
                  <a:cubicBezTo>
                    <a:pt x="201" y="243"/>
                    <a:pt x="201" y="249"/>
                    <a:pt x="201" y="255"/>
                  </a:cubicBezTo>
                  <a:cubicBezTo>
                    <a:pt x="210" y="255"/>
                    <a:pt x="218" y="255"/>
                    <a:pt x="226" y="255"/>
                  </a:cubicBezTo>
                  <a:cubicBezTo>
                    <a:pt x="226" y="249"/>
                    <a:pt x="226" y="243"/>
                    <a:pt x="226" y="236"/>
                  </a:cubicBezTo>
                  <a:cubicBezTo>
                    <a:pt x="218" y="236"/>
                    <a:pt x="210" y="236"/>
                    <a:pt x="201" y="236"/>
                  </a:cubicBezTo>
                  <a:close/>
                  <a:moveTo>
                    <a:pt x="43" y="236"/>
                  </a:moveTo>
                  <a:cubicBezTo>
                    <a:pt x="43" y="243"/>
                    <a:pt x="43" y="249"/>
                    <a:pt x="43" y="255"/>
                  </a:cubicBezTo>
                  <a:cubicBezTo>
                    <a:pt x="51" y="255"/>
                    <a:pt x="60" y="255"/>
                    <a:pt x="68" y="255"/>
                  </a:cubicBezTo>
                  <a:cubicBezTo>
                    <a:pt x="68" y="249"/>
                    <a:pt x="68" y="243"/>
                    <a:pt x="68" y="236"/>
                  </a:cubicBezTo>
                  <a:cubicBezTo>
                    <a:pt x="60" y="236"/>
                    <a:pt x="51" y="236"/>
                    <a:pt x="43" y="236"/>
                  </a:cubicBezTo>
                  <a:close/>
                  <a:moveTo>
                    <a:pt x="75" y="236"/>
                  </a:moveTo>
                  <a:cubicBezTo>
                    <a:pt x="75" y="243"/>
                    <a:pt x="75" y="249"/>
                    <a:pt x="75" y="255"/>
                  </a:cubicBezTo>
                  <a:cubicBezTo>
                    <a:pt x="83" y="255"/>
                    <a:pt x="91" y="255"/>
                    <a:pt x="99" y="255"/>
                  </a:cubicBezTo>
                  <a:cubicBezTo>
                    <a:pt x="99" y="249"/>
                    <a:pt x="99" y="243"/>
                    <a:pt x="99" y="236"/>
                  </a:cubicBezTo>
                  <a:cubicBezTo>
                    <a:pt x="91" y="236"/>
                    <a:pt x="83" y="236"/>
                    <a:pt x="75" y="236"/>
                  </a:cubicBezTo>
                  <a:close/>
                  <a:moveTo>
                    <a:pt x="233" y="272"/>
                  </a:moveTo>
                  <a:cubicBezTo>
                    <a:pt x="233" y="279"/>
                    <a:pt x="233" y="285"/>
                    <a:pt x="233" y="291"/>
                  </a:cubicBezTo>
                  <a:cubicBezTo>
                    <a:pt x="241" y="291"/>
                    <a:pt x="249" y="291"/>
                    <a:pt x="257" y="291"/>
                  </a:cubicBezTo>
                  <a:cubicBezTo>
                    <a:pt x="257" y="285"/>
                    <a:pt x="257" y="279"/>
                    <a:pt x="257" y="272"/>
                  </a:cubicBezTo>
                  <a:cubicBezTo>
                    <a:pt x="249" y="272"/>
                    <a:pt x="241" y="272"/>
                    <a:pt x="233" y="272"/>
                  </a:cubicBezTo>
                  <a:close/>
                  <a:moveTo>
                    <a:pt x="201" y="272"/>
                  </a:moveTo>
                  <a:cubicBezTo>
                    <a:pt x="201" y="279"/>
                    <a:pt x="201" y="285"/>
                    <a:pt x="201" y="291"/>
                  </a:cubicBezTo>
                  <a:cubicBezTo>
                    <a:pt x="210" y="291"/>
                    <a:pt x="218" y="291"/>
                    <a:pt x="226" y="291"/>
                  </a:cubicBezTo>
                  <a:cubicBezTo>
                    <a:pt x="226" y="285"/>
                    <a:pt x="226" y="279"/>
                    <a:pt x="226" y="272"/>
                  </a:cubicBezTo>
                  <a:cubicBezTo>
                    <a:pt x="218" y="272"/>
                    <a:pt x="210" y="272"/>
                    <a:pt x="201" y="272"/>
                  </a:cubicBezTo>
                  <a:close/>
                  <a:moveTo>
                    <a:pt x="43" y="272"/>
                  </a:moveTo>
                  <a:cubicBezTo>
                    <a:pt x="43" y="279"/>
                    <a:pt x="43" y="285"/>
                    <a:pt x="43" y="291"/>
                  </a:cubicBezTo>
                  <a:cubicBezTo>
                    <a:pt x="51" y="291"/>
                    <a:pt x="60" y="291"/>
                    <a:pt x="68" y="291"/>
                  </a:cubicBezTo>
                  <a:cubicBezTo>
                    <a:pt x="68" y="285"/>
                    <a:pt x="68" y="279"/>
                    <a:pt x="68" y="272"/>
                  </a:cubicBezTo>
                  <a:cubicBezTo>
                    <a:pt x="60" y="272"/>
                    <a:pt x="51" y="272"/>
                    <a:pt x="43" y="272"/>
                  </a:cubicBezTo>
                  <a:close/>
                  <a:moveTo>
                    <a:pt x="75" y="272"/>
                  </a:moveTo>
                  <a:cubicBezTo>
                    <a:pt x="75" y="279"/>
                    <a:pt x="75" y="285"/>
                    <a:pt x="75" y="291"/>
                  </a:cubicBezTo>
                  <a:cubicBezTo>
                    <a:pt x="83" y="291"/>
                    <a:pt x="91" y="291"/>
                    <a:pt x="99" y="291"/>
                  </a:cubicBezTo>
                  <a:cubicBezTo>
                    <a:pt x="99" y="285"/>
                    <a:pt x="99" y="279"/>
                    <a:pt x="99" y="272"/>
                  </a:cubicBezTo>
                  <a:cubicBezTo>
                    <a:pt x="91" y="272"/>
                    <a:pt x="83" y="272"/>
                    <a:pt x="75" y="272"/>
                  </a:cubicBezTo>
                  <a:close/>
                  <a:moveTo>
                    <a:pt x="201" y="308"/>
                  </a:moveTo>
                  <a:cubicBezTo>
                    <a:pt x="201" y="314"/>
                    <a:pt x="201" y="321"/>
                    <a:pt x="201" y="327"/>
                  </a:cubicBezTo>
                  <a:cubicBezTo>
                    <a:pt x="210" y="327"/>
                    <a:pt x="218" y="327"/>
                    <a:pt x="226" y="327"/>
                  </a:cubicBezTo>
                  <a:cubicBezTo>
                    <a:pt x="226" y="321"/>
                    <a:pt x="226" y="314"/>
                    <a:pt x="226" y="308"/>
                  </a:cubicBezTo>
                  <a:cubicBezTo>
                    <a:pt x="218" y="308"/>
                    <a:pt x="210" y="308"/>
                    <a:pt x="201" y="308"/>
                  </a:cubicBezTo>
                  <a:close/>
                  <a:moveTo>
                    <a:pt x="170" y="308"/>
                  </a:moveTo>
                  <a:cubicBezTo>
                    <a:pt x="170" y="314"/>
                    <a:pt x="170" y="321"/>
                    <a:pt x="170" y="327"/>
                  </a:cubicBezTo>
                  <a:cubicBezTo>
                    <a:pt x="178" y="327"/>
                    <a:pt x="186" y="327"/>
                    <a:pt x="194" y="327"/>
                  </a:cubicBezTo>
                  <a:cubicBezTo>
                    <a:pt x="194" y="321"/>
                    <a:pt x="194" y="314"/>
                    <a:pt x="194" y="308"/>
                  </a:cubicBezTo>
                  <a:cubicBezTo>
                    <a:pt x="186" y="308"/>
                    <a:pt x="178" y="308"/>
                    <a:pt x="170" y="308"/>
                  </a:cubicBezTo>
                  <a:close/>
                  <a:moveTo>
                    <a:pt x="107" y="308"/>
                  </a:moveTo>
                  <a:cubicBezTo>
                    <a:pt x="107" y="314"/>
                    <a:pt x="107" y="321"/>
                    <a:pt x="107" y="327"/>
                  </a:cubicBezTo>
                  <a:cubicBezTo>
                    <a:pt x="115" y="327"/>
                    <a:pt x="123" y="327"/>
                    <a:pt x="131" y="327"/>
                  </a:cubicBezTo>
                  <a:cubicBezTo>
                    <a:pt x="131" y="321"/>
                    <a:pt x="131" y="314"/>
                    <a:pt x="131" y="308"/>
                  </a:cubicBezTo>
                  <a:cubicBezTo>
                    <a:pt x="123" y="308"/>
                    <a:pt x="115" y="308"/>
                    <a:pt x="107" y="308"/>
                  </a:cubicBezTo>
                  <a:close/>
                  <a:moveTo>
                    <a:pt x="75" y="308"/>
                  </a:moveTo>
                  <a:cubicBezTo>
                    <a:pt x="75" y="314"/>
                    <a:pt x="75" y="321"/>
                    <a:pt x="75" y="327"/>
                  </a:cubicBezTo>
                  <a:cubicBezTo>
                    <a:pt x="83" y="327"/>
                    <a:pt x="91" y="327"/>
                    <a:pt x="99" y="327"/>
                  </a:cubicBezTo>
                  <a:cubicBezTo>
                    <a:pt x="99" y="321"/>
                    <a:pt x="99" y="314"/>
                    <a:pt x="99" y="308"/>
                  </a:cubicBezTo>
                  <a:cubicBezTo>
                    <a:pt x="91" y="308"/>
                    <a:pt x="83" y="308"/>
                    <a:pt x="75" y="308"/>
                  </a:cubicBezTo>
                  <a:close/>
                  <a:moveTo>
                    <a:pt x="201" y="344"/>
                  </a:moveTo>
                  <a:cubicBezTo>
                    <a:pt x="201" y="350"/>
                    <a:pt x="201" y="357"/>
                    <a:pt x="201" y="363"/>
                  </a:cubicBezTo>
                  <a:cubicBezTo>
                    <a:pt x="210" y="363"/>
                    <a:pt x="218" y="363"/>
                    <a:pt x="226" y="363"/>
                  </a:cubicBezTo>
                  <a:cubicBezTo>
                    <a:pt x="226" y="357"/>
                    <a:pt x="226" y="350"/>
                    <a:pt x="226" y="344"/>
                  </a:cubicBezTo>
                  <a:cubicBezTo>
                    <a:pt x="218" y="344"/>
                    <a:pt x="210" y="344"/>
                    <a:pt x="201" y="344"/>
                  </a:cubicBezTo>
                  <a:close/>
                  <a:moveTo>
                    <a:pt x="138" y="344"/>
                  </a:moveTo>
                  <a:cubicBezTo>
                    <a:pt x="138" y="350"/>
                    <a:pt x="138" y="357"/>
                    <a:pt x="138" y="363"/>
                  </a:cubicBezTo>
                  <a:cubicBezTo>
                    <a:pt x="146" y="363"/>
                    <a:pt x="154" y="363"/>
                    <a:pt x="163" y="363"/>
                  </a:cubicBezTo>
                  <a:cubicBezTo>
                    <a:pt x="163" y="357"/>
                    <a:pt x="163" y="350"/>
                    <a:pt x="163" y="344"/>
                  </a:cubicBezTo>
                  <a:cubicBezTo>
                    <a:pt x="154" y="344"/>
                    <a:pt x="146" y="344"/>
                    <a:pt x="138" y="344"/>
                  </a:cubicBezTo>
                  <a:close/>
                  <a:moveTo>
                    <a:pt x="107" y="344"/>
                  </a:moveTo>
                  <a:cubicBezTo>
                    <a:pt x="107" y="350"/>
                    <a:pt x="107" y="357"/>
                    <a:pt x="107" y="363"/>
                  </a:cubicBezTo>
                  <a:cubicBezTo>
                    <a:pt x="115" y="363"/>
                    <a:pt x="123" y="363"/>
                    <a:pt x="131" y="363"/>
                  </a:cubicBezTo>
                  <a:cubicBezTo>
                    <a:pt x="131" y="357"/>
                    <a:pt x="131" y="350"/>
                    <a:pt x="131" y="344"/>
                  </a:cubicBezTo>
                  <a:cubicBezTo>
                    <a:pt x="123" y="344"/>
                    <a:pt x="115" y="344"/>
                    <a:pt x="107" y="344"/>
                  </a:cubicBezTo>
                  <a:close/>
                  <a:moveTo>
                    <a:pt x="75" y="344"/>
                  </a:moveTo>
                  <a:cubicBezTo>
                    <a:pt x="75" y="350"/>
                    <a:pt x="75" y="357"/>
                    <a:pt x="75" y="363"/>
                  </a:cubicBezTo>
                  <a:cubicBezTo>
                    <a:pt x="83" y="363"/>
                    <a:pt x="91" y="363"/>
                    <a:pt x="99" y="363"/>
                  </a:cubicBezTo>
                  <a:cubicBezTo>
                    <a:pt x="99" y="357"/>
                    <a:pt x="99" y="350"/>
                    <a:pt x="99" y="344"/>
                  </a:cubicBezTo>
                  <a:cubicBezTo>
                    <a:pt x="91" y="344"/>
                    <a:pt x="83" y="344"/>
                    <a:pt x="75" y="344"/>
                  </a:cubicBezTo>
                  <a:close/>
                  <a:moveTo>
                    <a:pt x="233" y="380"/>
                  </a:moveTo>
                  <a:cubicBezTo>
                    <a:pt x="233" y="386"/>
                    <a:pt x="233" y="393"/>
                    <a:pt x="233" y="399"/>
                  </a:cubicBezTo>
                  <a:cubicBezTo>
                    <a:pt x="241" y="399"/>
                    <a:pt x="249" y="399"/>
                    <a:pt x="257" y="399"/>
                  </a:cubicBezTo>
                  <a:cubicBezTo>
                    <a:pt x="257" y="393"/>
                    <a:pt x="257" y="386"/>
                    <a:pt x="257" y="380"/>
                  </a:cubicBezTo>
                  <a:cubicBezTo>
                    <a:pt x="249" y="380"/>
                    <a:pt x="241" y="380"/>
                    <a:pt x="233" y="380"/>
                  </a:cubicBezTo>
                  <a:close/>
                  <a:moveTo>
                    <a:pt x="201" y="380"/>
                  </a:moveTo>
                  <a:cubicBezTo>
                    <a:pt x="201" y="386"/>
                    <a:pt x="201" y="393"/>
                    <a:pt x="201" y="399"/>
                  </a:cubicBezTo>
                  <a:cubicBezTo>
                    <a:pt x="210" y="399"/>
                    <a:pt x="218" y="399"/>
                    <a:pt x="226" y="399"/>
                  </a:cubicBezTo>
                  <a:cubicBezTo>
                    <a:pt x="226" y="393"/>
                    <a:pt x="226" y="386"/>
                    <a:pt x="226" y="380"/>
                  </a:cubicBezTo>
                  <a:cubicBezTo>
                    <a:pt x="218" y="380"/>
                    <a:pt x="210" y="380"/>
                    <a:pt x="201" y="380"/>
                  </a:cubicBezTo>
                  <a:close/>
                  <a:moveTo>
                    <a:pt x="107" y="380"/>
                  </a:moveTo>
                  <a:cubicBezTo>
                    <a:pt x="107" y="386"/>
                    <a:pt x="107" y="393"/>
                    <a:pt x="107" y="399"/>
                  </a:cubicBezTo>
                  <a:cubicBezTo>
                    <a:pt x="115" y="399"/>
                    <a:pt x="123" y="399"/>
                    <a:pt x="131" y="399"/>
                  </a:cubicBezTo>
                  <a:cubicBezTo>
                    <a:pt x="131" y="393"/>
                    <a:pt x="131" y="386"/>
                    <a:pt x="131" y="380"/>
                  </a:cubicBezTo>
                  <a:cubicBezTo>
                    <a:pt x="123" y="380"/>
                    <a:pt x="115" y="380"/>
                    <a:pt x="107" y="380"/>
                  </a:cubicBezTo>
                  <a:close/>
                  <a:moveTo>
                    <a:pt x="43" y="380"/>
                  </a:moveTo>
                  <a:cubicBezTo>
                    <a:pt x="43" y="386"/>
                    <a:pt x="43" y="393"/>
                    <a:pt x="43" y="399"/>
                  </a:cubicBezTo>
                  <a:cubicBezTo>
                    <a:pt x="51" y="399"/>
                    <a:pt x="60" y="399"/>
                    <a:pt x="68" y="399"/>
                  </a:cubicBezTo>
                  <a:cubicBezTo>
                    <a:pt x="68" y="393"/>
                    <a:pt x="68" y="386"/>
                    <a:pt x="68" y="380"/>
                  </a:cubicBezTo>
                  <a:cubicBezTo>
                    <a:pt x="60" y="380"/>
                    <a:pt x="51" y="380"/>
                    <a:pt x="43" y="380"/>
                  </a:cubicBezTo>
                  <a:close/>
                  <a:moveTo>
                    <a:pt x="233" y="416"/>
                  </a:moveTo>
                  <a:cubicBezTo>
                    <a:pt x="233" y="422"/>
                    <a:pt x="233" y="428"/>
                    <a:pt x="233" y="435"/>
                  </a:cubicBezTo>
                  <a:cubicBezTo>
                    <a:pt x="241" y="435"/>
                    <a:pt x="249" y="435"/>
                    <a:pt x="257" y="435"/>
                  </a:cubicBezTo>
                  <a:cubicBezTo>
                    <a:pt x="257" y="428"/>
                    <a:pt x="257" y="422"/>
                    <a:pt x="257" y="416"/>
                  </a:cubicBezTo>
                  <a:cubicBezTo>
                    <a:pt x="249" y="416"/>
                    <a:pt x="241" y="416"/>
                    <a:pt x="233" y="416"/>
                  </a:cubicBezTo>
                  <a:close/>
                  <a:moveTo>
                    <a:pt x="201" y="416"/>
                  </a:moveTo>
                  <a:cubicBezTo>
                    <a:pt x="201" y="422"/>
                    <a:pt x="201" y="428"/>
                    <a:pt x="201" y="435"/>
                  </a:cubicBezTo>
                  <a:cubicBezTo>
                    <a:pt x="210" y="435"/>
                    <a:pt x="218" y="435"/>
                    <a:pt x="226" y="435"/>
                  </a:cubicBezTo>
                  <a:cubicBezTo>
                    <a:pt x="226" y="428"/>
                    <a:pt x="226" y="422"/>
                    <a:pt x="226" y="416"/>
                  </a:cubicBezTo>
                  <a:cubicBezTo>
                    <a:pt x="218" y="416"/>
                    <a:pt x="210" y="416"/>
                    <a:pt x="201" y="416"/>
                  </a:cubicBezTo>
                  <a:close/>
                  <a:moveTo>
                    <a:pt x="138" y="416"/>
                  </a:moveTo>
                  <a:cubicBezTo>
                    <a:pt x="138" y="422"/>
                    <a:pt x="138" y="428"/>
                    <a:pt x="138" y="435"/>
                  </a:cubicBezTo>
                  <a:cubicBezTo>
                    <a:pt x="146" y="435"/>
                    <a:pt x="154" y="435"/>
                    <a:pt x="163" y="435"/>
                  </a:cubicBezTo>
                  <a:cubicBezTo>
                    <a:pt x="163" y="428"/>
                    <a:pt x="163" y="422"/>
                    <a:pt x="163" y="416"/>
                  </a:cubicBezTo>
                  <a:cubicBezTo>
                    <a:pt x="154" y="416"/>
                    <a:pt x="146" y="416"/>
                    <a:pt x="138" y="416"/>
                  </a:cubicBezTo>
                  <a:close/>
                  <a:moveTo>
                    <a:pt x="107" y="416"/>
                  </a:moveTo>
                  <a:cubicBezTo>
                    <a:pt x="107" y="422"/>
                    <a:pt x="107" y="428"/>
                    <a:pt x="107" y="435"/>
                  </a:cubicBezTo>
                  <a:cubicBezTo>
                    <a:pt x="115" y="435"/>
                    <a:pt x="123" y="435"/>
                    <a:pt x="131" y="435"/>
                  </a:cubicBezTo>
                  <a:cubicBezTo>
                    <a:pt x="131" y="428"/>
                    <a:pt x="131" y="422"/>
                    <a:pt x="131" y="416"/>
                  </a:cubicBezTo>
                  <a:cubicBezTo>
                    <a:pt x="123" y="416"/>
                    <a:pt x="115" y="416"/>
                    <a:pt x="107" y="416"/>
                  </a:cubicBezTo>
                  <a:close/>
                  <a:moveTo>
                    <a:pt x="43" y="416"/>
                  </a:moveTo>
                  <a:cubicBezTo>
                    <a:pt x="43" y="422"/>
                    <a:pt x="43" y="428"/>
                    <a:pt x="43" y="435"/>
                  </a:cubicBezTo>
                  <a:cubicBezTo>
                    <a:pt x="51" y="435"/>
                    <a:pt x="60" y="435"/>
                    <a:pt x="68" y="435"/>
                  </a:cubicBezTo>
                  <a:cubicBezTo>
                    <a:pt x="68" y="428"/>
                    <a:pt x="68" y="422"/>
                    <a:pt x="68" y="416"/>
                  </a:cubicBezTo>
                  <a:cubicBezTo>
                    <a:pt x="60" y="416"/>
                    <a:pt x="51" y="416"/>
                    <a:pt x="43" y="416"/>
                  </a:cubicBezTo>
                  <a:close/>
                  <a:moveTo>
                    <a:pt x="75" y="416"/>
                  </a:moveTo>
                  <a:cubicBezTo>
                    <a:pt x="75" y="422"/>
                    <a:pt x="75" y="428"/>
                    <a:pt x="75" y="435"/>
                  </a:cubicBezTo>
                  <a:cubicBezTo>
                    <a:pt x="83" y="435"/>
                    <a:pt x="91" y="435"/>
                    <a:pt x="99" y="435"/>
                  </a:cubicBezTo>
                  <a:cubicBezTo>
                    <a:pt x="99" y="428"/>
                    <a:pt x="99" y="422"/>
                    <a:pt x="99" y="416"/>
                  </a:cubicBezTo>
                  <a:cubicBezTo>
                    <a:pt x="91" y="416"/>
                    <a:pt x="83" y="416"/>
                    <a:pt x="75" y="416"/>
                  </a:cubicBezTo>
                  <a:close/>
                  <a:moveTo>
                    <a:pt x="233" y="452"/>
                  </a:moveTo>
                  <a:cubicBezTo>
                    <a:pt x="233" y="458"/>
                    <a:pt x="233" y="464"/>
                    <a:pt x="233" y="471"/>
                  </a:cubicBezTo>
                  <a:cubicBezTo>
                    <a:pt x="241" y="471"/>
                    <a:pt x="249" y="471"/>
                    <a:pt x="257" y="471"/>
                  </a:cubicBezTo>
                  <a:cubicBezTo>
                    <a:pt x="257" y="464"/>
                    <a:pt x="257" y="458"/>
                    <a:pt x="257" y="452"/>
                  </a:cubicBezTo>
                  <a:cubicBezTo>
                    <a:pt x="249" y="452"/>
                    <a:pt x="241" y="452"/>
                    <a:pt x="233" y="452"/>
                  </a:cubicBezTo>
                  <a:close/>
                  <a:moveTo>
                    <a:pt x="170" y="452"/>
                  </a:moveTo>
                  <a:cubicBezTo>
                    <a:pt x="170" y="458"/>
                    <a:pt x="170" y="464"/>
                    <a:pt x="170" y="471"/>
                  </a:cubicBezTo>
                  <a:cubicBezTo>
                    <a:pt x="178" y="471"/>
                    <a:pt x="186" y="471"/>
                    <a:pt x="194" y="471"/>
                  </a:cubicBezTo>
                  <a:cubicBezTo>
                    <a:pt x="194" y="464"/>
                    <a:pt x="194" y="458"/>
                    <a:pt x="194" y="452"/>
                  </a:cubicBezTo>
                  <a:cubicBezTo>
                    <a:pt x="186" y="452"/>
                    <a:pt x="178" y="452"/>
                    <a:pt x="170" y="452"/>
                  </a:cubicBezTo>
                  <a:close/>
                  <a:moveTo>
                    <a:pt x="138" y="452"/>
                  </a:moveTo>
                  <a:cubicBezTo>
                    <a:pt x="138" y="458"/>
                    <a:pt x="138" y="464"/>
                    <a:pt x="138" y="471"/>
                  </a:cubicBezTo>
                  <a:cubicBezTo>
                    <a:pt x="146" y="471"/>
                    <a:pt x="154" y="471"/>
                    <a:pt x="163" y="471"/>
                  </a:cubicBezTo>
                  <a:cubicBezTo>
                    <a:pt x="163" y="464"/>
                    <a:pt x="163" y="458"/>
                    <a:pt x="163" y="452"/>
                  </a:cubicBezTo>
                  <a:cubicBezTo>
                    <a:pt x="154" y="452"/>
                    <a:pt x="146" y="452"/>
                    <a:pt x="138" y="452"/>
                  </a:cubicBezTo>
                  <a:close/>
                  <a:moveTo>
                    <a:pt x="107" y="452"/>
                  </a:moveTo>
                  <a:cubicBezTo>
                    <a:pt x="107" y="458"/>
                    <a:pt x="107" y="464"/>
                    <a:pt x="107" y="471"/>
                  </a:cubicBezTo>
                  <a:cubicBezTo>
                    <a:pt x="115" y="471"/>
                    <a:pt x="123" y="471"/>
                    <a:pt x="131" y="471"/>
                  </a:cubicBezTo>
                  <a:cubicBezTo>
                    <a:pt x="131" y="464"/>
                    <a:pt x="131" y="458"/>
                    <a:pt x="131" y="452"/>
                  </a:cubicBezTo>
                  <a:cubicBezTo>
                    <a:pt x="123" y="452"/>
                    <a:pt x="115" y="452"/>
                    <a:pt x="107" y="452"/>
                  </a:cubicBezTo>
                  <a:close/>
                  <a:moveTo>
                    <a:pt x="233" y="488"/>
                  </a:moveTo>
                  <a:cubicBezTo>
                    <a:pt x="233" y="494"/>
                    <a:pt x="233" y="500"/>
                    <a:pt x="233" y="507"/>
                  </a:cubicBezTo>
                  <a:cubicBezTo>
                    <a:pt x="241" y="507"/>
                    <a:pt x="249" y="507"/>
                    <a:pt x="257" y="507"/>
                  </a:cubicBezTo>
                  <a:cubicBezTo>
                    <a:pt x="257" y="500"/>
                    <a:pt x="257" y="494"/>
                    <a:pt x="257" y="488"/>
                  </a:cubicBezTo>
                  <a:cubicBezTo>
                    <a:pt x="249" y="488"/>
                    <a:pt x="241" y="488"/>
                    <a:pt x="233" y="488"/>
                  </a:cubicBezTo>
                  <a:close/>
                  <a:moveTo>
                    <a:pt x="201" y="488"/>
                  </a:moveTo>
                  <a:cubicBezTo>
                    <a:pt x="201" y="494"/>
                    <a:pt x="201" y="500"/>
                    <a:pt x="201" y="507"/>
                  </a:cubicBezTo>
                  <a:cubicBezTo>
                    <a:pt x="210" y="507"/>
                    <a:pt x="218" y="507"/>
                    <a:pt x="226" y="507"/>
                  </a:cubicBezTo>
                  <a:cubicBezTo>
                    <a:pt x="226" y="500"/>
                    <a:pt x="226" y="494"/>
                    <a:pt x="226" y="488"/>
                  </a:cubicBezTo>
                  <a:cubicBezTo>
                    <a:pt x="218" y="488"/>
                    <a:pt x="210" y="488"/>
                    <a:pt x="201" y="488"/>
                  </a:cubicBezTo>
                  <a:close/>
                  <a:moveTo>
                    <a:pt x="170" y="488"/>
                  </a:moveTo>
                  <a:cubicBezTo>
                    <a:pt x="170" y="494"/>
                    <a:pt x="170" y="500"/>
                    <a:pt x="170" y="507"/>
                  </a:cubicBezTo>
                  <a:cubicBezTo>
                    <a:pt x="178" y="507"/>
                    <a:pt x="186" y="507"/>
                    <a:pt x="194" y="507"/>
                  </a:cubicBezTo>
                  <a:cubicBezTo>
                    <a:pt x="194" y="500"/>
                    <a:pt x="194" y="494"/>
                    <a:pt x="194" y="488"/>
                  </a:cubicBezTo>
                  <a:cubicBezTo>
                    <a:pt x="186" y="488"/>
                    <a:pt x="178" y="488"/>
                    <a:pt x="170" y="488"/>
                  </a:cubicBezTo>
                  <a:close/>
                  <a:moveTo>
                    <a:pt x="138" y="488"/>
                  </a:moveTo>
                  <a:cubicBezTo>
                    <a:pt x="138" y="494"/>
                    <a:pt x="138" y="500"/>
                    <a:pt x="138" y="507"/>
                  </a:cubicBezTo>
                  <a:cubicBezTo>
                    <a:pt x="146" y="507"/>
                    <a:pt x="154" y="507"/>
                    <a:pt x="163" y="507"/>
                  </a:cubicBezTo>
                  <a:cubicBezTo>
                    <a:pt x="163" y="500"/>
                    <a:pt x="163" y="494"/>
                    <a:pt x="163" y="488"/>
                  </a:cubicBezTo>
                  <a:cubicBezTo>
                    <a:pt x="154" y="488"/>
                    <a:pt x="146" y="488"/>
                    <a:pt x="138" y="488"/>
                  </a:cubicBezTo>
                  <a:close/>
                  <a:moveTo>
                    <a:pt x="107" y="488"/>
                  </a:moveTo>
                  <a:cubicBezTo>
                    <a:pt x="107" y="494"/>
                    <a:pt x="107" y="500"/>
                    <a:pt x="107" y="507"/>
                  </a:cubicBezTo>
                  <a:cubicBezTo>
                    <a:pt x="115" y="507"/>
                    <a:pt x="123" y="507"/>
                    <a:pt x="131" y="507"/>
                  </a:cubicBezTo>
                  <a:cubicBezTo>
                    <a:pt x="131" y="500"/>
                    <a:pt x="131" y="494"/>
                    <a:pt x="131" y="488"/>
                  </a:cubicBezTo>
                  <a:cubicBezTo>
                    <a:pt x="123" y="488"/>
                    <a:pt x="115" y="488"/>
                    <a:pt x="107" y="488"/>
                  </a:cubicBezTo>
                  <a:close/>
                  <a:moveTo>
                    <a:pt x="43" y="488"/>
                  </a:moveTo>
                  <a:cubicBezTo>
                    <a:pt x="43" y="494"/>
                    <a:pt x="43" y="500"/>
                    <a:pt x="43" y="507"/>
                  </a:cubicBezTo>
                  <a:cubicBezTo>
                    <a:pt x="51" y="507"/>
                    <a:pt x="60" y="507"/>
                    <a:pt x="68" y="507"/>
                  </a:cubicBezTo>
                  <a:cubicBezTo>
                    <a:pt x="68" y="500"/>
                    <a:pt x="68" y="494"/>
                    <a:pt x="68" y="488"/>
                  </a:cubicBezTo>
                  <a:cubicBezTo>
                    <a:pt x="60" y="488"/>
                    <a:pt x="51" y="488"/>
                    <a:pt x="43" y="488"/>
                  </a:cubicBezTo>
                  <a:close/>
                  <a:moveTo>
                    <a:pt x="75" y="488"/>
                  </a:moveTo>
                  <a:cubicBezTo>
                    <a:pt x="75" y="494"/>
                    <a:pt x="75" y="500"/>
                    <a:pt x="75" y="507"/>
                  </a:cubicBezTo>
                  <a:cubicBezTo>
                    <a:pt x="83" y="507"/>
                    <a:pt x="91" y="507"/>
                    <a:pt x="99" y="507"/>
                  </a:cubicBezTo>
                  <a:cubicBezTo>
                    <a:pt x="99" y="500"/>
                    <a:pt x="99" y="494"/>
                    <a:pt x="99" y="488"/>
                  </a:cubicBezTo>
                  <a:cubicBezTo>
                    <a:pt x="91" y="488"/>
                    <a:pt x="83" y="488"/>
                    <a:pt x="75" y="488"/>
                  </a:cubicBezTo>
                  <a:close/>
                  <a:moveTo>
                    <a:pt x="233" y="524"/>
                  </a:moveTo>
                  <a:cubicBezTo>
                    <a:pt x="233" y="530"/>
                    <a:pt x="233" y="536"/>
                    <a:pt x="233" y="542"/>
                  </a:cubicBezTo>
                  <a:cubicBezTo>
                    <a:pt x="241" y="542"/>
                    <a:pt x="249" y="542"/>
                    <a:pt x="257" y="542"/>
                  </a:cubicBezTo>
                  <a:cubicBezTo>
                    <a:pt x="257" y="536"/>
                    <a:pt x="257" y="530"/>
                    <a:pt x="257" y="524"/>
                  </a:cubicBezTo>
                  <a:cubicBezTo>
                    <a:pt x="249" y="524"/>
                    <a:pt x="241" y="524"/>
                    <a:pt x="233" y="524"/>
                  </a:cubicBezTo>
                  <a:close/>
                  <a:moveTo>
                    <a:pt x="201" y="524"/>
                  </a:moveTo>
                  <a:cubicBezTo>
                    <a:pt x="201" y="530"/>
                    <a:pt x="201" y="536"/>
                    <a:pt x="201" y="542"/>
                  </a:cubicBezTo>
                  <a:cubicBezTo>
                    <a:pt x="210" y="542"/>
                    <a:pt x="218" y="542"/>
                    <a:pt x="226" y="542"/>
                  </a:cubicBezTo>
                  <a:cubicBezTo>
                    <a:pt x="226" y="536"/>
                    <a:pt x="226" y="530"/>
                    <a:pt x="226" y="524"/>
                  </a:cubicBezTo>
                  <a:cubicBezTo>
                    <a:pt x="218" y="524"/>
                    <a:pt x="210" y="524"/>
                    <a:pt x="201" y="524"/>
                  </a:cubicBezTo>
                  <a:close/>
                  <a:moveTo>
                    <a:pt x="138" y="524"/>
                  </a:moveTo>
                  <a:cubicBezTo>
                    <a:pt x="138" y="530"/>
                    <a:pt x="138" y="536"/>
                    <a:pt x="138" y="542"/>
                  </a:cubicBezTo>
                  <a:cubicBezTo>
                    <a:pt x="146" y="542"/>
                    <a:pt x="154" y="542"/>
                    <a:pt x="163" y="542"/>
                  </a:cubicBezTo>
                  <a:cubicBezTo>
                    <a:pt x="163" y="536"/>
                    <a:pt x="163" y="530"/>
                    <a:pt x="163" y="524"/>
                  </a:cubicBezTo>
                  <a:cubicBezTo>
                    <a:pt x="154" y="524"/>
                    <a:pt x="146" y="524"/>
                    <a:pt x="138" y="524"/>
                  </a:cubicBezTo>
                  <a:close/>
                  <a:moveTo>
                    <a:pt x="43" y="524"/>
                  </a:moveTo>
                  <a:cubicBezTo>
                    <a:pt x="43" y="530"/>
                    <a:pt x="43" y="536"/>
                    <a:pt x="43" y="542"/>
                  </a:cubicBezTo>
                  <a:cubicBezTo>
                    <a:pt x="51" y="542"/>
                    <a:pt x="60" y="542"/>
                    <a:pt x="68" y="542"/>
                  </a:cubicBezTo>
                  <a:cubicBezTo>
                    <a:pt x="68" y="536"/>
                    <a:pt x="68" y="530"/>
                    <a:pt x="68" y="524"/>
                  </a:cubicBezTo>
                  <a:cubicBezTo>
                    <a:pt x="60" y="524"/>
                    <a:pt x="51" y="524"/>
                    <a:pt x="43" y="524"/>
                  </a:cubicBezTo>
                  <a:close/>
                  <a:moveTo>
                    <a:pt x="233" y="560"/>
                  </a:moveTo>
                  <a:cubicBezTo>
                    <a:pt x="233" y="566"/>
                    <a:pt x="233" y="572"/>
                    <a:pt x="233" y="578"/>
                  </a:cubicBezTo>
                  <a:cubicBezTo>
                    <a:pt x="241" y="578"/>
                    <a:pt x="249" y="578"/>
                    <a:pt x="257" y="578"/>
                  </a:cubicBezTo>
                  <a:cubicBezTo>
                    <a:pt x="257" y="572"/>
                    <a:pt x="257" y="566"/>
                    <a:pt x="257" y="560"/>
                  </a:cubicBezTo>
                  <a:cubicBezTo>
                    <a:pt x="249" y="560"/>
                    <a:pt x="241" y="560"/>
                    <a:pt x="233" y="560"/>
                  </a:cubicBezTo>
                  <a:close/>
                  <a:moveTo>
                    <a:pt x="201" y="560"/>
                  </a:moveTo>
                  <a:cubicBezTo>
                    <a:pt x="201" y="566"/>
                    <a:pt x="201" y="572"/>
                    <a:pt x="201" y="578"/>
                  </a:cubicBezTo>
                  <a:cubicBezTo>
                    <a:pt x="210" y="578"/>
                    <a:pt x="218" y="578"/>
                    <a:pt x="226" y="578"/>
                  </a:cubicBezTo>
                  <a:cubicBezTo>
                    <a:pt x="226" y="572"/>
                    <a:pt x="226" y="566"/>
                    <a:pt x="226" y="560"/>
                  </a:cubicBezTo>
                  <a:cubicBezTo>
                    <a:pt x="218" y="560"/>
                    <a:pt x="210" y="560"/>
                    <a:pt x="201" y="560"/>
                  </a:cubicBezTo>
                  <a:close/>
                  <a:moveTo>
                    <a:pt x="138" y="560"/>
                  </a:moveTo>
                  <a:cubicBezTo>
                    <a:pt x="138" y="566"/>
                    <a:pt x="138" y="572"/>
                    <a:pt x="138" y="578"/>
                  </a:cubicBezTo>
                  <a:cubicBezTo>
                    <a:pt x="146" y="578"/>
                    <a:pt x="154" y="578"/>
                    <a:pt x="163" y="578"/>
                  </a:cubicBezTo>
                  <a:cubicBezTo>
                    <a:pt x="163" y="572"/>
                    <a:pt x="163" y="566"/>
                    <a:pt x="163" y="560"/>
                  </a:cubicBezTo>
                  <a:cubicBezTo>
                    <a:pt x="154" y="560"/>
                    <a:pt x="146" y="560"/>
                    <a:pt x="138" y="560"/>
                  </a:cubicBezTo>
                  <a:close/>
                  <a:moveTo>
                    <a:pt x="107" y="560"/>
                  </a:moveTo>
                  <a:cubicBezTo>
                    <a:pt x="107" y="566"/>
                    <a:pt x="107" y="572"/>
                    <a:pt x="107" y="578"/>
                  </a:cubicBezTo>
                  <a:cubicBezTo>
                    <a:pt x="115" y="578"/>
                    <a:pt x="123" y="578"/>
                    <a:pt x="131" y="578"/>
                  </a:cubicBezTo>
                  <a:cubicBezTo>
                    <a:pt x="131" y="572"/>
                    <a:pt x="131" y="566"/>
                    <a:pt x="131" y="560"/>
                  </a:cubicBezTo>
                  <a:cubicBezTo>
                    <a:pt x="123" y="560"/>
                    <a:pt x="115" y="560"/>
                    <a:pt x="107" y="560"/>
                  </a:cubicBezTo>
                  <a:close/>
                  <a:moveTo>
                    <a:pt x="43" y="560"/>
                  </a:moveTo>
                  <a:cubicBezTo>
                    <a:pt x="43" y="566"/>
                    <a:pt x="43" y="572"/>
                    <a:pt x="43" y="578"/>
                  </a:cubicBezTo>
                  <a:cubicBezTo>
                    <a:pt x="51" y="578"/>
                    <a:pt x="60" y="578"/>
                    <a:pt x="68" y="578"/>
                  </a:cubicBezTo>
                  <a:cubicBezTo>
                    <a:pt x="68" y="572"/>
                    <a:pt x="68" y="566"/>
                    <a:pt x="68" y="560"/>
                  </a:cubicBezTo>
                  <a:cubicBezTo>
                    <a:pt x="60" y="560"/>
                    <a:pt x="51" y="560"/>
                    <a:pt x="43" y="560"/>
                  </a:cubicBezTo>
                  <a:close/>
                  <a:moveTo>
                    <a:pt x="75" y="560"/>
                  </a:moveTo>
                  <a:cubicBezTo>
                    <a:pt x="75" y="566"/>
                    <a:pt x="75" y="572"/>
                    <a:pt x="75" y="578"/>
                  </a:cubicBezTo>
                  <a:cubicBezTo>
                    <a:pt x="83" y="578"/>
                    <a:pt x="91" y="578"/>
                    <a:pt x="99" y="578"/>
                  </a:cubicBezTo>
                  <a:cubicBezTo>
                    <a:pt x="99" y="572"/>
                    <a:pt x="99" y="566"/>
                    <a:pt x="99" y="560"/>
                  </a:cubicBezTo>
                  <a:cubicBezTo>
                    <a:pt x="91" y="560"/>
                    <a:pt x="83" y="560"/>
                    <a:pt x="75" y="560"/>
                  </a:cubicBezTo>
                  <a:close/>
                  <a:moveTo>
                    <a:pt x="233" y="595"/>
                  </a:moveTo>
                  <a:cubicBezTo>
                    <a:pt x="233" y="602"/>
                    <a:pt x="233" y="608"/>
                    <a:pt x="233" y="614"/>
                  </a:cubicBezTo>
                  <a:cubicBezTo>
                    <a:pt x="241" y="614"/>
                    <a:pt x="249" y="614"/>
                    <a:pt x="257" y="614"/>
                  </a:cubicBezTo>
                  <a:cubicBezTo>
                    <a:pt x="257" y="608"/>
                    <a:pt x="257" y="602"/>
                    <a:pt x="257" y="595"/>
                  </a:cubicBezTo>
                  <a:cubicBezTo>
                    <a:pt x="249" y="595"/>
                    <a:pt x="241" y="595"/>
                    <a:pt x="233" y="595"/>
                  </a:cubicBezTo>
                  <a:close/>
                  <a:moveTo>
                    <a:pt x="201" y="595"/>
                  </a:moveTo>
                  <a:cubicBezTo>
                    <a:pt x="201" y="602"/>
                    <a:pt x="201" y="608"/>
                    <a:pt x="201" y="614"/>
                  </a:cubicBezTo>
                  <a:cubicBezTo>
                    <a:pt x="210" y="614"/>
                    <a:pt x="218" y="614"/>
                    <a:pt x="226" y="614"/>
                  </a:cubicBezTo>
                  <a:cubicBezTo>
                    <a:pt x="226" y="608"/>
                    <a:pt x="226" y="602"/>
                    <a:pt x="226" y="595"/>
                  </a:cubicBezTo>
                  <a:cubicBezTo>
                    <a:pt x="218" y="595"/>
                    <a:pt x="210" y="595"/>
                    <a:pt x="201" y="595"/>
                  </a:cubicBezTo>
                  <a:close/>
                  <a:moveTo>
                    <a:pt x="170" y="595"/>
                  </a:moveTo>
                  <a:cubicBezTo>
                    <a:pt x="170" y="602"/>
                    <a:pt x="170" y="608"/>
                    <a:pt x="170" y="614"/>
                  </a:cubicBezTo>
                  <a:cubicBezTo>
                    <a:pt x="178" y="614"/>
                    <a:pt x="186" y="614"/>
                    <a:pt x="194" y="614"/>
                  </a:cubicBezTo>
                  <a:cubicBezTo>
                    <a:pt x="194" y="608"/>
                    <a:pt x="194" y="602"/>
                    <a:pt x="194" y="595"/>
                  </a:cubicBezTo>
                  <a:cubicBezTo>
                    <a:pt x="186" y="595"/>
                    <a:pt x="178" y="595"/>
                    <a:pt x="170" y="595"/>
                  </a:cubicBezTo>
                  <a:close/>
                  <a:moveTo>
                    <a:pt x="138" y="595"/>
                  </a:moveTo>
                  <a:cubicBezTo>
                    <a:pt x="138" y="602"/>
                    <a:pt x="138" y="608"/>
                    <a:pt x="138" y="614"/>
                  </a:cubicBezTo>
                  <a:cubicBezTo>
                    <a:pt x="146" y="614"/>
                    <a:pt x="154" y="614"/>
                    <a:pt x="163" y="614"/>
                  </a:cubicBezTo>
                  <a:cubicBezTo>
                    <a:pt x="163" y="608"/>
                    <a:pt x="163" y="602"/>
                    <a:pt x="163" y="595"/>
                  </a:cubicBezTo>
                  <a:cubicBezTo>
                    <a:pt x="154" y="595"/>
                    <a:pt x="146" y="595"/>
                    <a:pt x="138" y="595"/>
                  </a:cubicBezTo>
                  <a:close/>
                  <a:moveTo>
                    <a:pt x="43" y="595"/>
                  </a:moveTo>
                  <a:cubicBezTo>
                    <a:pt x="43" y="602"/>
                    <a:pt x="43" y="608"/>
                    <a:pt x="43" y="614"/>
                  </a:cubicBezTo>
                  <a:cubicBezTo>
                    <a:pt x="51" y="614"/>
                    <a:pt x="60" y="614"/>
                    <a:pt x="68" y="614"/>
                  </a:cubicBezTo>
                  <a:cubicBezTo>
                    <a:pt x="68" y="608"/>
                    <a:pt x="68" y="602"/>
                    <a:pt x="68" y="595"/>
                  </a:cubicBezTo>
                  <a:cubicBezTo>
                    <a:pt x="60" y="595"/>
                    <a:pt x="51" y="595"/>
                    <a:pt x="43" y="595"/>
                  </a:cubicBezTo>
                  <a:close/>
                  <a:moveTo>
                    <a:pt x="75" y="595"/>
                  </a:moveTo>
                  <a:cubicBezTo>
                    <a:pt x="75" y="602"/>
                    <a:pt x="75" y="608"/>
                    <a:pt x="75" y="614"/>
                  </a:cubicBezTo>
                  <a:cubicBezTo>
                    <a:pt x="83" y="614"/>
                    <a:pt x="91" y="614"/>
                    <a:pt x="99" y="614"/>
                  </a:cubicBezTo>
                  <a:cubicBezTo>
                    <a:pt x="99" y="608"/>
                    <a:pt x="99" y="602"/>
                    <a:pt x="99" y="595"/>
                  </a:cubicBezTo>
                  <a:cubicBezTo>
                    <a:pt x="91" y="595"/>
                    <a:pt x="83" y="595"/>
                    <a:pt x="75" y="595"/>
                  </a:cubicBezTo>
                  <a:close/>
                  <a:moveTo>
                    <a:pt x="201" y="631"/>
                  </a:moveTo>
                  <a:cubicBezTo>
                    <a:pt x="201" y="638"/>
                    <a:pt x="201" y="644"/>
                    <a:pt x="201" y="650"/>
                  </a:cubicBezTo>
                  <a:cubicBezTo>
                    <a:pt x="210" y="650"/>
                    <a:pt x="218" y="650"/>
                    <a:pt x="226" y="650"/>
                  </a:cubicBezTo>
                  <a:cubicBezTo>
                    <a:pt x="226" y="644"/>
                    <a:pt x="226" y="638"/>
                    <a:pt x="226" y="631"/>
                  </a:cubicBezTo>
                  <a:cubicBezTo>
                    <a:pt x="218" y="631"/>
                    <a:pt x="210" y="631"/>
                    <a:pt x="201" y="631"/>
                  </a:cubicBezTo>
                  <a:close/>
                  <a:moveTo>
                    <a:pt x="170" y="631"/>
                  </a:moveTo>
                  <a:cubicBezTo>
                    <a:pt x="170" y="638"/>
                    <a:pt x="170" y="644"/>
                    <a:pt x="170" y="650"/>
                  </a:cubicBezTo>
                  <a:cubicBezTo>
                    <a:pt x="178" y="650"/>
                    <a:pt x="186" y="650"/>
                    <a:pt x="194" y="650"/>
                  </a:cubicBezTo>
                  <a:cubicBezTo>
                    <a:pt x="194" y="644"/>
                    <a:pt x="194" y="638"/>
                    <a:pt x="194" y="631"/>
                  </a:cubicBezTo>
                  <a:cubicBezTo>
                    <a:pt x="186" y="631"/>
                    <a:pt x="178" y="631"/>
                    <a:pt x="170" y="631"/>
                  </a:cubicBezTo>
                  <a:close/>
                  <a:moveTo>
                    <a:pt x="107" y="631"/>
                  </a:moveTo>
                  <a:cubicBezTo>
                    <a:pt x="107" y="638"/>
                    <a:pt x="107" y="644"/>
                    <a:pt x="107" y="650"/>
                  </a:cubicBezTo>
                  <a:cubicBezTo>
                    <a:pt x="115" y="650"/>
                    <a:pt x="123" y="650"/>
                    <a:pt x="131" y="650"/>
                  </a:cubicBezTo>
                  <a:cubicBezTo>
                    <a:pt x="131" y="644"/>
                    <a:pt x="131" y="638"/>
                    <a:pt x="131" y="631"/>
                  </a:cubicBezTo>
                  <a:cubicBezTo>
                    <a:pt x="123" y="631"/>
                    <a:pt x="115" y="631"/>
                    <a:pt x="107" y="631"/>
                  </a:cubicBezTo>
                  <a:close/>
                  <a:moveTo>
                    <a:pt x="233" y="667"/>
                  </a:moveTo>
                  <a:cubicBezTo>
                    <a:pt x="233" y="674"/>
                    <a:pt x="233" y="680"/>
                    <a:pt x="233" y="686"/>
                  </a:cubicBezTo>
                  <a:cubicBezTo>
                    <a:pt x="241" y="686"/>
                    <a:pt x="249" y="686"/>
                    <a:pt x="257" y="686"/>
                  </a:cubicBezTo>
                  <a:cubicBezTo>
                    <a:pt x="257" y="680"/>
                    <a:pt x="257" y="674"/>
                    <a:pt x="257" y="667"/>
                  </a:cubicBezTo>
                  <a:cubicBezTo>
                    <a:pt x="249" y="667"/>
                    <a:pt x="241" y="667"/>
                    <a:pt x="233" y="667"/>
                  </a:cubicBezTo>
                  <a:close/>
                  <a:moveTo>
                    <a:pt x="201" y="667"/>
                  </a:moveTo>
                  <a:cubicBezTo>
                    <a:pt x="201" y="674"/>
                    <a:pt x="201" y="680"/>
                    <a:pt x="201" y="686"/>
                  </a:cubicBezTo>
                  <a:cubicBezTo>
                    <a:pt x="210" y="686"/>
                    <a:pt x="218" y="686"/>
                    <a:pt x="226" y="686"/>
                  </a:cubicBezTo>
                  <a:cubicBezTo>
                    <a:pt x="226" y="680"/>
                    <a:pt x="226" y="674"/>
                    <a:pt x="226" y="667"/>
                  </a:cubicBezTo>
                  <a:cubicBezTo>
                    <a:pt x="218" y="667"/>
                    <a:pt x="210" y="667"/>
                    <a:pt x="201" y="667"/>
                  </a:cubicBezTo>
                  <a:close/>
                  <a:moveTo>
                    <a:pt x="170" y="667"/>
                  </a:moveTo>
                  <a:cubicBezTo>
                    <a:pt x="170" y="674"/>
                    <a:pt x="170" y="680"/>
                    <a:pt x="170" y="686"/>
                  </a:cubicBezTo>
                  <a:cubicBezTo>
                    <a:pt x="178" y="686"/>
                    <a:pt x="186" y="686"/>
                    <a:pt x="194" y="686"/>
                  </a:cubicBezTo>
                  <a:cubicBezTo>
                    <a:pt x="194" y="680"/>
                    <a:pt x="194" y="674"/>
                    <a:pt x="194" y="667"/>
                  </a:cubicBezTo>
                  <a:cubicBezTo>
                    <a:pt x="186" y="667"/>
                    <a:pt x="178" y="667"/>
                    <a:pt x="170" y="667"/>
                  </a:cubicBezTo>
                  <a:close/>
                  <a:moveTo>
                    <a:pt x="107" y="667"/>
                  </a:moveTo>
                  <a:cubicBezTo>
                    <a:pt x="107" y="674"/>
                    <a:pt x="107" y="680"/>
                    <a:pt x="107" y="686"/>
                  </a:cubicBezTo>
                  <a:cubicBezTo>
                    <a:pt x="115" y="686"/>
                    <a:pt x="123" y="686"/>
                    <a:pt x="131" y="686"/>
                  </a:cubicBezTo>
                  <a:cubicBezTo>
                    <a:pt x="131" y="680"/>
                    <a:pt x="131" y="674"/>
                    <a:pt x="131" y="667"/>
                  </a:cubicBezTo>
                  <a:cubicBezTo>
                    <a:pt x="123" y="667"/>
                    <a:pt x="115" y="667"/>
                    <a:pt x="107" y="667"/>
                  </a:cubicBezTo>
                  <a:close/>
                  <a:moveTo>
                    <a:pt x="201" y="703"/>
                  </a:moveTo>
                  <a:cubicBezTo>
                    <a:pt x="201" y="709"/>
                    <a:pt x="201" y="716"/>
                    <a:pt x="201" y="722"/>
                  </a:cubicBezTo>
                  <a:cubicBezTo>
                    <a:pt x="210" y="722"/>
                    <a:pt x="218" y="722"/>
                    <a:pt x="226" y="722"/>
                  </a:cubicBezTo>
                  <a:cubicBezTo>
                    <a:pt x="226" y="716"/>
                    <a:pt x="226" y="709"/>
                    <a:pt x="226" y="703"/>
                  </a:cubicBezTo>
                  <a:cubicBezTo>
                    <a:pt x="218" y="703"/>
                    <a:pt x="210" y="703"/>
                    <a:pt x="201" y="703"/>
                  </a:cubicBezTo>
                  <a:close/>
                  <a:moveTo>
                    <a:pt x="138" y="703"/>
                  </a:moveTo>
                  <a:cubicBezTo>
                    <a:pt x="138" y="709"/>
                    <a:pt x="138" y="716"/>
                    <a:pt x="138" y="722"/>
                  </a:cubicBezTo>
                  <a:cubicBezTo>
                    <a:pt x="146" y="722"/>
                    <a:pt x="154" y="722"/>
                    <a:pt x="163" y="722"/>
                  </a:cubicBezTo>
                  <a:cubicBezTo>
                    <a:pt x="163" y="716"/>
                    <a:pt x="163" y="709"/>
                    <a:pt x="163" y="703"/>
                  </a:cubicBezTo>
                  <a:cubicBezTo>
                    <a:pt x="154" y="703"/>
                    <a:pt x="146" y="703"/>
                    <a:pt x="138" y="703"/>
                  </a:cubicBezTo>
                  <a:close/>
                  <a:moveTo>
                    <a:pt x="107" y="703"/>
                  </a:moveTo>
                  <a:cubicBezTo>
                    <a:pt x="107" y="709"/>
                    <a:pt x="107" y="716"/>
                    <a:pt x="107" y="722"/>
                  </a:cubicBezTo>
                  <a:cubicBezTo>
                    <a:pt x="115" y="722"/>
                    <a:pt x="123" y="722"/>
                    <a:pt x="131" y="722"/>
                  </a:cubicBezTo>
                  <a:cubicBezTo>
                    <a:pt x="131" y="716"/>
                    <a:pt x="131" y="709"/>
                    <a:pt x="131" y="703"/>
                  </a:cubicBezTo>
                  <a:cubicBezTo>
                    <a:pt x="123" y="703"/>
                    <a:pt x="115" y="703"/>
                    <a:pt x="107" y="703"/>
                  </a:cubicBezTo>
                  <a:close/>
                  <a:moveTo>
                    <a:pt x="43" y="703"/>
                  </a:moveTo>
                  <a:cubicBezTo>
                    <a:pt x="43" y="709"/>
                    <a:pt x="43" y="716"/>
                    <a:pt x="43" y="722"/>
                  </a:cubicBezTo>
                  <a:cubicBezTo>
                    <a:pt x="51" y="722"/>
                    <a:pt x="60" y="722"/>
                    <a:pt x="68" y="722"/>
                  </a:cubicBezTo>
                  <a:cubicBezTo>
                    <a:pt x="68" y="716"/>
                    <a:pt x="68" y="709"/>
                    <a:pt x="68" y="703"/>
                  </a:cubicBezTo>
                  <a:cubicBezTo>
                    <a:pt x="60" y="703"/>
                    <a:pt x="51" y="703"/>
                    <a:pt x="43" y="703"/>
                  </a:cubicBezTo>
                  <a:close/>
                  <a:moveTo>
                    <a:pt x="75" y="703"/>
                  </a:moveTo>
                  <a:cubicBezTo>
                    <a:pt x="75" y="709"/>
                    <a:pt x="75" y="716"/>
                    <a:pt x="75" y="722"/>
                  </a:cubicBezTo>
                  <a:cubicBezTo>
                    <a:pt x="83" y="722"/>
                    <a:pt x="91" y="722"/>
                    <a:pt x="99" y="722"/>
                  </a:cubicBezTo>
                  <a:cubicBezTo>
                    <a:pt x="99" y="716"/>
                    <a:pt x="99" y="709"/>
                    <a:pt x="99" y="703"/>
                  </a:cubicBezTo>
                  <a:cubicBezTo>
                    <a:pt x="91" y="703"/>
                    <a:pt x="83" y="703"/>
                    <a:pt x="75" y="703"/>
                  </a:cubicBezTo>
                  <a:close/>
                  <a:moveTo>
                    <a:pt x="201" y="739"/>
                  </a:moveTo>
                  <a:cubicBezTo>
                    <a:pt x="201" y="745"/>
                    <a:pt x="201" y="752"/>
                    <a:pt x="201" y="758"/>
                  </a:cubicBezTo>
                  <a:cubicBezTo>
                    <a:pt x="210" y="758"/>
                    <a:pt x="218" y="758"/>
                    <a:pt x="226" y="758"/>
                  </a:cubicBezTo>
                  <a:cubicBezTo>
                    <a:pt x="226" y="752"/>
                    <a:pt x="226" y="745"/>
                    <a:pt x="226" y="739"/>
                  </a:cubicBezTo>
                  <a:cubicBezTo>
                    <a:pt x="218" y="739"/>
                    <a:pt x="210" y="739"/>
                    <a:pt x="201" y="739"/>
                  </a:cubicBezTo>
                  <a:close/>
                  <a:moveTo>
                    <a:pt x="170" y="739"/>
                  </a:moveTo>
                  <a:cubicBezTo>
                    <a:pt x="170" y="745"/>
                    <a:pt x="170" y="752"/>
                    <a:pt x="170" y="758"/>
                  </a:cubicBezTo>
                  <a:cubicBezTo>
                    <a:pt x="178" y="758"/>
                    <a:pt x="186" y="758"/>
                    <a:pt x="194" y="758"/>
                  </a:cubicBezTo>
                  <a:cubicBezTo>
                    <a:pt x="194" y="752"/>
                    <a:pt x="194" y="745"/>
                    <a:pt x="194" y="739"/>
                  </a:cubicBezTo>
                  <a:cubicBezTo>
                    <a:pt x="186" y="739"/>
                    <a:pt x="178" y="739"/>
                    <a:pt x="170" y="739"/>
                  </a:cubicBezTo>
                  <a:close/>
                  <a:moveTo>
                    <a:pt x="138" y="739"/>
                  </a:moveTo>
                  <a:cubicBezTo>
                    <a:pt x="138" y="745"/>
                    <a:pt x="138" y="752"/>
                    <a:pt x="138" y="758"/>
                  </a:cubicBezTo>
                  <a:cubicBezTo>
                    <a:pt x="146" y="758"/>
                    <a:pt x="154" y="758"/>
                    <a:pt x="163" y="758"/>
                  </a:cubicBezTo>
                  <a:cubicBezTo>
                    <a:pt x="163" y="752"/>
                    <a:pt x="163" y="745"/>
                    <a:pt x="163" y="739"/>
                  </a:cubicBezTo>
                  <a:cubicBezTo>
                    <a:pt x="154" y="739"/>
                    <a:pt x="146" y="739"/>
                    <a:pt x="138" y="739"/>
                  </a:cubicBezTo>
                  <a:close/>
                  <a:moveTo>
                    <a:pt x="107" y="739"/>
                  </a:moveTo>
                  <a:cubicBezTo>
                    <a:pt x="107" y="745"/>
                    <a:pt x="107" y="752"/>
                    <a:pt x="107" y="758"/>
                  </a:cubicBezTo>
                  <a:cubicBezTo>
                    <a:pt x="115" y="758"/>
                    <a:pt x="123" y="758"/>
                    <a:pt x="131" y="758"/>
                  </a:cubicBezTo>
                  <a:cubicBezTo>
                    <a:pt x="131" y="752"/>
                    <a:pt x="131" y="745"/>
                    <a:pt x="131" y="739"/>
                  </a:cubicBezTo>
                  <a:cubicBezTo>
                    <a:pt x="123" y="739"/>
                    <a:pt x="115" y="739"/>
                    <a:pt x="107" y="739"/>
                  </a:cubicBezTo>
                  <a:close/>
                  <a:moveTo>
                    <a:pt x="233" y="775"/>
                  </a:moveTo>
                  <a:cubicBezTo>
                    <a:pt x="233" y="781"/>
                    <a:pt x="233" y="788"/>
                    <a:pt x="233" y="794"/>
                  </a:cubicBezTo>
                  <a:cubicBezTo>
                    <a:pt x="241" y="794"/>
                    <a:pt x="249" y="794"/>
                    <a:pt x="257" y="794"/>
                  </a:cubicBezTo>
                  <a:cubicBezTo>
                    <a:pt x="257" y="788"/>
                    <a:pt x="257" y="781"/>
                    <a:pt x="257" y="775"/>
                  </a:cubicBezTo>
                  <a:cubicBezTo>
                    <a:pt x="249" y="775"/>
                    <a:pt x="241" y="775"/>
                    <a:pt x="233" y="775"/>
                  </a:cubicBezTo>
                  <a:close/>
                  <a:moveTo>
                    <a:pt x="170" y="775"/>
                  </a:moveTo>
                  <a:cubicBezTo>
                    <a:pt x="170" y="781"/>
                    <a:pt x="170" y="788"/>
                    <a:pt x="170" y="794"/>
                  </a:cubicBezTo>
                  <a:cubicBezTo>
                    <a:pt x="178" y="794"/>
                    <a:pt x="186" y="794"/>
                    <a:pt x="194" y="794"/>
                  </a:cubicBezTo>
                  <a:cubicBezTo>
                    <a:pt x="194" y="788"/>
                    <a:pt x="194" y="781"/>
                    <a:pt x="194" y="775"/>
                  </a:cubicBezTo>
                  <a:cubicBezTo>
                    <a:pt x="186" y="775"/>
                    <a:pt x="178" y="775"/>
                    <a:pt x="170" y="775"/>
                  </a:cubicBezTo>
                  <a:close/>
                  <a:moveTo>
                    <a:pt x="138" y="775"/>
                  </a:moveTo>
                  <a:cubicBezTo>
                    <a:pt x="138" y="781"/>
                    <a:pt x="138" y="788"/>
                    <a:pt x="138" y="794"/>
                  </a:cubicBezTo>
                  <a:cubicBezTo>
                    <a:pt x="146" y="794"/>
                    <a:pt x="154" y="794"/>
                    <a:pt x="163" y="794"/>
                  </a:cubicBezTo>
                  <a:cubicBezTo>
                    <a:pt x="163" y="788"/>
                    <a:pt x="163" y="781"/>
                    <a:pt x="163" y="775"/>
                  </a:cubicBezTo>
                  <a:cubicBezTo>
                    <a:pt x="154" y="775"/>
                    <a:pt x="146" y="775"/>
                    <a:pt x="138" y="775"/>
                  </a:cubicBezTo>
                  <a:close/>
                  <a:moveTo>
                    <a:pt x="107" y="775"/>
                  </a:moveTo>
                  <a:cubicBezTo>
                    <a:pt x="107" y="781"/>
                    <a:pt x="107" y="788"/>
                    <a:pt x="107" y="794"/>
                  </a:cubicBezTo>
                  <a:cubicBezTo>
                    <a:pt x="115" y="794"/>
                    <a:pt x="123" y="794"/>
                    <a:pt x="131" y="794"/>
                  </a:cubicBezTo>
                  <a:cubicBezTo>
                    <a:pt x="131" y="788"/>
                    <a:pt x="131" y="781"/>
                    <a:pt x="131" y="775"/>
                  </a:cubicBezTo>
                  <a:cubicBezTo>
                    <a:pt x="123" y="775"/>
                    <a:pt x="115" y="775"/>
                    <a:pt x="107" y="775"/>
                  </a:cubicBezTo>
                  <a:close/>
                  <a:moveTo>
                    <a:pt x="43" y="775"/>
                  </a:moveTo>
                  <a:cubicBezTo>
                    <a:pt x="43" y="781"/>
                    <a:pt x="43" y="788"/>
                    <a:pt x="43" y="794"/>
                  </a:cubicBezTo>
                  <a:cubicBezTo>
                    <a:pt x="51" y="794"/>
                    <a:pt x="60" y="794"/>
                    <a:pt x="68" y="794"/>
                  </a:cubicBezTo>
                  <a:cubicBezTo>
                    <a:pt x="68" y="788"/>
                    <a:pt x="68" y="781"/>
                    <a:pt x="68" y="775"/>
                  </a:cubicBezTo>
                  <a:cubicBezTo>
                    <a:pt x="60" y="775"/>
                    <a:pt x="51" y="775"/>
                    <a:pt x="43" y="775"/>
                  </a:cubicBezTo>
                  <a:close/>
                  <a:moveTo>
                    <a:pt x="233" y="811"/>
                  </a:moveTo>
                  <a:cubicBezTo>
                    <a:pt x="233" y="817"/>
                    <a:pt x="233" y="823"/>
                    <a:pt x="233" y="830"/>
                  </a:cubicBezTo>
                  <a:cubicBezTo>
                    <a:pt x="241" y="830"/>
                    <a:pt x="249" y="830"/>
                    <a:pt x="257" y="830"/>
                  </a:cubicBezTo>
                  <a:cubicBezTo>
                    <a:pt x="257" y="823"/>
                    <a:pt x="257" y="817"/>
                    <a:pt x="257" y="811"/>
                  </a:cubicBezTo>
                  <a:cubicBezTo>
                    <a:pt x="249" y="811"/>
                    <a:pt x="241" y="811"/>
                    <a:pt x="233" y="811"/>
                  </a:cubicBezTo>
                  <a:close/>
                  <a:moveTo>
                    <a:pt x="201" y="811"/>
                  </a:moveTo>
                  <a:cubicBezTo>
                    <a:pt x="201" y="817"/>
                    <a:pt x="201" y="823"/>
                    <a:pt x="201" y="830"/>
                  </a:cubicBezTo>
                  <a:cubicBezTo>
                    <a:pt x="210" y="830"/>
                    <a:pt x="218" y="830"/>
                    <a:pt x="226" y="830"/>
                  </a:cubicBezTo>
                  <a:cubicBezTo>
                    <a:pt x="226" y="823"/>
                    <a:pt x="226" y="817"/>
                    <a:pt x="226" y="811"/>
                  </a:cubicBezTo>
                  <a:cubicBezTo>
                    <a:pt x="218" y="811"/>
                    <a:pt x="210" y="811"/>
                    <a:pt x="201" y="811"/>
                  </a:cubicBezTo>
                  <a:close/>
                  <a:moveTo>
                    <a:pt x="170" y="811"/>
                  </a:moveTo>
                  <a:cubicBezTo>
                    <a:pt x="170" y="817"/>
                    <a:pt x="170" y="823"/>
                    <a:pt x="170" y="830"/>
                  </a:cubicBezTo>
                  <a:cubicBezTo>
                    <a:pt x="178" y="830"/>
                    <a:pt x="186" y="830"/>
                    <a:pt x="194" y="830"/>
                  </a:cubicBezTo>
                  <a:cubicBezTo>
                    <a:pt x="194" y="823"/>
                    <a:pt x="194" y="817"/>
                    <a:pt x="194" y="811"/>
                  </a:cubicBezTo>
                  <a:cubicBezTo>
                    <a:pt x="186" y="811"/>
                    <a:pt x="178" y="811"/>
                    <a:pt x="170" y="811"/>
                  </a:cubicBezTo>
                  <a:close/>
                  <a:moveTo>
                    <a:pt x="43" y="811"/>
                  </a:moveTo>
                  <a:cubicBezTo>
                    <a:pt x="43" y="817"/>
                    <a:pt x="43" y="823"/>
                    <a:pt x="43" y="830"/>
                  </a:cubicBezTo>
                  <a:cubicBezTo>
                    <a:pt x="51" y="830"/>
                    <a:pt x="60" y="830"/>
                    <a:pt x="68" y="830"/>
                  </a:cubicBezTo>
                  <a:cubicBezTo>
                    <a:pt x="68" y="823"/>
                    <a:pt x="68" y="817"/>
                    <a:pt x="68" y="811"/>
                  </a:cubicBezTo>
                  <a:cubicBezTo>
                    <a:pt x="60" y="811"/>
                    <a:pt x="51" y="811"/>
                    <a:pt x="43" y="811"/>
                  </a:cubicBezTo>
                  <a:close/>
                  <a:moveTo>
                    <a:pt x="75" y="811"/>
                  </a:moveTo>
                  <a:cubicBezTo>
                    <a:pt x="75" y="817"/>
                    <a:pt x="75" y="823"/>
                    <a:pt x="75" y="830"/>
                  </a:cubicBezTo>
                  <a:cubicBezTo>
                    <a:pt x="83" y="830"/>
                    <a:pt x="91" y="830"/>
                    <a:pt x="99" y="830"/>
                  </a:cubicBezTo>
                  <a:cubicBezTo>
                    <a:pt x="99" y="823"/>
                    <a:pt x="99" y="817"/>
                    <a:pt x="99" y="811"/>
                  </a:cubicBezTo>
                  <a:cubicBezTo>
                    <a:pt x="91" y="811"/>
                    <a:pt x="83" y="811"/>
                    <a:pt x="75" y="811"/>
                  </a:cubicBezTo>
                  <a:close/>
                  <a:moveTo>
                    <a:pt x="233" y="847"/>
                  </a:moveTo>
                  <a:cubicBezTo>
                    <a:pt x="233" y="853"/>
                    <a:pt x="233" y="859"/>
                    <a:pt x="233" y="866"/>
                  </a:cubicBezTo>
                  <a:cubicBezTo>
                    <a:pt x="241" y="866"/>
                    <a:pt x="249" y="866"/>
                    <a:pt x="257" y="866"/>
                  </a:cubicBezTo>
                  <a:cubicBezTo>
                    <a:pt x="257" y="859"/>
                    <a:pt x="257" y="853"/>
                    <a:pt x="257" y="847"/>
                  </a:cubicBezTo>
                  <a:cubicBezTo>
                    <a:pt x="249" y="847"/>
                    <a:pt x="241" y="847"/>
                    <a:pt x="233" y="847"/>
                  </a:cubicBezTo>
                  <a:close/>
                  <a:moveTo>
                    <a:pt x="201" y="847"/>
                  </a:moveTo>
                  <a:cubicBezTo>
                    <a:pt x="201" y="853"/>
                    <a:pt x="201" y="859"/>
                    <a:pt x="201" y="866"/>
                  </a:cubicBezTo>
                  <a:cubicBezTo>
                    <a:pt x="210" y="866"/>
                    <a:pt x="218" y="866"/>
                    <a:pt x="226" y="866"/>
                  </a:cubicBezTo>
                  <a:cubicBezTo>
                    <a:pt x="226" y="859"/>
                    <a:pt x="226" y="853"/>
                    <a:pt x="226" y="847"/>
                  </a:cubicBezTo>
                  <a:cubicBezTo>
                    <a:pt x="218" y="847"/>
                    <a:pt x="210" y="847"/>
                    <a:pt x="201" y="847"/>
                  </a:cubicBezTo>
                  <a:close/>
                  <a:moveTo>
                    <a:pt x="138" y="847"/>
                  </a:moveTo>
                  <a:cubicBezTo>
                    <a:pt x="138" y="853"/>
                    <a:pt x="138" y="859"/>
                    <a:pt x="138" y="866"/>
                  </a:cubicBezTo>
                  <a:cubicBezTo>
                    <a:pt x="146" y="866"/>
                    <a:pt x="154" y="866"/>
                    <a:pt x="163" y="866"/>
                  </a:cubicBezTo>
                  <a:cubicBezTo>
                    <a:pt x="163" y="859"/>
                    <a:pt x="163" y="853"/>
                    <a:pt x="163" y="847"/>
                  </a:cubicBezTo>
                  <a:cubicBezTo>
                    <a:pt x="154" y="847"/>
                    <a:pt x="146" y="847"/>
                    <a:pt x="138" y="847"/>
                  </a:cubicBezTo>
                  <a:close/>
                  <a:moveTo>
                    <a:pt x="107" y="847"/>
                  </a:moveTo>
                  <a:cubicBezTo>
                    <a:pt x="107" y="853"/>
                    <a:pt x="107" y="859"/>
                    <a:pt x="107" y="866"/>
                  </a:cubicBezTo>
                  <a:cubicBezTo>
                    <a:pt x="115" y="866"/>
                    <a:pt x="123" y="866"/>
                    <a:pt x="131" y="866"/>
                  </a:cubicBezTo>
                  <a:cubicBezTo>
                    <a:pt x="131" y="859"/>
                    <a:pt x="131" y="853"/>
                    <a:pt x="131" y="847"/>
                  </a:cubicBezTo>
                  <a:cubicBezTo>
                    <a:pt x="123" y="847"/>
                    <a:pt x="115" y="847"/>
                    <a:pt x="107" y="847"/>
                  </a:cubicBezTo>
                  <a:close/>
                  <a:moveTo>
                    <a:pt x="43" y="847"/>
                  </a:moveTo>
                  <a:cubicBezTo>
                    <a:pt x="43" y="853"/>
                    <a:pt x="43" y="859"/>
                    <a:pt x="43" y="866"/>
                  </a:cubicBezTo>
                  <a:cubicBezTo>
                    <a:pt x="51" y="866"/>
                    <a:pt x="60" y="866"/>
                    <a:pt x="68" y="866"/>
                  </a:cubicBezTo>
                  <a:cubicBezTo>
                    <a:pt x="68" y="859"/>
                    <a:pt x="68" y="853"/>
                    <a:pt x="68" y="847"/>
                  </a:cubicBezTo>
                  <a:cubicBezTo>
                    <a:pt x="60" y="847"/>
                    <a:pt x="51" y="847"/>
                    <a:pt x="43" y="847"/>
                  </a:cubicBezTo>
                  <a:close/>
                  <a:moveTo>
                    <a:pt x="75" y="847"/>
                  </a:moveTo>
                  <a:cubicBezTo>
                    <a:pt x="75" y="853"/>
                    <a:pt x="75" y="859"/>
                    <a:pt x="75" y="866"/>
                  </a:cubicBezTo>
                  <a:cubicBezTo>
                    <a:pt x="83" y="866"/>
                    <a:pt x="91" y="866"/>
                    <a:pt x="99" y="866"/>
                  </a:cubicBezTo>
                  <a:cubicBezTo>
                    <a:pt x="99" y="859"/>
                    <a:pt x="99" y="853"/>
                    <a:pt x="99" y="847"/>
                  </a:cubicBezTo>
                  <a:cubicBezTo>
                    <a:pt x="91" y="847"/>
                    <a:pt x="83" y="847"/>
                    <a:pt x="75" y="847"/>
                  </a:cubicBezTo>
                  <a:close/>
                  <a:moveTo>
                    <a:pt x="233" y="883"/>
                  </a:moveTo>
                  <a:cubicBezTo>
                    <a:pt x="233" y="889"/>
                    <a:pt x="233" y="895"/>
                    <a:pt x="233" y="902"/>
                  </a:cubicBezTo>
                  <a:cubicBezTo>
                    <a:pt x="241" y="902"/>
                    <a:pt x="249" y="902"/>
                    <a:pt x="257" y="902"/>
                  </a:cubicBezTo>
                  <a:cubicBezTo>
                    <a:pt x="257" y="895"/>
                    <a:pt x="257" y="889"/>
                    <a:pt x="257" y="883"/>
                  </a:cubicBezTo>
                  <a:cubicBezTo>
                    <a:pt x="249" y="883"/>
                    <a:pt x="241" y="883"/>
                    <a:pt x="233" y="883"/>
                  </a:cubicBezTo>
                  <a:close/>
                  <a:moveTo>
                    <a:pt x="201" y="883"/>
                  </a:moveTo>
                  <a:cubicBezTo>
                    <a:pt x="201" y="889"/>
                    <a:pt x="201" y="895"/>
                    <a:pt x="201" y="902"/>
                  </a:cubicBezTo>
                  <a:cubicBezTo>
                    <a:pt x="210" y="902"/>
                    <a:pt x="218" y="902"/>
                    <a:pt x="226" y="902"/>
                  </a:cubicBezTo>
                  <a:cubicBezTo>
                    <a:pt x="226" y="895"/>
                    <a:pt x="226" y="889"/>
                    <a:pt x="226" y="883"/>
                  </a:cubicBezTo>
                  <a:cubicBezTo>
                    <a:pt x="218" y="883"/>
                    <a:pt x="210" y="883"/>
                    <a:pt x="201" y="883"/>
                  </a:cubicBezTo>
                  <a:close/>
                  <a:moveTo>
                    <a:pt x="170" y="883"/>
                  </a:moveTo>
                  <a:cubicBezTo>
                    <a:pt x="170" y="889"/>
                    <a:pt x="170" y="895"/>
                    <a:pt x="170" y="902"/>
                  </a:cubicBezTo>
                  <a:cubicBezTo>
                    <a:pt x="178" y="902"/>
                    <a:pt x="186" y="902"/>
                    <a:pt x="194" y="902"/>
                  </a:cubicBezTo>
                  <a:cubicBezTo>
                    <a:pt x="194" y="895"/>
                    <a:pt x="194" y="889"/>
                    <a:pt x="194" y="883"/>
                  </a:cubicBezTo>
                  <a:cubicBezTo>
                    <a:pt x="186" y="883"/>
                    <a:pt x="178" y="883"/>
                    <a:pt x="170" y="883"/>
                  </a:cubicBezTo>
                  <a:close/>
                  <a:moveTo>
                    <a:pt x="107" y="883"/>
                  </a:moveTo>
                  <a:cubicBezTo>
                    <a:pt x="107" y="889"/>
                    <a:pt x="107" y="895"/>
                    <a:pt x="107" y="902"/>
                  </a:cubicBezTo>
                  <a:cubicBezTo>
                    <a:pt x="115" y="902"/>
                    <a:pt x="123" y="902"/>
                    <a:pt x="131" y="902"/>
                  </a:cubicBezTo>
                  <a:cubicBezTo>
                    <a:pt x="131" y="895"/>
                    <a:pt x="131" y="889"/>
                    <a:pt x="131" y="883"/>
                  </a:cubicBezTo>
                  <a:cubicBezTo>
                    <a:pt x="123" y="883"/>
                    <a:pt x="115" y="883"/>
                    <a:pt x="107" y="883"/>
                  </a:cubicBezTo>
                  <a:close/>
                  <a:moveTo>
                    <a:pt x="43" y="883"/>
                  </a:moveTo>
                  <a:cubicBezTo>
                    <a:pt x="43" y="889"/>
                    <a:pt x="43" y="895"/>
                    <a:pt x="43" y="902"/>
                  </a:cubicBezTo>
                  <a:cubicBezTo>
                    <a:pt x="51" y="902"/>
                    <a:pt x="60" y="902"/>
                    <a:pt x="68" y="902"/>
                  </a:cubicBezTo>
                  <a:cubicBezTo>
                    <a:pt x="68" y="895"/>
                    <a:pt x="68" y="889"/>
                    <a:pt x="68" y="883"/>
                  </a:cubicBezTo>
                  <a:cubicBezTo>
                    <a:pt x="60" y="883"/>
                    <a:pt x="51" y="883"/>
                    <a:pt x="43" y="883"/>
                  </a:cubicBezTo>
                  <a:close/>
                  <a:moveTo>
                    <a:pt x="75" y="883"/>
                  </a:moveTo>
                  <a:cubicBezTo>
                    <a:pt x="75" y="889"/>
                    <a:pt x="75" y="895"/>
                    <a:pt x="75" y="902"/>
                  </a:cubicBezTo>
                  <a:cubicBezTo>
                    <a:pt x="83" y="902"/>
                    <a:pt x="91" y="902"/>
                    <a:pt x="99" y="902"/>
                  </a:cubicBezTo>
                  <a:cubicBezTo>
                    <a:pt x="99" y="895"/>
                    <a:pt x="99" y="889"/>
                    <a:pt x="99" y="883"/>
                  </a:cubicBezTo>
                  <a:cubicBezTo>
                    <a:pt x="91" y="883"/>
                    <a:pt x="83" y="883"/>
                    <a:pt x="75" y="883"/>
                  </a:cubicBezTo>
                  <a:close/>
                  <a:moveTo>
                    <a:pt x="201" y="57"/>
                  </a:moveTo>
                  <a:cubicBezTo>
                    <a:pt x="201" y="63"/>
                    <a:pt x="201" y="69"/>
                    <a:pt x="201" y="76"/>
                  </a:cubicBezTo>
                  <a:cubicBezTo>
                    <a:pt x="210" y="76"/>
                    <a:pt x="218" y="76"/>
                    <a:pt x="226" y="76"/>
                  </a:cubicBezTo>
                  <a:cubicBezTo>
                    <a:pt x="226" y="69"/>
                    <a:pt x="226" y="63"/>
                    <a:pt x="226" y="57"/>
                  </a:cubicBezTo>
                  <a:cubicBezTo>
                    <a:pt x="218" y="57"/>
                    <a:pt x="210" y="57"/>
                    <a:pt x="201" y="57"/>
                  </a:cubicBezTo>
                  <a:close/>
                  <a:moveTo>
                    <a:pt x="43" y="57"/>
                  </a:moveTo>
                  <a:cubicBezTo>
                    <a:pt x="43" y="76"/>
                    <a:pt x="43" y="76"/>
                    <a:pt x="43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68" y="57"/>
                    <a:pt x="68" y="57"/>
                    <a:pt x="68" y="57"/>
                  </a:cubicBezTo>
                  <a:cubicBezTo>
                    <a:pt x="43" y="57"/>
                    <a:pt x="43" y="57"/>
                    <a:pt x="43" y="57"/>
                  </a:cubicBezTo>
                  <a:close/>
                  <a:moveTo>
                    <a:pt x="75" y="57"/>
                  </a:moveTo>
                  <a:cubicBezTo>
                    <a:pt x="75" y="63"/>
                    <a:pt x="75" y="69"/>
                    <a:pt x="75" y="76"/>
                  </a:cubicBezTo>
                  <a:cubicBezTo>
                    <a:pt x="83" y="76"/>
                    <a:pt x="91" y="76"/>
                    <a:pt x="99" y="76"/>
                  </a:cubicBezTo>
                  <a:cubicBezTo>
                    <a:pt x="99" y="69"/>
                    <a:pt x="99" y="63"/>
                    <a:pt x="99" y="57"/>
                  </a:cubicBezTo>
                  <a:cubicBezTo>
                    <a:pt x="91" y="57"/>
                    <a:pt x="83" y="57"/>
                    <a:pt x="75" y="57"/>
                  </a:cubicBezTo>
                  <a:close/>
                  <a:moveTo>
                    <a:pt x="233" y="919"/>
                  </a:moveTo>
                  <a:cubicBezTo>
                    <a:pt x="233" y="937"/>
                    <a:pt x="233" y="937"/>
                    <a:pt x="233" y="937"/>
                  </a:cubicBezTo>
                  <a:cubicBezTo>
                    <a:pt x="257" y="937"/>
                    <a:pt x="257" y="937"/>
                    <a:pt x="257" y="937"/>
                  </a:cubicBezTo>
                  <a:cubicBezTo>
                    <a:pt x="257" y="919"/>
                    <a:pt x="257" y="919"/>
                    <a:pt x="257" y="919"/>
                  </a:cubicBezTo>
                  <a:cubicBezTo>
                    <a:pt x="233" y="919"/>
                    <a:pt x="233" y="919"/>
                    <a:pt x="233" y="919"/>
                  </a:cubicBezTo>
                  <a:close/>
                  <a:moveTo>
                    <a:pt x="201" y="919"/>
                  </a:moveTo>
                  <a:cubicBezTo>
                    <a:pt x="201" y="925"/>
                    <a:pt x="201" y="931"/>
                    <a:pt x="201" y="937"/>
                  </a:cubicBezTo>
                  <a:cubicBezTo>
                    <a:pt x="210" y="937"/>
                    <a:pt x="218" y="937"/>
                    <a:pt x="226" y="937"/>
                  </a:cubicBezTo>
                  <a:cubicBezTo>
                    <a:pt x="226" y="931"/>
                    <a:pt x="226" y="925"/>
                    <a:pt x="226" y="919"/>
                  </a:cubicBezTo>
                  <a:cubicBezTo>
                    <a:pt x="218" y="919"/>
                    <a:pt x="210" y="919"/>
                    <a:pt x="201" y="919"/>
                  </a:cubicBezTo>
                  <a:close/>
                  <a:moveTo>
                    <a:pt x="170" y="919"/>
                  </a:moveTo>
                  <a:cubicBezTo>
                    <a:pt x="170" y="925"/>
                    <a:pt x="170" y="931"/>
                    <a:pt x="170" y="937"/>
                  </a:cubicBezTo>
                  <a:cubicBezTo>
                    <a:pt x="178" y="937"/>
                    <a:pt x="186" y="937"/>
                    <a:pt x="194" y="937"/>
                  </a:cubicBezTo>
                  <a:cubicBezTo>
                    <a:pt x="194" y="931"/>
                    <a:pt x="194" y="925"/>
                    <a:pt x="194" y="919"/>
                  </a:cubicBezTo>
                  <a:cubicBezTo>
                    <a:pt x="186" y="919"/>
                    <a:pt x="178" y="919"/>
                    <a:pt x="170" y="919"/>
                  </a:cubicBezTo>
                  <a:close/>
                  <a:moveTo>
                    <a:pt x="107" y="919"/>
                  </a:moveTo>
                  <a:cubicBezTo>
                    <a:pt x="107" y="925"/>
                    <a:pt x="107" y="931"/>
                    <a:pt x="107" y="937"/>
                  </a:cubicBezTo>
                  <a:cubicBezTo>
                    <a:pt x="115" y="937"/>
                    <a:pt x="123" y="937"/>
                    <a:pt x="131" y="937"/>
                  </a:cubicBezTo>
                  <a:cubicBezTo>
                    <a:pt x="131" y="931"/>
                    <a:pt x="131" y="925"/>
                    <a:pt x="131" y="919"/>
                  </a:cubicBezTo>
                  <a:cubicBezTo>
                    <a:pt x="123" y="919"/>
                    <a:pt x="115" y="919"/>
                    <a:pt x="107" y="919"/>
                  </a:cubicBezTo>
                  <a:close/>
                  <a:moveTo>
                    <a:pt x="43" y="919"/>
                  </a:moveTo>
                  <a:cubicBezTo>
                    <a:pt x="43" y="937"/>
                    <a:pt x="43" y="937"/>
                    <a:pt x="43" y="937"/>
                  </a:cubicBezTo>
                  <a:cubicBezTo>
                    <a:pt x="68" y="937"/>
                    <a:pt x="68" y="937"/>
                    <a:pt x="68" y="937"/>
                  </a:cubicBezTo>
                  <a:cubicBezTo>
                    <a:pt x="68" y="919"/>
                    <a:pt x="68" y="919"/>
                    <a:pt x="68" y="919"/>
                  </a:cubicBezTo>
                  <a:cubicBezTo>
                    <a:pt x="43" y="919"/>
                    <a:pt x="43" y="919"/>
                    <a:pt x="43" y="919"/>
                  </a:cubicBezTo>
                  <a:close/>
                  <a:moveTo>
                    <a:pt x="75" y="919"/>
                  </a:moveTo>
                  <a:cubicBezTo>
                    <a:pt x="75" y="925"/>
                    <a:pt x="75" y="931"/>
                    <a:pt x="75" y="937"/>
                  </a:cubicBezTo>
                  <a:cubicBezTo>
                    <a:pt x="83" y="937"/>
                    <a:pt x="91" y="937"/>
                    <a:pt x="99" y="937"/>
                  </a:cubicBezTo>
                  <a:cubicBezTo>
                    <a:pt x="99" y="931"/>
                    <a:pt x="99" y="925"/>
                    <a:pt x="99" y="919"/>
                  </a:cubicBezTo>
                  <a:cubicBezTo>
                    <a:pt x="91" y="919"/>
                    <a:pt x="83" y="919"/>
                    <a:pt x="75" y="919"/>
                  </a:cubicBezTo>
                  <a:close/>
                  <a:moveTo>
                    <a:pt x="75" y="93"/>
                  </a:moveTo>
                  <a:cubicBezTo>
                    <a:pt x="75" y="99"/>
                    <a:pt x="75" y="105"/>
                    <a:pt x="75" y="111"/>
                  </a:cubicBezTo>
                  <a:cubicBezTo>
                    <a:pt x="83" y="111"/>
                    <a:pt x="91" y="111"/>
                    <a:pt x="99" y="111"/>
                  </a:cubicBezTo>
                  <a:cubicBezTo>
                    <a:pt x="99" y="105"/>
                    <a:pt x="99" y="99"/>
                    <a:pt x="99" y="93"/>
                  </a:cubicBezTo>
                  <a:cubicBezTo>
                    <a:pt x="91" y="93"/>
                    <a:pt x="83" y="93"/>
                    <a:pt x="75" y="9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6" name="ïšḷîḋè"/>
            <p:cNvSpPr/>
            <p:nvPr userDrawn="1"/>
          </p:nvSpPr>
          <p:spPr bwMode="auto">
            <a:xfrm>
              <a:off x="4903788" y="3576638"/>
              <a:ext cx="617538" cy="581025"/>
            </a:xfrm>
            <a:custGeom>
              <a:avLst/>
              <a:gdLst>
                <a:gd name="T0" fmla="*/ 8 w 389"/>
                <a:gd name="T1" fmla="*/ 123 h 366"/>
                <a:gd name="T2" fmla="*/ 212 w 389"/>
                <a:gd name="T3" fmla="*/ 165 h 366"/>
                <a:gd name="T4" fmla="*/ 307 w 389"/>
                <a:gd name="T5" fmla="*/ 204 h 366"/>
                <a:gd name="T6" fmla="*/ 379 w 389"/>
                <a:gd name="T7" fmla="*/ 338 h 366"/>
                <a:gd name="T8" fmla="*/ 389 w 389"/>
                <a:gd name="T9" fmla="*/ 366 h 366"/>
                <a:gd name="T10" fmla="*/ 0 w 389"/>
                <a:gd name="T11" fmla="*/ 338 h 366"/>
                <a:gd name="T12" fmla="*/ 8 w 389"/>
                <a:gd name="T13" fmla="*/ 338 h 366"/>
                <a:gd name="T14" fmla="*/ 308 w 389"/>
                <a:gd name="T15" fmla="*/ 235 h 366"/>
                <a:gd name="T16" fmla="*/ 359 w 389"/>
                <a:gd name="T17" fmla="*/ 223 h 366"/>
                <a:gd name="T18" fmla="*/ 308 w 389"/>
                <a:gd name="T19" fmla="*/ 223 h 366"/>
                <a:gd name="T20" fmla="*/ 40 w 389"/>
                <a:gd name="T21" fmla="*/ 236 h 366"/>
                <a:gd name="T22" fmla="*/ 102 w 389"/>
                <a:gd name="T23" fmla="*/ 224 h 366"/>
                <a:gd name="T24" fmla="*/ 40 w 389"/>
                <a:gd name="T25" fmla="*/ 224 h 366"/>
                <a:gd name="T26" fmla="*/ 40 w 389"/>
                <a:gd name="T27" fmla="*/ 211 h 366"/>
                <a:gd name="T28" fmla="*/ 102 w 389"/>
                <a:gd name="T29" fmla="*/ 200 h 366"/>
                <a:gd name="T30" fmla="*/ 40 w 389"/>
                <a:gd name="T31" fmla="*/ 200 h 366"/>
                <a:gd name="T32" fmla="*/ 40 w 389"/>
                <a:gd name="T33" fmla="*/ 188 h 366"/>
                <a:gd name="T34" fmla="*/ 102 w 389"/>
                <a:gd name="T35" fmla="*/ 176 h 366"/>
                <a:gd name="T36" fmla="*/ 40 w 389"/>
                <a:gd name="T37" fmla="*/ 176 h 366"/>
                <a:gd name="T38" fmla="*/ 40 w 389"/>
                <a:gd name="T39" fmla="*/ 163 h 366"/>
                <a:gd name="T40" fmla="*/ 102 w 389"/>
                <a:gd name="T41" fmla="*/ 152 h 366"/>
                <a:gd name="T42" fmla="*/ 40 w 389"/>
                <a:gd name="T43" fmla="*/ 152 h 366"/>
                <a:gd name="T44" fmla="*/ 212 w 389"/>
                <a:gd name="T45" fmla="*/ 267 h 366"/>
                <a:gd name="T46" fmla="*/ 275 w 389"/>
                <a:gd name="T47" fmla="*/ 256 h 366"/>
                <a:gd name="T48" fmla="*/ 212 w 389"/>
                <a:gd name="T49" fmla="*/ 256 h 366"/>
                <a:gd name="T50" fmla="*/ 212 w 389"/>
                <a:gd name="T51" fmla="*/ 243 h 366"/>
                <a:gd name="T52" fmla="*/ 275 w 389"/>
                <a:gd name="T53" fmla="*/ 232 h 366"/>
                <a:gd name="T54" fmla="*/ 212 w 389"/>
                <a:gd name="T55" fmla="*/ 232 h 366"/>
                <a:gd name="T56" fmla="*/ 212 w 389"/>
                <a:gd name="T57" fmla="*/ 219 h 366"/>
                <a:gd name="T58" fmla="*/ 275 w 389"/>
                <a:gd name="T59" fmla="*/ 208 h 366"/>
                <a:gd name="T60" fmla="*/ 212 w 389"/>
                <a:gd name="T61" fmla="*/ 208 h 366"/>
                <a:gd name="T62" fmla="*/ 212 w 389"/>
                <a:gd name="T63" fmla="*/ 195 h 366"/>
                <a:gd name="T64" fmla="*/ 275 w 389"/>
                <a:gd name="T65" fmla="*/ 184 h 366"/>
                <a:gd name="T66" fmla="*/ 212 w 389"/>
                <a:gd name="T67" fmla="*/ 184 h 366"/>
                <a:gd name="T68" fmla="*/ 308 w 389"/>
                <a:gd name="T69" fmla="*/ 307 h 366"/>
                <a:gd name="T70" fmla="*/ 359 w 389"/>
                <a:gd name="T71" fmla="*/ 296 h 366"/>
                <a:gd name="T72" fmla="*/ 308 w 389"/>
                <a:gd name="T73" fmla="*/ 296 h 366"/>
                <a:gd name="T74" fmla="*/ 308 w 389"/>
                <a:gd name="T75" fmla="*/ 283 h 366"/>
                <a:gd name="T76" fmla="*/ 359 w 389"/>
                <a:gd name="T77" fmla="*/ 271 h 366"/>
                <a:gd name="T78" fmla="*/ 308 w 389"/>
                <a:gd name="T79" fmla="*/ 271 h 366"/>
                <a:gd name="T80" fmla="*/ 308 w 389"/>
                <a:gd name="T81" fmla="*/ 259 h 366"/>
                <a:gd name="T82" fmla="*/ 359 w 389"/>
                <a:gd name="T83" fmla="*/ 248 h 366"/>
                <a:gd name="T84" fmla="*/ 308 w 389"/>
                <a:gd name="T85" fmla="*/ 248 h 366"/>
                <a:gd name="T86" fmla="*/ 361 w 389"/>
                <a:gd name="T87" fmla="*/ 84 h 366"/>
                <a:gd name="T88" fmla="*/ 317 w 389"/>
                <a:gd name="T89" fmla="*/ 195 h 366"/>
                <a:gd name="T90" fmla="*/ 369 w 389"/>
                <a:gd name="T91" fmla="*/ 195 h 366"/>
                <a:gd name="T92" fmla="*/ 280 w 389"/>
                <a:gd name="T93" fmla="*/ 43 h 366"/>
                <a:gd name="T94" fmla="*/ 222 w 389"/>
                <a:gd name="T95" fmla="*/ 154 h 366"/>
                <a:gd name="T96" fmla="*/ 290 w 389"/>
                <a:gd name="T97" fmla="*/ 154 h 366"/>
                <a:gd name="T98" fmla="*/ 37 w 389"/>
                <a:gd name="T99" fmla="*/ 110 h 366"/>
                <a:gd name="T100" fmla="*/ 108 w 389"/>
                <a:gd name="T101" fmla="*/ 0 h 3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89" h="366">
                  <a:moveTo>
                    <a:pt x="8" y="338"/>
                  </a:moveTo>
                  <a:lnTo>
                    <a:pt x="8" y="123"/>
                  </a:lnTo>
                  <a:lnTo>
                    <a:pt x="212" y="123"/>
                  </a:lnTo>
                  <a:lnTo>
                    <a:pt x="212" y="165"/>
                  </a:lnTo>
                  <a:lnTo>
                    <a:pt x="307" y="165"/>
                  </a:lnTo>
                  <a:lnTo>
                    <a:pt x="307" y="204"/>
                  </a:lnTo>
                  <a:lnTo>
                    <a:pt x="379" y="204"/>
                  </a:lnTo>
                  <a:lnTo>
                    <a:pt x="379" y="338"/>
                  </a:lnTo>
                  <a:lnTo>
                    <a:pt x="389" y="338"/>
                  </a:lnTo>
                  <a:lnTo>
                    <a:pt x="389" y="366"/>
                  </a:lnTo>
                  <a:lnTo>
                    <a:pt x="0" y="366"/>
                  </a:lnTo>
                  <a:lnTo>
                    <a:pt x="0" y="338"/>
                  </a:lnTo>
                  <a:lnTo>
                    <a:pt x="8" y="338"/>
                  </a:lnTo>
                  <a:lnTo>
                    <a:pt x="8" y="338"/>
                  </a:lnTo>
                  <a:close/>
                  <a:moveTo>
                    <a:pt x="308" y="223"/>
                  </a:moveTo>
                  <a:lnTo>
                    <a:pt x="308" y="235"/>
                  </a:lnTo>
                  <a:lnTo>
                    <a:pt x="359" y="235"/>
                  </a:lnTo>
                  <a:lnTo>
                    <a:pt x="359" y="223"/>
                  </a:lnTo>
                  <a:lnTo>
                    <a:pt x="308" y="223"/>
                  </a:lnTo>
                  <a:lnTo>
                    <a:pt x="308" y="223"/>
                  </a:lnTo>
                  <a:close/>
                  <a:moveTo>
                    <a:pt x="40" y="224"/>
                  </a:moveTo>
                  <a:lnTo>
                    <a:pt x="40" y="236"/>
                  </a:lnTo>
                  <a:lnTo>
                    <a:pt x="102" y="236"/>
                  </a:lnTo>
                  <a:lnTo>
                    <a:pt x="102" y="224"/>
                  </a:lnTo>
                  <a:lnTo>
                    <a:pt x="40" y="224"/>
                  </a:lnTo>
                  <a:lnTo>
                    <a:pt x="40" y="224"/>
                  </a:lnTo>
                  <a:close/>
                  <a:moveTo>
                    <a:pt x="40" y="200"/>
                  </a:moveTo>
                  <a:lnTo>
                    <a:pt x="40" y="211"/>
                  </a:lnTo>
                  <a:lnTo>
                    <a:pt x="102" y="211"/>
                  </a:lnTo>
                  <a:lnTo>
                    <a:pt x="102" y="200"/>
                  </a:lnTo>
                  <a:lnTo>
                    <a:pt x="40" y="200"/>
                  </a:lnTo>
                  <a:lnTo>
                    <a:pt x="40" y="200"/>
                  </a:lnTo>
                  <a:close/>
                  <a:moveTo>
                    <a:pt x="40" y="176"/>
                  </a:moveTo>
                  <a:lnTo>
                    <a:pt x="40" y="188"/>
                  </a:lnTo>
                  <a:lnTo>
                    <a:pt x="102" y="188"/>
                  </a:lnTo>
                  <a:lnTo>
                    <a:pt x="102" y="176"/>
                  </a:lnTo>
                  <a:lnTo>
                    <a:pt x="40" y="176"/>
                  </a:lnTo>
                  <a:lnTo>
                    <a:pt x="40" y="176"/>
                  </a:lnTo>
                  <a:close/>
                  <a:moveTo>
                    <a:pt x="40" y="152"/>
                  </a:moveTo>
                  <a:lnTo>
                    <a:pt x="40" y="163"/>
                  </a:lnTo>
                  <a:lnTo>
                    <a:pt x="102" y="163"/>
                  </a:lnTo>
                  <a:lnTo>
                    <a:pt x="102" y="152"/>
                  </a:lnTo>
                  <a:lnTo>
                    <a:pt x="40" y="152"/>
                  </a:lnTo>
                  <a:lnTo>
                    <a:pt x="40" y="152"/>
                  </a:lnTo>
                  <a:close/>
                  <a:moveTo>
                    <a:pt x="212" y="256"/>
                  </a:moveTo>
                  <a:lnTo>
                    <a:pt x="212" y="267"/>
                  </a:lnTo>
                  <a:lnTo>
                    <a:pt x="275" y="267"/>
                  </a:lnTo>
                  <a:lnTo>
                    <a:pt x="275" y="256"/>
                  </a:lnTo>
                  <a:lnTo>
                    <a:pt x="212" y="256"/>
                  </a:lnTo>
                  <a:lnTo>
                    <a:pt x="212" y="256"/>
                  </a:lnTo>
                  <a:close/>
                  <a:moveTo>
                    <a:pt x="212" y="232"/>
                  </a:moveTo>
                  <a:lnTo>
                    <a:pt x="212" y="243"/>
                  </a:lnTo>
                  <a:lnTo>
                    <a:pt x="275" y="243"/>
                  </a:lnTo>
                  <a:lnTo>
                    <a:pt x="275" y="232"/>
                  </a:lnTo>
                  <a:lnTo>
                    <a:pt x="212" y="232"/>
                  </a:lnTo>
                  <a:lnTo>
                    <a:pt x="212" y="232"/>
                  </a:lnTo>
                  <a:close/>
                  <a:moveTo>
                    <a:pt x="212" y="208"/>
                  </a:moveTo>
                  <a:lnTo>
                    <a:pt x="212" y="219"/>
                  </a:lnTo>
                  <a:lnTo>
                    <a:pt x="275" y="219"/>
                  </a:lnTo>
                  <a:lnTo>
                    <a:pt x="275" y="208"/>
                  </a:lnTo>
                  <a:lnTo>
                    <a:pt x="212" y="208"/>
                  </a:lnTo>
                  <a:lnTo>
                    <a:pt x="212" y="208"/>
                  </a:lnTo>
                  <a:close/>
                  <a:moveTo>
                    <a:pt x="212" y="184"/>
                  </a:moveTo>
                  <a:lnTo>
                    <a:pt x="212" y="195"/>
                  </a:lnTo>
                  <a:lnTo>
                    <a:pt x="275" y="195"/>
                  </a:lnTo>
                  <a:lnTo>
                    <a:pt x="275" y="184"/>
                  </a:lnTo>
                  <a:lnTo>
                    <a:pt x="212" y="184"/>
                  </a:lnTo>
                  <a:lnTo>
                    <a:pt x="212" y="184"/>
                  </a:lnTo>
                  <a:close/>
                  <a:moveTo>
                    <a:pt x="308" y="296"/>
                  </a:moveTo>
                  <a:lnTo>
                    <a:pt x="308" y="307"/>
                  </a:lnTo>
                  <a:lnTo>
                    <a:pt x="359" y="307"/>
                  </a:lnTo>
                  <a:lnTo>
                    <a:pt x="359" y="296"/>
                  </a:lnTo>
                  <a:lnTo>
                    <a:pt x="308" y="296"/>
                  </a:lnTo>
                  <a:lnTo>
                    <a:pt x="308" y="296"/>
                  </a:lnTo>
                  <a:close/>
                  <a:moveTo>
                    <a:pt x="308" y="271"/>
                  </a:moveTo>
                  <a:lnTo>
                    <a:pt x="308" y="283"/>
                  </a:lnTo>
                  <a:lnTo>
                    <a:pt x="359" y="283"/>
                  </a:lnTo>
                  <a:lnTo>
                    <a:pt x="359" y="271"/>
                  </a:lnTo>
                  <a:lnTo>
                    <a:pt x="308" y="271"/>
                  </a:lnTo>
                  <a:lnTo>
                    <a:pt x="308" y="271"/>
                  </a:lnTo>
                  <a:close/>
                  <a:moveTo>
                    <a:pt x="308" y="248"/>
                  </a:moveTo>
                  <a:lnTo>
                    <a:pt x="308" y="259"/>
                  </a:lnTo>
                  <a:lnTo>
                    <a:pt x="359" y="259"/>
                  </a:lnTo>
                  <a:lnTo>
                    <a:pt x="359" y="248"/>
                  </a:lnTo>
                  <a:lnTo>
                    <a:pt x="308" y="248"/>
                  </a:lnTo>
                  <a:lnTo>
                    <a:pt x="308" y="248"/>
                  </a:lnTo>
                  <a:close/>
                  <a:moveTo>
                    <a:pt x="369" y="195"/>
                  </a:moveTo>
                  <a:lnTo>
                    <a:pt x="361" y="84"/>
                  </a:lnTo>
                  <a:lnTo>
                    <a:pt x="326" y="84"/>
                  </a:lnTo>
                  <a:lnTo>
                    <a:pt x="317" y="195"/>
                  </a:lnTo>
                  <a:lnTo>
                    <a:pt x="369" y="195"/>
                  </a:lnTo>
                  <a:lnTo>
                    <a:pt x="369" y="195"/>
                  </a:lnTo>
                  <a:close/>
                  <a:moveTo>
                    <a:pt x="290" y="154"/>
                  </a:moveTo>
                  <a:lnTo>
                    <a:pt x="280" y="43"/>
                  </a:lnTo>
                  <a:lnTo>
                    <a:pt x="233" y="43"/>
                  </a:lnTo>
                  <a:lnTo>
                    <a:pt x="222" y="154"/>
                  </a:lnTo>
                  <a:lnTo>
                    <a:pt x="290" y="154"/>
                  </a:lnTo>
                  <a:lnTo>
                    <a:pt x="290" y="154"/>
                  </a:lnTo>
                  <a:close/>
                  <a:moveTo>
                    <a:pt x="120" y="110"/>
                  </a:moveTo>
                  <a:lnTo>
                    <a:pt x="37" y="110"/>
                  </a:lnTo>
                  <a:lnTo>
                    <a:pt x="52" y="0"/>
                  </a:lnTo>
                  <a:lnTo>
                    <a:pt x="108" y="0"/>
                  </a:lnTo>
                  <a:lnTo>
                    <a:pt x="120" y="1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7" name="íš1ïḓè"/>
            <p:cNvSpPr/>
            <p:nvPr userDrawn="1"/>
          </p:nvSpPr>
          <p:spPr bwMode="auto">
            <a:xfrm>
              <a:off x="6911975" y="3106738"/>
              <a:ext cx="277813" cy="1052513"/>
            </a:xfrm>
            <a:custGeom>
              <a:avLst/>
              <a:gdLst>
                <a:gd name="T0" fmla="*/ 44 w 172"/>
                <a:gd name="T1" fmla="*/ 0 h 650"/>
                <a:gd name="T2" fmla="*/ 172 w 172"/>
                <a:gd name="T3" fmla="*/ 63 h 650"/>
                <a:gd name="T4" fmla="*/ 0 w 172"/>
                <a:gd name="T5" fmla="*/ 2 h 650"/>
                <a:gd name="T6" fmla="*/ 104 w 172"/>
                <a:gd name="T7" fmla="*/ 606 h 650"/>
                <a:gd name="T8" fmla="*/ 112 w 172"/>
                <a:gd name="T9" fmla="*/ 594 h 650"/>
                <a:gd name="T10" fmla="*/ 151 w 172"/>
                <a:gd name="T11" fmla="*/ 594 h 650"/>
                <a:gd name="T12" fmla="*/ 19 w 172"/>
                <a:gd name="T13" fmla="*/ 606 h 650"/>
                <a:gd name="T14" fmla="*/ 19 w 172"/>
                <a:gd name="T15" fmla="*/ 594 h 650"/>
                <a:gd name="T16" fmla="*/ 104 w 172"/>
                <a:gd name="T17" fmla="*/ 565 h 650"/>
                <a:gd name="T18" fmla="*/ 112 w 172"/>
                <a:gd name="T19" fmla="*/ 552 h 650"/>
                <a:gd name="T20" fmla="*/ 151 w 172"/>
                <a:gd name="T21" fmla="*/ 552 h 650"/>
                <a:gd name="T22" fmla="*/ 65 w 172"/>
                <a:gd name="T23" fmla="*/ 523 h 650"/>
                <a:gd name="T24" fmla="*/ 65 w 172"/>
                <a:gd name="T25" fmla="*/ 511 h 650"/>
                <a:gd name="T26" fmla="*/ 151 w 172"/>
                <a:gd name="T27" fmla="*/ 523 h 650"/>
                <a:gd name="T28" fmla="*/ 65 w 172"/>
                <a:gd name="T29" fmla="*/ 469 h 650"/>
                <a:gd name="T30" fmla="*/ 104 w 172"/>
                <a:gd name="T31" fmla="*/ 469 h 650"/>
                <a:gd name="T32" fmla="*/ 112 w 172"/>
                <a:gd name="T33" fmla="*/ 482 h 650"/>
                <a:gd name="T34" fmla="*/ 112 w 172"/>
                <a:gd name="T35" fmla="*/ 469 h 650"/>
                <a:gd name="T36" fmla="*/ 57 w 172"/>
                <a:gd name="T37" fmla="*/ 482 h 650"/>
                <a:gd name="T38" fmla="*/ 112 w 172"/>
                <a:gd name="T39" fmla="*/ 428 h 650"/>
                <a:gd name="T40" fmla="*/ 151 w 172"/>
                <a:gd name="T41" fmla="*/ 428 h 650"/>
                <a:gd name="T42" fmla="*/ 19 w 172"/>
                <a:gd name="T43" fmla="*/ 440 h 650"/>
                <a:gd name="T44" fmla="*/ 19 w 172"/>
                <a:gd name="T45" fmla="*/ 428 h 650"/>
                <a:gd name="T46" fmla="*/ 104 w 172"/>
                <a:gd name="T47" fmla="*/ 399 h 650"/>
                <a:gd name="T48" fmla="*/ 112 w 172"/>
                <a:gd name="T49" fmla="*/ 386 h 650"/>
                <a:gd name="T50" fmla="*/ 151 w 172"/>
                <a:gd name="T51" fmla="*/ 386 h 650"/>
                <a:gd name="T52" fmla="*/ 19 w 172"/>
                <a:gd name="T53" fmla="*/ 399 h 650"/>
                <a:gd name="T54" fmla="*/ 19 w 172"/>
                <a:gd name="T55" fmla="*/ 386 h 650"/>
                <a:gd name="T56" fmla="*/ 104 w 172"/>
                <a:gd name="T57" fmla="*/ 357 h 650"/>
                <a:gd name="T58" fmla="*/ 19 w 172"/>
                <a:gd name="T59" fmla="*/ 345 h 650"/>
                <a:gd name="T60" fmla="*/ 57 w 172"/>
                <a:gd name="T61" fmla="*/ 345 h 650"/>
                <a:gd name="T62" fmla="*/ 65 w 172"/>
                <a:gd name="T63" fmla="*/ 316 h 650"/>
                <a:gd name="T64" fmla="*/ 65 w 172"/>
                <a:gd name="T65" fmla="*/ 303 h 650"/>
                <a:gd name="T66" fmla="*/ 151 w 172"/>
                <a:gd name="T67" fmla="*/ 316 h 650"/>
                <a:gd name="T68" fmla="*/ 19 w 172"/>
                <a:gd name="T69" fmla="*/ 303 h 650"/>
                <a:gd name="T70" fmla="*/ 57 w 172"/>
                <a:gd name="T71" fmla="*/ 303 h 650"/>
                <a:gd name="T72" fmla="*/ 65 w 172"/>
                <a:gd name="T73" fmla="*/ 274 h 650"/>
                <a:gd name="T74" fmla="*/ 65 w 172"/>
                <a:gd name="T75" fmla="*/ 262 h 650"/>
                <a:gd name="T76" fmla="*/ 57 w 172"/>
                <a:gd name="T77" fmla="*/ 274 h 650"/>
                <a:gd name="T78" fmla="*/ 65 w 172"/>
                <a:gd name="T79" fmla="*/ 220 h 650"/>
                <a:gd name="T80" fmla="*/ 104 w 172"/>
                <a:gd name="T81" fmla="*/ 220 h 650"/>
                <a:gd name="T82" fmla="*/ 112 w 172"/>
                <a:gd name="T83" fmla="*/ 233 h 650"/>
                <a:gd name="T84" fmla="*/ 112 w 172"/>
                <a:gd name="T85" fmla="*/ 220 h 650"/>
                <a:gd name="T86" fmla="*/ 57 w 172"/>
                <a:gd name="T87" fmla="*/ 233 h 650"/>
                <a:gd name="T88" fmla="*/ 112 w 172"/>
                <a:gd name="T89" fmla="*/ 179 h 650"/>
                <a:gd name="T90" fmla="*/ 151 w 172"/>
                <a:gd name="T91" fmla="*/ 179 h 650"/>
                <a:gd name="T92" fmla="*/ 19 w 172"/>
                <a:gd name="T93" fmla="*/ 191 h 650"/>
                <a:gd name="T94" fmla="*/ 19 w 172"/>
                <a:gd name="T95" fmla="*/ 179 h 650"/>
                <a:gd name="T96" fmla="*/ 104 w 172"/>
                <a:gd name="T97" fmla="*/ 150 h 650"/>
                <a:gd name="T98" fmla="*/ 112 w 172"/>
                <a:gd name="T99" fmla="*/ 137 h 650"/>
                <a:gd name="T100" fmla="*/ 151 w 172"/>
                <a:gd name="T101" fmla="*/ 137 h 650"/>
                <a:gd name="T102" fmla="*/ 19 w 172"/>
                <a:gd name="T103" fmla="*/ 150 h 650"/>
                <a:gd name="T104" fmla="*/ 19 w 172"/>
                <a:gd name="T105" fmla="*/ 137 h 650"/>
                <a:gd name="T106" fmla="*/ 104 w 172"/>
                <a:gd name="T107" fmla="*/ 108 h 650"/>
                <a:gd name="T108" fmla="*/ 112 w 172"/>
                <a:gd name="T109" fmla="*/ 96 h 650"/>
                <a:gd name="T110" fmla="*/ 151 w 172"/>
                <a:gd name="T111" fmla="*/ 96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72" h="650">
                  <a:moveTo>
                    <a:pt x="0" y="2"/>
                  </a:moveTo>
                  <a:cubicBezTo>
                    <a:pt x="44" y="17"/>
                    <a:pt x="44" y="17"/>
                    <a:pt x="44" y="17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133" y="0"/>
                    <a:pt x="133" y="0"/>
                    <a:pt x="133" y="0"/>
                  </a:cubicBezTo>
                  <a:cubicBezTo>
                    <a:pt x="133" y="49"/>
                    <a:pt x="133" y="49"/>
                    <a:pt x="133" y="49"/>
                  </a:cubicBezTo>
                  <a:cubicBezTo>
                    <a:pt x="172" y="63"/>
                    <a:pt x="172" y="63"/>
                    <a:pt x="172" y="63"/>
                  </a:cubicBezTo>
                  <a:cubicBezTo>
                    <a:pt x="172" y="650"/>
                    <a:pt x="172" y="650"/>
                    <a:pt x="172" y="650"/>
                  </a:cubicBezTo>
                  <a:cubicBezTo>
                    <a:pt x="0" y="650"/>
                    <a:pt x="0" y="650"/>
                    <a:pt x="0" y="650"/>
                  </a:cubicBezTo>
                  <a:cubicBezTo>
                    <a:pt x="0" y="2"/>
                    <a:pt x="0" y="2"/>
                    <a:pt x="0" y="2"/>
                  </a:cubicBezTo>
                  <a:close/>
                  <a:moveTo>
                    <a:pt x="65" y="594"/>
                  </a:moveTo>
                  <a:cubicBezTo>
                    <a:pt x="65" y="606"/>
                    <a:pt x="65" y="606"/>
                    <a:pt x="65" y="606"/>
                  </a:cubicBezTo>
                  <a:cubicBezTo>
                    <a:pt x="104" y="606"/>
                    <a:pt x="104" y="606"/>
                    <a:pt x="104" y="606"/>
                  </a:cubicBezTo>
                  <a:cubicBezTo>
                    <a:pt x="104" y="594"/>
                    <a:pt x="104" y="594"/>
                    <a:pt x="104" y="594"/>
                  </a:cubicBezTo>
                  <a:cubicBezTo>
                    <a:pt x="65" y="594"/>
                    <a:pt x="65" y="594"/>
                    <a:pt x="65" y="594"/>
                  </a:cubicBezTo>
                  <a:close/>
                  <a:moveTo>
                    <a:pt x="112" y="594"/>
                  </a:moveTo>
                  <a:cubicBezTo>
                    <a:pt x="112" y="606"/>
                    <a:pt x="112" y="606"/>
                    <a:pt x="112" y="606"/>
                  </a:cubicBezTo>
                  <a:cubicBezTo>
                    <a:pt x="151" y="606"/>
                    <a:pt x="151" y="606"/>
                    <a:pt x="151" y="606"/>
                  </a:cubicBezTo>
                  <a:cubicBezTo>
                    <a:pt x="151" y="594"/>
                    <a:pt x="151" y="594"/>
                    <a:pt x="151" y="594"/>
                  </a:cubicBezTo>
                  <a:cubicBezTo>
                    <a:pt x="112" y="594"/>
                    <a:pt x="112" y="594"/>
                    <a:pt x="112" y="594"/>
                  </a:cubicBezTo>
                  <a:close/>
                  <a:moveTo>
                    <a:pt x="19" y="594"/>
                  </a:moveTo>
                  <a:cubicBezTo>
                    <a:pt x="19" y="606"/>
                    <a:pt x="19" y="606"/>
                    <a:pt x="19" y="606"/>
                  </a:cubicBezTo>
                  <a:cubicBezTo>
                    <a:pt x="57" y="606"/>
                    <a:pt x="57" y="606"/>
                    <a:pt x="57" y="606"/>
                  </a:cubicBezTo>
                  <a:cubicBezTo>
                    <a:pt x="57" y="594"/>
                    <a:pt x="57" y="594"/>
                    <a:pt x="57" y="594"/>
                  </a:cubicBezTo>
                  <a:cubicBezTo>
                    <a:pt x="19" y="594"/>
                    <a:pt x="19" y="594"/>
                    <a:pt x="19" y="594"/>
                  </a:cubicBezTo>
                  <a:close/>
                  <a:moveTo>
                    <a:pt x="65" y="552"/>
                  </a:moveTo>
                  <a:cubicBezTo>
                    <a:pt x="65" y="556"/>
                    <a:pt x="65" y="560"/>
                    <a:pt x="65" y="565"/>
                  </a:cubicBezTo>
                  <a:cubicBezTo>
                    <a:pt x="78" y="565"/>
                    <a:pt x="91" y="565"/>
                    <a:pt x="104" y="565"/>
                  </a:cubicBezTo>
                  <a:cubicBezTo>
                    <a:pt x="104" y="560"/>
                    <a:pt x="104" y="556"/>
                    <a:pt x="104" y="552"/>
                  </a:cubicBezTo>
                  <a:cubicBezTo>
                    <a:pt x="91" y="552"/>
                    <a:pt x="78" y="552"/>
                    <a:pt x="65" y="552"/>
                  </a:cubicBezTo>
                  <a:close/>
                  <a:moveTo>
                    <a:pt x="112" y="552"/>
                  </a:moveTo>
                  <a:cubicBezTo>
                    <a:pt x="112" y="556"/>
                    <a:pt x="112" y="560"/>
                    <a:pt x="112" y="565"/>
                  </a:cubicBezTo>
                  <a:cubicBezTo>
                    <a:pt x="125" y="565"/>
                    <a:pt x="138" y="565"/>
                    <a:pt x="151" y="565"/>
                  </a:cubicBezTo>
                  <a:cubicBezTo>
                    <a:pt x="151" y="560"/>
                    <a:pt x="151" y="556"/>
                    <a:pt x="151" y="552"/>
                  </a:cubicBezTo>
                  <a:cubicBezTo>
                    <a:pt x="138" y="552"/>
                    <a:pt x="125" y="552"/>
                    <a:pt x="112" y="552"/>
                  </a:cubicBezTo>
                  <a:close/>
                  <a:moveTo>
                    <a:pt x="65" y="511"/>
                  </a:moveTo>
                  <a:cubicBezTo>
                    <a:pt x="65" y="515"/>
                    <a:pt x="65" y="519"/>
                    <a:pt x="65" y="523"/>
                  </a:cubicBezTo>
                  <a:cubicBezTo>
                    <a:pt x="78" y="523"/>
                    <a:pt x="91" y="523"/>
                    <a:pt x="104" y="523"/>
                  </a:cubicBezTo>
                  <a:cubicBezTo>
                    <a:pt x="104" y="519"/>
                    <a:pt x="104" y="515"/>
                    <a:pt x="104" y="511"/>
                  </a:cubicBezTo>
                  <a:cubicBezTo>
                    <a:pt x="91" y="511"/>
                    <a:pt x="78" y="511"/>
                    <a:pt x="65" y="511"/>
                  </a:cubicBezTo>
                  <a:close/>
                  <a:moveTo>
                    <a:pt x="112" y="511"/>
                  </a:moveTo>
                  <a:cubicBezTo>
                    <a:pt x="112" y="515"/>
                    <a:pt x="112" y="519"/>
                    <a:pt x="112" y="523"/>
                  </a:cubicBezTo>
                  <a:cubicBezTo>
                    <a:pt x="125" y="523"/>
                    <a:pt x="138" y="523"/>
                    <a:pt x="151" y="523"/>
                  </a:cubicBezTo>
                  <a:cubicBezTo>
                    <a:pt x="151" y="519"/>
                    <a:pt x="151" y="515"/>
                    <a:pt x="151" y="511"/>
                  </a:cubicBezTo>
                  <a:cubicBezTo>
                    <a:pt x="138" y="511"/>
                    <a:pt x="125" y="511"/>
                    <a:pt x="112" y="511"/>
                  </a:cubicBezTo>
                  <a:close/>
                  <a:moveTo>
                    <a:pt x="65" y="469"/>
                  </a:moveTo>
                  <a:cubicBezTo>
                    <a:pt x="65" y="473"/>
                    <a:pt x="65" y="478"/>
                    <a:pt x="65" y="482"/>
                  </a:cubicBezTo>
                  <a:cubicBezTo>
                    <a:pt x="78" y="482"/>
                    <a:pt x="91" y="482"/>
                    <a:pt x="104" y="482"/>
                  </a:cubicBezTo>
                  <a:cubicBezTo>
                    <a:pt x="104" y="478"/>
                    <a:pt x="104" y="473"/>
                    <a:pt x="104" y="469"/>
                  </a:cubicBezTo>
                  <a:cubicBezTo>
                    <a:pt x="91" y="469"/>
                    <a:pt x="78" y="469"/>
                    <a:pt x="65" y="469"/>
                  </a:cubicBezTo>
                  <a:close/>
                  <a:moveTo>
                    <a:pt x="112" y="469"/>
                  </a:moveTo>
                  <a:cubicBezTo>
                    <a:pt x="112" y="473"/>
                    <a:pt x="112" y="478"/>
                    <a:pt x="112" y="482"/>
                  </a:cubicBezTo>
                  <a:cubicBezTo>
                    <a:pt x="125" y="482"/>
                    <a:pt x="138" y="482"/>
                    <a:pt x="151" y="482"/>
                  </a:cubicBezTo>
                  <a:cubicBezTo>
                    <a:pt x="151" y="478"/>
                    <a:pt x="151" y="473"/>
                    <a:pt x="151" y="469"/>
                  </a:cubicBezTo>
                  <a:cubicBezTo>
                    <a:pt x="138" y="469"/>
                    <a:pt x="125" y="469"/>
                    <a:pt x="112" y="469"/>
                  </a:cubicBezTo>
                  <a:close/>
                  <a:moveTo>
                    <a:pt x="19" y="469"/>
                  </a:moveTo>
                  <a:cubicBezTo>
                    <a:pt x="19" y="473"/>
                    <a:pt x="19" y="478"/>
                    <a:pt x="19" y="482"/>
                  </a:cubicBezTo>
                  <a:cubicBezTo>
                    <a:pt x="31" y="482"/>
                    <a:pt x="44" y="482"/>
                    <a:pt x="57" y="482"/>
                  </a:cubicBezTo>
                  <a:cubicBezTo>
                    <a:pt x="57" y="478"/>
                    <a:pt x="57" y="473"/>
                    <a:pt x="57" y="469"/>
                  </a:cubicBezTo>
                  <a:cubicBezTo>
                    <a:pt x="44" y="469"/>
                    <a:pt x="31" y="469"/>
                    <a:pt x="19" y="469"/>
                  </a:cubicBezTo>
                  <a:close/>
                  <a:moveTo>
                    <a:pt x="112" y="428"/>
                  </a:moveTo>
                  <a:cubicBezTo>
                    <a:pt x="112" y="432"/>
                    <a:pt x="112" y="436"/>
                    <a:pt x="112" y="440"/>
                  </a:cubicBezTo>
                  <a:cubicBezTo>
                    <a:pt x="125" y="440"/>
                    <a:pt x="138" y="440"/>
                    <a:pt x="151" y="440"/>
                  </a:cubicBezTo>
                  <a:cubicBezTo>
                    <a:pt x="151" y="436"/>
                    <a:pt x="151" y="432"/>
                    <a:pt x="151" y="428"/>
                  </a:cubicBezTo>
                  <a:cubicBezTo>
                    <a:pt x="138" y="428"/>
                    <a:pt x="125" y="428"/>
                    <a:pt x="112" y="428"/>
                  </a:cubicBezTo>
                  <a:close/>
                  <a:moveTo>
                    <a:pt x="19" y="428"/>
                  </a:moveTo>
                  <a:cubicBezTo>
                    <a:pt x="19" y="432"/>
                    <a:pt x="19" y="436"/>
                    <a:pt x="19" y="440"/>
                  </a:cubicBezTo>
                  <a:cubicBezTo>
                    <a:pt x="31" y="440"/>
                    <a:pt x="44" y="440"/>
                    <a:pt x="57" y="440"/>
                  </a:cubicBezTo>
                  <a:cubicBezTo>
                    <a:pt x="57" y="436"/>
                    <a:pt x="57" y="432"/>
                    <a:pt x="57" y="428"/>
                  </a:cubicBezTo>
                  <a:cubicBezTo>
                    <a:pt x="44" y="428"/>
                    <a:pt x="31" y="428"/>
                    <a:pt x="19" y="428"/>
                  </a:cubicBezTo>
                  <a:close/>
                  <a:moveTo>
                    <a:pt x="65" y="386"/>
                  </a:moveTo>
                  <a:cubicBezTo>
                    <a:pt x="65" y="390"/>
                    <a:pt x="65" y="395"/>
                    <a:pt x="65" y="399"/>
                  </a:cubicBezTo>
                  <a:cubicBezTo>
                    <a:pt x="78" y="399"/>
                    <a:pt x="91" y="399"/>
                    <a:pt x="104" y="399"/>
                  </a:cubicBezTo>
                  <a:cubicBezTo>
                    <a:pt x="104" y="395"/>
                    <a:pt x="104" y="390"/>
                    <a:pt x="104" y="386"/>
                  </a:cubicBezTo>
                  <a:cubicBezTo>
                    <a:pt x="91" y="386"/>
                    <a:pt x="78" y="386"/>
                    <a:pt x="65" y="386"/>
                  </a:cubicBezTo>
                  <a:close/>
                  <a:moveTo>
                    <a:pt x="112" y="386"/>
                  </a:moveTo>
                  <a:cubicBezTo>
                    <a:pt x="112" y="390"/>
                    <a:pt x="112" y="395"/>
                    <a:pt x="112" y="399"/>
                  </a:cubicBezTo>
                  <a:cubicBezTo>
                    <a:pt x="125" y="399"/>
                    <a:pt x="138" y="399"/>
                    <a:pt x="151" y="399"/>
                  </a:cubicBezTo>
                  <a:cubicBezTo>
                    <a:pt x="151" y="395"/>
                    <a:pt x="151" y="390"/>
                    <a:pt x="151" y="386"/>
                  </a:cubicBezTo>
                  <a:cubicBezTo>
                    <a:pt x="138" y="386"/>
                    <a:pt x="125" y="386"/>
                    <a:pt x="112" y="386"/>
                  </a:cubicBezTo>
                  <a:close/>
                  <a:moveTo>
                    <a:pt x="19" y="386"/>
                  </a:moveTo>
                  <a:cubicBezTo>
                    <a:pt x="19" y="390"/>
                    <a:pt x="19" y="395"/>
                    <a:pt x="19" y="399"/>
                  </a:cubicBezTo>
                  <a:cubicBezTo>
                    <a:pt x="31" y="399"/>
                    <a:pt x="44" y="399"/>
                    <a:pt x="57" y="399"/>
                  </a:cubicBezTo>
                  <a:cubicBezTo>
                    <a:pt x="57" y="395"/>
                    <a:pt x="57" y="390"/>
                    <a:pt x="57" y="386"/>
                  </a:cubicBezTo>
                  <a:cubicBezTo>
                    <a:pt x="44" y="386"/>
                    <a:pt x="31" y="386"/>
                    <a:pt x="19" y="386"/>
                  </a:cubicBezTo>
                  <a:close/>
                  <a:moveTo>
                    <a:pt x="65" y="345"/>
                  </a:moveTo>
                  <a:cubicBezTo>
                    <a:pt x="65" y="349"/>
                    <a:pt x="65" y="353"/>
                    <a:pt x="65" y="357"/>
                  </a:cubicBezTo>
                  <a:cubicBezTo>
                    <a:pt x="78" y="357"/>
                    <a:pt x="91" y="357"/>
                    <a:pt x="104" y="357"/>
                  </a:cubicBezTo>
                  <a:cubicBezTo>
                    <a:pt x="104" y="353"/>
                    <a:pt x="104" y="349"/>
                    <a:pt x="104" y="345"/>
                  </a:cubicBezTo>
                  <a:cubicBezTo>
                    <a:pt x="91" y="345"/>
                    <a:pt x="78" y="345"/>
                    <a:pt x="65" y="345"/>
                  </a:cubicBezTo>
                  <a:close/>
                  <a:moveTo>
                    <a:pt x="19" y="345"/>
                  </a:moveTo>
                  <a:cubicBezTo>
                    <a:pt x="19" y="349"/>
                    <a:pt x="19" y="353"/>
                    <a:pt x="19" y="357"/>
                  </a:cubicBezTo>
                  <a:cubicBezTo>
                    <a:pt x="31" y="357"/>
                    <a:pt x="44" y="357"/>
                    <a:pt x="57" y="357"/>
                  </a:cubicBezTo>
                  <a:cubicBezTo>
                    <a:pt x="57" y="353"/>
                    <a:pt x="57" y="349"/>
                    <a:pt x="57" y="345"/>
                  </a:cubicBezTo>
                  <a:cubicBezTo>
                    <a:pt x="44" y="345"/>
                    <a:pt x="31" y="345"/>
                    <a:pt x="19" y="345"/>
                  </a:cubicBezTo>
                  <a:close/>
                  <a:moveTo>
                    <a:pt x="65" y="303"/>
                  </a:moveTo>
                  <a:cubicBezTo>
                    <a:pt x="65" y="308"/>
                    <a:pt x="65" y="312"/>
                    <a:pt x="65" y="316"/>
                  </a:cubicBezTo>
                  <a:cubicBezTo>
                    <a:pt x="78" y="316"/>
                    <a:pt x="91" y="316"/>
                    <a:pt x="104" y="316"/>
                  </a:cubicBezTo>
                  <a:cubicBezTo>
                    <a:pt x="104" y="312"/>
                    <a:pt x="104" y="308"/>
                    <a:pt x="104" y="303"/>
                  </a:cubicBezTo>
                  <a:cubicBezTo>
                    <a:pt x="91" y="303"/>
                    <a:pt x="78" y="303"/>
                    <a:pt x="65" y="303"/>
                  </a:cubicBezTo>
                  <a:close/>
                  <a:moveTo>
                    <a:pt x="112" y="303"/>
                  </a:moveTo>
                  <a:cubicBezTo>
                    <a:pt x="112" y="308"/>
                    <a:pt x="112" y="312"/>
                    <a:pt x="112" y="316"/>
                  </a:cubicBezTo>
                  <a:cubicBezTo>
                    <a:pt x="125" y="316"/>
                    <a:pt x="138" y="316"/>
                    <a:pt x="151" y="316"/>
                  </a:cubicBezTo>
                  <a:cubicBezTo>
                    <a:pt x="151" y="312"/>
                    <a:pt x="151" y="308"/>
                    <a:pt x="151" y="303"/>
                  </a:cubicBezTo>
                  <a:cubicBezTo>
                    <a:pt x="138" y="303"/>
                    <a:pt x="125" y="303"/>
                    <a:pt x="112" y="303"/>
                  </a:cubicBezTo>
                  <a:close/>
                  <a:moveTo>
                    <a:pt x="19" y="303"/>
                  </a:moveTo>
                  <a:cubicBezTo>
                    <a:pt x="19" y="308"/>
                    <a:pt x="19" y="312"/>
                    <a:pt x="19" y="316"/>
                  </a:cubicBezTo>
                  <a:cubicBezTo>
                    <a:pt x="31" y="316"/>
                    <a:pt x="44" y="316"/>
                    <a:pt x="57" y="316"/>
                  </a:cubicBezTo>
                  <a:cubicBezTo>
                    <a:pt x="57" y="312"/>
                    <a:pt x="57" y="308"/>
                    <a:pt x="57" y="303"/>
                  </a:cubicBezTo>
                  <a:cubicBezTo>
                    <a:pt x="44" y="303"/>
                    <a:pt x="31" y="303"/>
                    <a:pt x="19" y="303"/>
                  </a:cubicBezTo>
                  <a:close/>
                  <a:moveTo>
                    <a:pt x="65" y="262"/>
                  </a:moveTo>
                  <a:cubicBezTo>
                    <a:pt x="65" y="266"/>
                    <a:pt x="65" y="270"/>
                    <a:pt x="65" y="274"/>
                  </a:cubicBezTo>
                  <a:cubicBezTo>
                    <a:pt x="78" y="274"/>
                    <a:pt x="91" y="274"/>
                    <a:pt x="104" y="274"/>
                  </a:cubicBezTo>
                  <a:cubicBezTo>
                    <a:pt x="104" y="270"/>
                    <a:pt x="104" y="266"/>
                    <a:pt x="104" y="262"/>
                  </a:cubicBezTo>
                  <a:cubicBezTo>
                    <a:pt x="91" y="262"/>
                    <a:pt x="78" y="262"/>
                    <a:pt x="65" y="262"/>
                  </a:cubicBezTo>
                  <a:close/>
                  <a:moveTo>
                    <a:pt x="19" y="262"/>
                  </a:moveTo>
                  <a:cubicBezTo>
                    <a:pt x="19" y="266"/>
                    <a:pt x="19" y="270"/>
                    <a:pt x="19" y="274"/>
                  </a:cubicBezTo>
                  <a:cubicBezTo>
                    <a:pt x="31" y="274"/>
                    <a:pt x="44" y="274"/>
                    <a:pt x="57" y="274"/>
                  </a:cubicBezTo>
                  <a:cubicBezTo>
                    <a:pt x="57" y="270"/>
                    <a:pt x="57" y="266"/>
                    <a:pt x="57" y="262"/>
                  </a:cubicBezTo>
                  <a:cubicBezTo>
                    <a:pt x="44" y="262"/>
                    <a:pt x="31" y="262"/>
                    <a:pt x="19" y="262"/>
                  </a:cubicBezTo>
                  <a:close/>
                  <a:moveTo>
                    <a:pt x="65" y="220"/>
                  </a:moveTo>
                  <a:cubicBezTo>
                    <a:pt x="65" y="225"/>
                    <a:pt x="65" y="229"/>
                    <a:pt x="65" y="233"/>
                  </a:cubicBezTo>
                  <a:cubicBezTo>
                    <a:pt x="78" y="233"/>
                    <a:pt x="91" y="233"/>
                    <a:pt x="104" y="233"/>
                  </a:cubicBezTo>
                  <a:cubicBezTo>
                    <a:pt x="104" y="229"/>
                    <a:pt x="104" y="225"/>
                    <a:pt x="104" y="220"/>
                  </a:cubicBezTo>
                  <a:cubicBezTo>
                    <a:pt x="91" y="220"/>
                    <a:pt x="78" y="220"/>
                    <a:pt x="65" y="220"/>
                  </a:cubicBezTo>
                  <a:close/>
                  <a:moveTo>
                    <a:pt x="112" y="220"/>
                  </a:moveTo>
                  <a:cubicBezTo>
                    <a:pt x="112" y="225"/>
                    <a:pt x="112" y="229"/>
                    <a:pt x="112" y="233"/>
                  </a:cubicBezTo>
                  <a:cubicBezTo>
                    <a:pt x="125" y="233"/>
                    <a:pt x="138" y="233"/>
                    <a:pt x="151" y="233"/>
                  </a:cubicBezTo>
                  <a:cubicBezTo>
                    <a:pt x="151" y="229"/>
                    <a:pt x="151" y="225"/>
                    <a:pt x="151" y="220"/>
                  </a:cubicBezTo>
                  <a:cubicBezTo>
                    <a:pt x="138" y="220"/>
                    <a:pt x="125" y="220"/>
                    <a:pt x="112" y="220"/>
                  </a:cubicBezTo>
                  <a:close/>
                  <a:moveTo>
                    <a:pt x="19" y="220"/>
                  </a:moveTo>
                  <a:cubicBezTo>
                    <a:pt x="19" y="225"/>
                    <a:pt x="19" y="229"/>
                    <a:pt x="19" y="233"/>
                  </a:cubicBezTo>
                  <a:cubicBezTo>
                    <a:pt x="31" y="233"/>
                    <a:pt x="44" y="233"/>
                    <a:pt x="57" y="233"/>
                  </a:cubicBezTo>
                  <a:cubicBezTo>
                    <a:pt x="57" y="229"/>
                    <a:pt x="57" y="225"/>
                    <a:pt x="57" y="220"/>
                  </a:cubicBezTo>
                  <a:cubicBezTo>
                    <a:pt x="44" y="220"/>
                    <a:pt x="31" y="220"/>
                    <a:pt x="19" y="220"/>
                  </a:cubicBezTo>
                  <a:close/>
                  <a:moveTo>
                    <a:pt x="112" y="179"/>
                  </a:moveTo>
                  <a:cubicBezTo>
                    <a:pt x="112" y="183"/>
                    <a:pt x="112" y="187"/>
                    <a:pt x="112" y="191"/>
                  </a:cubicBezTo>
                  <a:cubicBezTo>
                    <a:pt x="125" y="191"/>
                    <a:pt x="138" y="191"/>
                    <a:pt x="151" y="191"/>
                  </a:cubicBezTo>
                  <a:cubicBezTo>
                    <a:pt x="151" y="187"/>
                    <a:pt x="151" y="183"/>
                    <a:pt x="151" y="179"/>
                  </a:cubicBezTo>
                  <a:cubicBezTo>
                    <a:pt x="138" y="179"/>
                    <a:pt x="125" y="179"/>
                    <a:pt x="112" y="179"/>
                  </a:cubicBezTo>
                  <a:close/>
                  <a:moveTo>
                    <a:pt x="19" y="179"/>
                  </a:moveTo>
                  <a:cubicBezTo>
                    <a:pt x="19" y="183"/>
                    <a:pt x="19" y="187"/>
                    <a:pt x="19" y="191"/>
                  </a:cubicBezTo>
                  <a:cubicBezTo>
                    <a:pt x="31" y="191"/>
                    <a:pt x="44" y="191"/>
                    <a:pt x="57" y="191"/>
                  </a:cubicBezTo>
                  <a:cubicBezTo>
                    <a:pt x="57" y="187"/>
                    <a:pt x="57" y="183"/>
                    <a:pt x="57" y="179"/>
                  </a:cubicBezTo>
                  <a:cubicBezTo>
                    <a:pt x="44" y="179"/>
                    <a:pt x="31" y="179"/>
                    <a:pt x="19" y="179"/>
                  </a:cubicBezTo>
                  <a:close/>
                  <a:moveTo>
                    <a:pt x="65" y="137"/>
                  </a:moveTo>
                  <a:cubicBezTo>
                    <a:pt x="65" y="142"/>
                    <a:pt x="65" y="146"/>
                    <a:pt x="65" y="150"/>
                  </a:cubicBezTo>
                  <a:cubicBezTo>
                    <a:pt x="78" y="150"/>
                    <a:pt x="91" y="150"/>
                    <a:pt x="104" y="150"/>
                  </a:cubicBezTo>
                  <a:cubicBezTo>
                    <a:pt x="104" y="146"/>
                    <a:pt x="104" y="142"/>
                    <a:pt x="104" y="137"/>
                  </a:cubicBezTo>
                  <a:cubicBezTo>
                    <a:pt x="91" y="137"/>
                    <a:pt x="78" y="137"/>
                    <a:pt x="65" y="137"/>
                  </a:cubicBezTo>
                  <a:close/>
                  <a:moveTo>
                    <a:pt x="112" y="137"/>
                  </a:moveTo>
                  <a:cubicBezTo>
                    <a:pt x="112" y="142"/>
                    <a:pt x="112" y="146"/>
                    <a:pt x="112" y="150"/>
                  </a:cubicBezTo>
                  <a:cubicBezTo>
                    <a:pt x="125" y="150"/>
                    <a:pt x="138" y="150"/>
                    <a:pt x="151" y="150"/>
                  </a:cubicBezTo>
                  <a:cubicBezTo>
                    <a:pt x="151" y="146"/>
                    <a:pt x="151" y="142"/>
                    <a:pt x="151" y="137"/>
                  </a:cubicBezTo>
                  <a:cubicBezTo>
                    <a:pt x="138" y="137"/>
                    <a:pt x="125" y="137"/>
                    <a:pt x="112" y="137"/>
                  </a:cubicBezTo>
                  <a:close/>
                  <a:moveTo>
                    <a:pt x="19" y="137"/>
                  </a:moveTo>
                  <a:cubicBezTo>
                    <a:pt x="19" y="142"/>
                    <a:pt x="19" y="146"/>
                    <a:pt x="19" y="150"/>
                  </a:cubicBezTo>
                  <a:cubicBezTo>
                    <a:pt x="31" y="150"/>
                    <a:pt x="44" y="150"/>
                    <a:pt x="57" y="150"/>
                  </a:cubicBezTo>
                  <a:cubicBezTo>
                    <a:pt x="57" y="146"/>
                    <a:pt x="57" y="142"/>
                    <a:pt x="57" y="137"/>
                  </a:cubicBezTo>
                  <a:cubicBezTo>
                    <a:pt x="44" y="137"/>
                    <a:pt x="31" y="137"/>
                    <a:pt x="19" y="137"/>
                  </a:cubicBezTo>
                  <a:close/>
                  <a:moveTo>
                    <a:pt x="65" y="96"/>
                  </a:moveTo>
                  <a:cubicBezTo>
                    <a:pt x="65" y="108"/>
                    <a:pt x="65" y="108"/>
                    <a:pt x="65" y="108"/>
                  </a:cubicBezTo>
                  <a:cubicBezTo>
                    <a:pt x="104" y="108"/>
                    <a:pt x="104" y="108"/>
                    <a:pt x="104" y="108"/>
                  </a:cubicBezTo>
                  <a:cubicBezTo>
                    <a:pt x="104" y="96"/>
                    <a:pt x="104" y="96"/>
                    <a:pt x="104" y="96"/>
                  </a:cubicBezTo>
                  <a:cubicBezTo>
                    <a:pt x="65" y="96"/>
                    <a:pt x="65" y="96"/>
                    <a:pt x="65" y="96"/>
                  </a:cubicBezTo>
                  <a:close/>
                  <a:moveTo>
                    <a:pt x="112" y="96"/>
                  </a:moveTo>
                  <a:cubicBezTo>
                    <a:pt x="112" y="108"/>
                    <a:pt x="112" y="108"/>
                    <a:pt x="112" y="108"/>
                  </a:cubicBezTo>
                  <a:cubicBezTo>
                    <a:pt x="151" y="108"/>
                    <a:pt x="151" y="108"/>
                    <a:pt x="151" y="108"/>
                  </a:cubicBezTo>
                  <a:cubicBezTo>
                    <a:pt x="151" y="96"/>
                    <a:pt x="151" y="96"/>
                    <a:pt x="151" y="96"/>
                  </a:cubicBezTo>
                  <a:lnTo>
                    <a:pt x="112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  <p:sp>
          <p:nvSpPr>
            <p:cNvPr id="28" name="ïṩ1ïdè"/>
            <p:cNvSpPr/>
            <p:nvPr userDrawn="1"/>
          </p:nvSpPr>
          <p:spPr bwMode="auto">
            <a:xfrm>
              <a:off x="3902075" y="3286125"/>
              <a:ext cx="436563" cy="884238"/>
            </a:xfrm>
            <a:custGeom>
              <a:avLst/>
              <a:gdLst>
                <a:gd name="T0" fmla="*/ 0 w 270"/>
                <a:gd name="T1" fmla="*/ 79 h 546"/>
                <a:gd name="T2" fmla="*/ 156 w 270"/>
                <a:gd name="T3" fmla="*/ 24 h 546"/>
                <a:gd name="T4" fmla="*/ 270 w 270"/>
                <a:gd name="T5" fmla="*/ 95 h 546"/>
                <a:gd name="T6" fmla="*/ 93 w 270"/>
                <a:gd name="T7" fmla="*/ 474 h 546"/>
                <a:gd name="T8" fmla="*/ 93 w 270"/>
                <a:gd name="T9" fmla="*/ 145 h 546"/>
                <a:gd name="T10" fmla="*/ 56 w 270"/>
                <a:gd name="T11" fmla="*/ 145 h 546"/>
                <a:gd name="T12" fmla="*/ 129 w 270"/>
                <a:gd name="T13" fmla="*/ 145 h 546"/>
                <a:gd name="T14" fmla="*/ 165 w 270"/>
                <a:gd name="T15" fmla="*/ 145 h 546"/>
                <a:gd name="T16" fmla="*/ 202 w 270"/>
                <a:gd name="T17" fmla="*/ 145 h 546"/>
                <a:gd name="T18" fmla="*/ 238 w 270"/>
                <a:gd name="T19" fmla="*/ 145 h 546"/>
                <a:gd name="T20" fmla="*/ 93 w 270"/>
                <a:gd name="T21" fmla="*/ 181 h 546"/>
                <a:gd name="T22" fmla="*/ 56 w 270"/>
                <a:gd name="T23" fmla="*/ 181 h 546"/>
                <a:gd name="T24" fmla="*/ 129 w 270"/>
                <a:gd name="T25" fmla="*/ 181 h 546"/>
                <a:gd name="T26" fmla="*/ 165 w 270"/>
                <a:gd name="T27" fmla="*/ 181 h 546"/>
                <a:gd name="T28" fmla="*/ 202 w 270"/>
                <a:gd name="T29" fmla="*/ 181 h 546"/>
                <a:gd name="T30" fmla="*/ 238 w 270"/>
                <a:gd name="T31" fmla="*/ 181 h 546"/>
                <a:gd name="T32" fmla="*/ 93 w 270"/>
                <a:gd name="T33" fmla="*/ 218 h 546"/>
                <a:gd name="T34" fmla="*/ 56 w 270"/>
                <a:gd name="T35" fmla="*/ 218 h 546"/>
                <a:gd name="T36" fmla="*/ 129 w 270"/>
                <a:gd name="T37" fmla="*/ 218 h 546"/>
                <a:gd name="T38" fmla="*/ 165 w 270"/>
                <a:gd name="T39" fmla="*/ 218 h 546"/>
                <a:gd name="T40" fmla="*/ 202 w 270"/>
                <a:gd name="T41" fmla="*/ 218 h 546"/>
                <a:gd name="T42" fmla="*/ 238 w 270"/>
                <a:gd name="T43" fmla="*/ 218 h 546"/>
                <a:gd name="T44" fmla="*/ 93 w 270"/>
                <a:gd name="T45" fmla="*/ 255 h 546"/>
                <a:gd name="T46" fmla="*/ 56 w 270"/>
                <a:gd name="T47" fmla="*/ 255 h 546"/>
                <a:gd name="T48" fmla="*/ 129 w 270"/>
                <a:gd name="T49" fmla="*/ 255 h 546"/>
                <a:gd name="T50" fmla="*/ 165 w 270"/>
                <a:gd name="T51" fmla="*/ 255 h 546"/>
                <a:gd name="T52" fmla="*/ 202 w 270"/>
                <a:gd name="T53" fmla="*/ 255 h 546"/>
                <a:gd name="T54" fmla="*/ 238 w 270"/>
                <a:gd name="T55" fmla="*/ 255 h 546"/>
                <a:gd name="T56" fmla="*/ 93 w 270"/>
                <a:gd name="T57" fmla="*/ 291 h 546"/>
                <a:gd name="T58" fmla="*/ 56 w 270"/>
                <a:gd name="T59" fmla="*/ 291 h 546"/>
                <a:gd name="T60" fmla="*/ 129 w 270"/>
                <a:gd name="T61" fmla="*/ 291 h 546"/>
                <a:gd name="T62" fmla="*/ 165 w 270"/>
                <a:gd name="T63" fmla="*/ 291 h 546"/>
                <a:gd name="T64" fmla="*/ 202 w 270"/>
                <a:gd name="T65" fmla="*/ 291 h 546"/>
                <a:gd name="T66" fmla="*/ 238 w 270"/>
                <a:gd name="T67" fmla="*/ 291 h 546"/>
                <a:gd name="T68" fmla="*/ 93 w 270"/>
                <a:gd name="T69" fmla="*/ 328 h 546"/>
                <a:gd name="T70" fmla="*/ 56 w 270"/>
                <a:gd name="T71" fmla="*/ 328 h 546"/>
                <a:gd name="T72" fmla="*/ 129 w 270"/>
                <a:gd name="T73" fmla="*/ 328 h 546"/>
                <a:gd name="T74" fmla="*/ 165 w 270"/>
                <a:gd name="T75" fmla="*/ 328 h 546"/>
                <a:gd name="T76" fmla="*/ 202 w 270"/>
                <a:gd name="T77" fmla="*/ 328 h 546"/>
                <a:gd name="T78" fmla="*/ 238 w 270"/>
                <a:gd name="T79" fmla="*/ 328 h 546"/>
                <a:gd name="T80" fmla="*/ 93 w 270"/>
                <a:gd name="T81" fmla="*/ 364 h 546"/>
                <a:gd name="T82" fmla="*/ 56 w 270"/>
                <a:gd name="T83" fmla="*/ 364 h 546"/>
                <a:gd name="T84" fmla="*/ 129 w 270"/>
                <a:gd name="T85" fmla="*/ 364 h 546"/>
                <a:gd name="T86" fmla="*/ 165 w 270"/>
                <a:gd name="T87" fmla="*/ 364 h 546"/>
                <a:gd name="T88" fmla="*/ 202 w 270"/>
                <a:gd name="T89" fmla="*/ 364 h 546"/>
                <a:gd name="T90" fmla="*/ 238 w 270"/>
                <a:gd name="T91" fmla="*/ 364 h 546"/>
                <a:gd name="T92" fmla="*/ 93 w 270"/>
                <a:gd name="T93" fmla="*/ 401 h 546"/>
                <a:gd name="T94" fmla="*/ 56 w 270"/>
                <a:gd name="T95" fmla="*/ 401 h 546"/>
                <a:gd name="T96" fmla="*/ 129 w 270"/>
                <a:gd name="T97" fmla="*/ 401 h 546"/>
                <a:gd name="T98" fmla="*/ 165 w 270"/>
                <a:gd name="T99" fmla="*/ 401 h 546"/>
                <a:gd name="T100" fmla="*/ 202 w 270"/>
                <a:gd name="T101" fmla="*/ 401 h 546"/>
                <a:gd name="T102" fmla="*/ 238 w 270"/>
                <a:gd name="T103" fmla="*/ 401 h 546"/>
                <a:gd name="T104" fmla="*/ 93 w 270"/>
                <a:gd name="T105" fmla="*/ 438 h 546"/>
                <a:gd name="T106" fmla="*/ 56 w 270"/>
                <a:gd name="T107" fmla="*/ 438 h 546"/>
                <a:gd name="T108" fmla="*/ 129 w 270"/>
                <a:gd name="T109" fmla="*/ 438 h 546"/>
                <a:gd name="T110" fmla="*/ 165 w 270"/>
                <a:gd name="T111" fmla="*/ 438 h 546"/>
                <a:gd name="T112" fmla="*/ 202 w 270"/>
                <a:gd name="T113" fmla="*/ 438 h 546"/>
                <a:gd name="T114" fmla="*/ 238 w 270"/>
                <a:gd name="T115" fmla="*/ 438 h 546"/>
                <a:gd name="T116" fmla="*/ 56 w 270"/>
                <a:gd name="T117" fmla="*/ 474 h 546"/>
                <a:gd name="T118" fmla="*/ 129 w 270"/>
                <a:gd name="T119" fmla="*/ 474 h 546"/>
                <a:gd name="T120" fmla="*/ 165 w 270"/>
                <a:gd name="T121" fmla="*/ 474 h 546"/>
                <a:gd name="T122" fmla="*/ 202 w 270"/>
                <a:gd name="T123" fmla="*/ 474 h 546"/>
                <a:gd name="T124" fmla="*/ 238 w 270"/>
                <a:gd name="T125" fmla="*/ 474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70" h="546">
                  <a:moveTo>
                    <a:pt x="266" y="546"/>
                  </a:moveTo>
                  <a:cubicBezTo>
                    <a:pt x="4" y="546"/>
                    <a:pt x="4" y="546"/>
                    <a:pt x="4" y="546"/>
                  </a:cubicBezTo>
                  <a:cubicBezTo>
                    <a:pt x="4" y="95"/>
                    <a:pt x="4" y="95"/>
                    <a:pt x="4" y="95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79"/>
                    <a:pt x="0" y="79"/>
                    <a:pt x="0" y="79"/>
                  </a:cubicBezTo>
                  <a:cubicBezTo>
                    <a:pt x="34" y="79"/>
                    <a:pt x="34" y="79"/>
                    <a:pt x="34" y="79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123" y="48"/>
                    <a:pt x="123" y="48"/>
                    <a:pt x="123" y="48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56" y="24"/>
                    <a:pt x="156" y="24"/>
                    <a:pt x="156" y="24"/>
                  </a:cubicBezTo>
                  <a:cubicBezTo>
                    <a:pt x="156" y="0"/>
                    <a:pt x="156" y="0"/>
                    <a:pt x="156" y="0"/>
                  </a:cubicBezTo>
                  <a:cubicBezTo>
                    <a:pt x="168" y="0"/>
                    <a:pt x="168" y="0"/>
                    <a:pt x="168" y="0"/>
                  </a:cubicBezTo>
                  <a:cubicBezTo>
                    <a:pt x="168" y="79"/>
                    <a:pt x="168" y="79"/>
                    <a:pt x="168" y="79"/>
                  </a:cubicBezTo>
                  <a:cubicBezTo>
                    <a:pt x="270" y="79"/>
                    <a:pt x="270" y="79"/>
                    <a:pt x="270" y="79"/>
                  </a:cubicBezTo>
                  <a:cubicBezTo>
                    <a:pt x="270" y="95"/>
                    <a:pt x="270" y="95"/>
                    <a:pt x="270" y="95"/>
                  </a:cubicBezTo>
                  <a:cubicBezTo>
                    <a:pt x="266" y="95"/>
                    <a:pt x="266" y="95"/>
                    <a:pt x="266" y="95"/>
                  </a:cubicBezTo>
                  <a:cubicBezTo>
                    <a:pt x="266" y="546"/>
                    <a:pt x="266" y="546"/>
                    <a:pt x="266" y="546"/>
                  </a:cubicBezTo>
                  <a:close/>
                  <a:moveTo>
                    <a:pt x="67" y="453"/>
                  </a:moveTo>
                  <a:cubicBezTo>
                    <a:pt x="67" y="460"/>
                    <a:pt x="67" y="467"/>
                    <a:pt x="67" y="474"/>
                  </a:cubicBezTo>
                  <a:cubicBezTo>
                    <a:pt x="75" y="474"/>
                    <a:pt x="84" y="474"/>
                    <a:pt x="93" y="474"/>
                  </a:cubicBezTo>
                  <a:cubicBezTo>
                    <a:pt x="93" y="467"/>
                    <a:pt x="93" y="460"/>
                    <a:pt x="93" y="453"/>
                  </a:cubicBezTo>
                  <a:cubicBezTo>
                    <a:pt x="84" y="453"/>
                    <a:pt x="75" y="453"/>
                    <a:pt x="67" y="453"/>
                  </a:cubicBezTo>
                  <a:close/>
                  <a:moveTo>
                    <a:pt x="67" y="124"/>
                  </a:moveTo>
                  <a:cubicBezTo>
                    <a:pt x="67" y="131"/>
                    <a:pt x="67" y="138"/>
                    <a:pt x="67" y="145"/>
                  </a:cubicBezTo>
                  <a:cubicBezTo>
                    <a:pt x="75" y="145"/>
                    <a:pt x="84" y="145"/>
                    <a:pt x="93" y="145"/>
                  </a:cubicBezTo>
                  <a:cubicBezTo>
                    <a:pt x="93" y="138"/>
                    <a:pt x="93" y="131"/>
                    <a:pt x="93" y="124"/>
                  </a:cubicBezTo>
                  <a:cubicBezTo>
                    <a:pt x="84" y="124"/>
                    <a:pt x="75" y="124"/>
                    <a:pt x="67" y="124"/>
                  </a:cubicBezTo>
                  <a:close/>
                  <a:moveTo>
                    <a:pt x="31" y="124"/>
                  </a:moveTo>
                  <a:cubicBezTo>
                    <a:pt x="31" y="145"/>
                    <a:pt x="31" y="145"/>
                    <a:pt x="31" y="145"/>
                  </a:cubicBezTo>
                  <a:cubicBezTo>
                    <a:pt x="56" y="145"/>
                    <a:pt x="56" y="145"/>
                    <a:pt x="56" y="145"/>
                  </a:cubicBezTo>
                  <a:cubicBezTo>
                    <a:pt x="56" y="124"/>
                    <a:pt x="56" y="124"/>
                    <a:pt x="56" y="124"/>
                  </a:cubicBezTo>
                  <a:cubicBezTo>
                    <a:pt x="31" y="124"/>
                    <a:pt x="31" y="124"/>
                    <a:pt x="31" y="124"/>
                  </a:cubicBezTo>
                  <a:close/>
                  <a:moveTo>
                    <a:pt x="103" y="124"/>
                  </a:moveTo>
                  <a:cubicBezTo>
                    <a:pt x="103" y="131"/>
                    <a:pt x="103" y="138"/>
                    <a:pt x="103" y="145"/>
                  </a:cubicBezTo>
                  <a:cubicBezTo>
                    <a:pt x="112" y="145"/>
                    <a:pt x="120" y="145"/>
                    <a:pt x="129" y="145"/>
                  </a:cubicBezTo>
                  <a:cubicBezTo>
                    <a:pt x="129" y="138"/>
                    <a:pt x="129" y="131"/>
                    <a:pt x="129" y="124"/>
                  </a:cubicBezTo>
                  <a:cubicBezTo>
                    <a:pt x="120" y="124"/>
                    <a:pt x="112" y="124"/>
                    <a:pt x="103" y="124"/>
                  </a:cubicBezTo>
                  <a:close/>
                  <a:moveTo>
                    <a:pt x="140" y="124"/>
                  </a:moveTo>
                  <a:cubicBezTo>
                    <a:pt x="140" y="131"/>
                    <a:pt x="140" y="138"/>
                    <a:pt x="140" y="145"/>
                  </a:cubicBezTo>
                  <a:cubicBezTo>
                    <a:pt x="148" y="145"/>
                    <a:pt x="157" y="145"/>
                    <a:pt x="165" y="145"/>
                  </a:cubicBezTo>
                  <a:cubicBezTo>
                    <a:pt x="165" y="138"/>
                    <a:pt x="165" y="131"/>
                    <a:pt x="165" y="124"/>
                  </a:cubicBezTo>
                  <a:cubicBezTo>
                    <a:pt x="157" y="124"/>
                    <a:pt x="148" y="124"/>
                    <a:pt x="140" y="124"/>
                  </a:cubicBezTo>
                  <a:close/>
                  <a:moveTo>
                    <a:pt x="176" y="124"/>
                  </a:moveTo>
                  <a:cubicBezTo>
                    <a:pt x="176" y="131"/>
                    <a:pt x="176" y="138"/>
                    <a:pt x="176" y="145"/>
                  </a:cubicBezTo>
                  <a:cubicBezTo>
                    <a:pt x="184" y="145"/>
                    <a:pt x="193" y="145"/>
                    <a:pt x="202" y="145"/>
                  </a:cubicBezTo>
                  <a:cubicBezTo>
                    <a:pt x="202" y="138"/>
                    <a:pt x="202" y="131"/>
                    <a:pt x="202" y="124"/>
                  </a:cubicBezTo>
                  <a:cubicBezTo>
                    <a:pt x="193" y="124"/>
                    <a:pt x="184" y="124"/>
                    <a:pt x="176" y="124"/>
                  </a:cubicBezTo>
                  <a:close/>
                  <a:moveTo>
                    <a:pt x="212" y="124"/>
                  </a:moveTo>
                  <a:cubicBezTo>
                    <a:pt x="212" y="145"/>
                    <a:pt x="212" y="145"/>
                    <a:pt x="212" y="145"/>
                  </a:cubicBezTo>
                  <a:cubicBezTo>
                    <a:pt x="238" y="145"/>
                    <a:pt x="238" y="145"/>
                    <a:pt x="238" y="145"/>
                  </a:cubicBezTo>
                  <a:cubicBezTo>
                    <a:pt x="238" y="124"/>
                    <a:pt x="238" y="124"/>
                    <a:pt x="238" y="124"/>
                  </a:cubicBezTo>
                  <a:cubicBezTo>
                    <a:pt x="212" y="124"/>
                    <a:pt x="212" y="124"/>
                    <a:pt x="212" y="124"/>
                  </a:cubicBezTo>
                  <a:close/>
                  <a:moveTo>
                    <a:pt x="67" y="160"/>
                  </a:moveTo>
                  <a:cubicBezTo>
                    <a:pt x="67" y="167"/>
                    <a:pt x="67" y="174"/>
                    <a:pt x="67" y="181"/>
                  </a:cubicBezTo>
                  <a:cubicBezTo>
                    <a:pt x="75" y="181"/>
                    <a:pt x="84" y="181"/>
                    <a:pt x="93" y="181"/>
                  </a:cubicBezTo>
                  <a:cubicBezTo>
                    <a:pt x="93" y="174"/>
                    <a:pt x="93" y="167"/>
                    <a:pt x="93" y="160"/>
                  </a:cubicBezTo>
                  <a:cubicBezTo>
                    <a:pt x="84" y="160"/>
                    <a:pt x="75" y="160"/>
                    <a:pt x="67" y="160"/>
                  </a:cubicBezTo>
                  <a:close/>
                  <a:moveTo>
                    <a:pt x="31" y="160"/>
                  </a:moveTo>
                  <a:cubicBezTo>
                    <a:pt x="31" y="167"/>
                    <a:pt x="31" y="174"/>
                    <a:pt x="31" y="181"/>
                  </a:cubicBezTo>
                  <a:cubicBezTo>
                    <a:pt x="39" y="181"/>
                    <a:pt x="48" y="181"/>
                    <a:pt x="56" y="181"/>
                  </a:cubicBezTo>
                  <a:cubicBezTo>
                    <a:pt x="56" y="174"/>
                    <a:pt x="56" y="167"/>
                    <a:pt x="56" y="160"/>
                  </a:cubicBezTo>
                  <a:cubicBezTo>
                    <a:pt x="48" y="160"/>
                    <a:pt x="39" y="160"/>
                    <a:pt x="31" y="160"/>
                  </a:cubicBezTo>
                  <a:close/>
                  <a:moveTo>
                    <a:pt x="103" y="160"/>
                  </a:moveTo>
                  <a:cubicBezTo>
                    <a:pt x="103" y="167"/>
                    <a:pt x="103" y="174"/>
                    <a:pt x="103" y="181"/>
                  </a:cubicBezTo>
                  <a:cubicBezTo>
                    <a:pt x="112" y="181"/>
                    <a:pt x="120" y="181"/>
                    <a:pt x="129" y="181"/>
                  </a:cubicBezTo>
                  <a:cubicBezTo>
                    <a:pt x="129" y="174"/>
                    <a:pt x="129" y="167"/>
                    <a:pt x="129" y="160"/>
                  </a:cubicBezTo>
                  <a:cubicBezTo>
                    <a:pt x="120" y="160"/>
                    <a:pt x="112" y="160"/>
                    <a:pt x="103" y="160"/>
                  </a:cubicBezTo>
                  <a:close/>
                  <a:moveTo>
                    <a:pt x="140" y="160"/>
                  </a:moveTo>
                  <a:cubicBezTo>
                    <a:pt x="140" y="167"/>
                    <a:pt x="140" y="174"/>
                    <a:pt x="140" y="181"/>
                  </a:cubicBezTo>
                  <a:cubicBezTo>
                    <a:pt x="148" y="181"/>
                    <a:pt x="157" y="181"/>
                    <a:pt x="165" y="181"/>
                  </a:cubicBezTo>
                  <a:cubicBezTo>
                    <a:pt x="165" y="174"/>
                    <a:pt x="165" y="167"/>
                    <a:pt x="165" y="160"/>
                  </a:cubicBezTo>
                  <a:cubicBezTo>
                    <a:pt x="157" y="160"/>
                    <a:pt x="148" y="160"/>
                    <a:pt x="140" y="160"/>
                  </a:cubicBezTo>
                  <a:close/>
                  <a:moveTo>
                    <a:pt x="176" y="160"/>
                  </a:moveTo>
                  <a:cubicBezTo>
                    <a:pt x="176" y="167"/>
                    <a:pt x="176" y="174"/>
                    <a:pt x="176" y="181"/>
                  </a:cubicBezTo>
                  <a:cubicBezTo>
                    <a:pt x="184" y="181"/>
                    <a:pt x="193" y="181"/>
                    <a:pt x="202" y="181"/>
                  </a:cubicBezTo>
                  <a:cubicBezTo>
                    <a:pt x="202" y="174"/>
                    <a:pt x="202" y="167"/>
                    <a:pt x="202" y="160"/>
                  </a:cubicBezTo>
                  <a:cubicBezTo>
                    <a:pt x="193" y="160"/>
                    <a:pt x="184" y="160"/>
                    <a:pt x="176" y="160"/>
                  </a:cubicBezTo>
                  <a:close/>
                  <a:moveTo>
                    <a:pt x="212" y="160"/>
                  </a:moveTo>
                  <a:cubicBezTo>
                    <a:pt x="212" y="167"/>
                    <a:pt x="212" y="174"/>
                    <a:pt x="212" y="181"/>
                  </a:cubicBezTo>
                  <a:cubicBezTo>
                    <a:pt x="221" y="181"/>
                    <a:pt x="229" y="181"/>
                    <a:pt x="238" y="181"/>
                  </a:cubicBezTo>
                  <a:cubicBezTo>
                    <a:pt x="238" y="174"/>
                    <a:pt x="238" y="167"/>
                    <a:pt x="238" y="160"/>
                  </a:cubicBezTo>
                  <a:cubicBezTo>
                    <a:pt x="229" y="160"/>
                    <a:pt x="221" y="160"/>
                    <a:pt x="212" y="160"/>
                  </a:cubicBezTo>
                  <a:close/>
                  <a:moveTo>
                    <a:pt x="67" y="197"/>
                  </a:moveTo>
                  <a:cubicBezTo>
                    <a:pt x="67" y="204"/>
                    <a:pt x="67" y="211"/>
                    <a:pt x="67" y="218"/>
                  </a:cubicBezTo>
                  <a:cubicBezTo>
                    <a:pt x="75" y="218"/>
                    <a:pt x="84" y="218"/>
                    <a:pt x="93" y="218"/>
                  </a:cubicBezTo>
                  <a:cubicBezTo>
                    <a:pt x="93" y="211"/>
                    <a:pt x="93" y="204"/>
                    <a:pt x="93" y="197"/>
                  </a:cubicBezTo>
                  <a:cubicBezTo>
                    <a:pt x="84" y="197"/>
                    <a:pt x="75" y="197"/>
                    <a:pt x="67" y="197"/>
                  </a:cubicBezTo>
                  <a:close/>
                  <a:moveTo>
                    <a:pt x="31" y="197"/>
                  </a:moveTo>
                  <a:cubicBezTo>
                    <a:pt x="31" y="204"/>
                    <a:pt x="31" y="211"/>
                    <a:pt x="31" y="218"/>
                  </a:cubicBezTo>
                  <a:cubicBezTo>
                    <a:pt x="39" y="218"/>
                    <a:pt x="48" y="218"/>
                    <a:pt x="56" y="218"/>
                  </a:cubicBezTo>
                  <a:cubicBezTo>
                    <a:pt x="56" y="211"/>
                    <a:pt x="56" y="204"/>
                    <a:pt x="56" y="197"/>
                  </a:cubicBezTo>
                  <a:cubicBezTo>
                    <a:pt x="48" y="197"/>
                    <a:pt x="39" y="197"/>
                    <a:pt x="31" y="197"/>
                  </a:cubicBezTo>
                  <a:close/>
                  <a:moveTo>
                    <a:pt x="103" y="197"/>
                  </a:moveTo>
                  <a:cubicBezTo>
                    <a:pt x="103" y="204"/>
                    <a:pt x="103" y="211"/>
                    <a:pt x="103" y="218"/>
                  </a:cubicBezTo>
                  <a:cubicBezTo>
                    <a:pt x="112" y="218"/>
                    <a:pt x="120" y="218"/>
                    <a:pt x="129" y="218"/>
                  </a:cubicBezTo>
                  <a:cubicBezTo>
                    <a:pt x="129" y="211"/>
                    <a:pt x="129" y="204"/>
                    <a:pt x="129" y="197"/>
                  </a:cubicBezTo>
                  <a:cubicBezTo>
                    <a:pt x="120" y="197"/>
                    <a:pt x="112" y="197"/>
                    <a:pt x="103" y="197"/>
                  </a:cubicBezTo>
                  <a:close/>
                  <a:moveTo>
                    <a:pt x="140" y="197"/>
                  </a:moveTo>
                  <a:cubicBezTo>
                    <a:pt x="140" y="204"/>
                    <a:pt x="140" y="211"/>
                    <a:pt x="140" y="218"/>
                  </a:cubicBezTo>
                  <a:cubicBezTo>
                    <a:pt x="148" y="218"/>
                    <a:pt x="157" y="218"/>
                    <a:pt x="165" y="218"/>
                  </a:cubicBezTo>
                  <a:cubicBezTo>
                    <a:pt x="165" y="211"/>
                    <a:pt x="165" y="204"/>
                    <a:pt x="165" y="197"/>
                  </a:cubicBezTo>
                  <a:cubicBezTo>
                    <a:pt x="157" y="197"/>
                    <a:pt x="148" y="197"/>
                    <a:pt x="140" y="197"/>
                  </a:cubicBezTo>
                  <a:close/>
                  <a:moveTo>
                    <a:pt x="176" y="197"/>
                  </a:moveTo>
                  <a:cubicBezTo>
                    <a:pt x="176" y="204"/>
                    <a:pt x="176" y="211"/>
                    <a:pt x="176" y="218"/>
                  </a:cubicBezTo>
                  <a:cubicBezTo>
                    <a:pt x="184" y="218"/>
                    <a:pt x="193" y="218"/>
                    <a:pt x="202" y="218"/>
                  </a:cubicBezTo>
                  <a:cubicBezTo>
                    <a:pt x="202" y="211"/>
                    <a:pt x="202" y="204"/>
                    <a:pt x="202" y="197"/>
                  </a:cubicBezTo>
                  <a:cubicBezTo>
                    <a:pt x="193" y="197"/>
                    <a:pt x="184" y="197"/>
                    <a:pt x="176" y="197"/>
                  </a:cubicBezTo>
                  <a:close/>
                  <a:moveTo>
                    <a:pt x="212" y="197"/>
                  </a:moveTo>
                  <a:cubicBezTo>
                    <a:pt x="212" y="204"/>
                    <a:pt x="212" y="211"/>
                    <a:pt x="212" y="218"/>
                  </a:cubicBezTo>
                  <a:cubicBezTo>
                    <a:pt x="221" y="218"/>
                    <a:pt x="229" y="218"/>
                    <a:pt x="238" y="218"/>
                  </a:cubicBezTo>
                  <a:cubicBezTo>
                    <a:pt x="238" y="211"/>
                    <a:pt x="238" y="204"/>
                    <a:pt x="238" y="197"/>
                  </a:cubicBezTo>
                  <a:cubicBezTo>
                    <a:pt x="229" y="197"/>
                    <a:pt x="221" y="197"/>
                    <a:pt x="212" y="197"/>
                  </a:cubicBezTo>
                  <a:close/>
                  <a:moveTo>
                    <a:pt x="67" y="233"/>
                  </a:moveTo>
                  <a:cubicBezTo>
                    <a:pt x="67" y="240"/>
                    <a:pt x="67" y="247"/>
                    <a:pt x="67" y="255"/>
                  </a:cubicBezTo>
                  <a:cubicBezTo>
                    <a:pt x="75" y="255"/>
                    <a:pt x="84" y="255"/>
                    <a:pt x="93" y="255"/>
                  </a:cubicBezTo>
                  <a:cubicBezTo>
                    <a:pt x="93" y="247"/>
                    <a:pt x="93" y="240"/>
                    <a:pt x="93" y="233"/>
                  </a:cubicBezTo>
                  <a:cubicBezTo>
                    <a:pt x="84" y="233"/>
                    <a:pt x="75" y="233"/>
                    <a:pt x="67" y="233"/>
                  </a:cubicBezTo>
                  <a:close/>
                  <a:moveTo>
                    <a:pt x="31" y="233"/>
                  </a:moveTo>
                  <a:cubicBezTo>
                    <a:pt x="31" y="240"/>
                    <a:pt x="31" y="247"/>
                    <a:pt x="31" y="255"/>
                  </a:cubicBezTo>
                  <a:cubicBezTo>
                    <a:pt x="39" y="255"/>
                    <a:pt x="48" y="255"/>
                    <a:pt x="56" y="255"/>
                  </a:cubicBezTo>
                  <a:cubicBezTo>
                    <a:pt x="56" y="247"/>
                    <a:pt x="56" y="240"/>
                    <a:pt x="56" y="233"/>
                  </a:cubicBezTo>
                  <a:cubicBezTo>
                    <a:pt x="48" y="233"/>
                    <a:pt x="39" y="233"/>
                    <a:pt x="31" y="233"/>
                  </a:cubicBezTo>
                  <a:close/>
                  <a:moveTo>
                    <a:pt x="103" y="233"/>
                  </a:moveTo>
                  <a:cubicBezTo>
                    <a:pt x="103" y="240"/>
                    <a:pt x="103" y="247"/>
                    <a:pt x="103" y="255"/>
                  </a:cubicBezTo>
                  <a:cubicBezTo>
                    <a:pt x="112" y="255"/>
                    <a:pt x="120" y="255"/>
                    <a:pt x="129" y="255"/>
                  </a:cubicBezTo>
                  <a:cubicBezTo>
                    <a:pt x="129" y="247"/>
                    <a:pt x="129" y="240"/>
                    <a:pt x="129" y="233"/>
                  </a:cubicBezTo>
                  <a:cubicBezTo>
                    <a:pt x="120" y="233"/>
                    <a:pt x="112" y="233"/>
                    <a:pt x="103" y="233"/>
                  </a:cubicBezTo>
                  <a:close/>
                  <a:moveTo>
                    <a:pt x="140" y="233"/>
                  </a:moveTo>
                  <a:cubicBezTo>
                    <a:pt x="140" y="240"/>
                    <a:pt x="140" y="247"/>
                    <a:pt x="140" y="255"/>
                  </a:cubicBezTo>
                  <a:cubicBezTo>
                    <a:pt x="148" y="255"/>
                    <a:pt x="157" y="255"/>
                    <a:pt x="165" y="255"/>
                  </a:cubicBezTo>
                  <a:cubicBezTo>
                    <a:pt x="165" y="247"/>
                    <a:pt x="165" y="240"/>
                    <a:pt x="165" y="233"/>
                  </a:cubicBezTo>
                  <a:cubicBezTo>
                    <a:pt x="157" y="233"/>
                    <a:pt x="148" y="233"/>
                    <a:pt x="140" y="233"/>
                  </a:cubicBezTo>
                  <a:close/>
                  <a:moveTo>
                    <a:pt x="176" y="233"/>
                  </a:moveTo>
                  <a:cubicBezTo>
                    <a:pt x="176" y="240"/>
                    <a:pt x="176" y="247"/>
                    <a:pt x="176" y="255"/>
                  </a:cubicBezTo>
                  <a:cubicBezTo>
                    <a:pt x="184" y="255"/>
                    <a:pt x="193" y="255"/>
                    <a:pt x="202" y="255"/>
                  </a:cubicBezTo>
                  <a:cubicBezTo>
                    <a:pt x="202" y="247"/>
                    <a:pt x="202" y="240"/>
                    <a:pt x="202" y="233"/>
                  </a:cubicBezTo>
                  <a:cubicBezTo>
                    <a:pt x="193" y="233"/>
                    <a:pt x="184" y="233"/>
                    <a:pt x="176" y="233"/>
                  </a:cubicBezTo>
                  <a:close/>
                  <a:moveTo>
                    <a:pt x="212" y="233"/>
                  </a:moveTo>
                  <a:cubicBezTo>
                    <a:pt x="212" y="240"/>
                    <a:pt x="212" y="247"/>
                    <a:pt x="212" y="255"/>
                  </a:cubicBezTo>
                  <a:cubicBezTo>
                    <a:pt x="221" y="255"/>
                    <a:pt x="229" y="255"/>
                    <a:pt x="238" y="255"/>
                  </a:cubicBezTo>
                  <a:cubicBezTo>
                    <a:pt x="238" y="247"/>
                    <a:pt x="238" y="240"/>
                    <a:pt x="238" y="233"/>
                  </a:cubicBezTo>
                  <a:cubicBezTo>
                    <a:pt x="229" y="233"/>
                    <a:pt x="221" y="233"/>
                    <a:pt x="212" y="233"/>
                  </a:cubicBezTo>
                  <a:close/>
                  <a:moveTo>
                    <a:pt x="67" y="270"/>
                  </a:moveTo>
                  <a:cubicBezTo>
                    <a:pt x="67" y="277"/>
                    <a:pt x="67" y="284"/>
                    <a:pt x="67" y="291"/>
                  </a:cubicBezTo>
                  <a:cubicBezTo>
                    <a:pt x="75" y="291"/>
                    <a:pt x="84" y="291"/>
                    <a:pt x="93" y="291"/>
                  </a:cubicBezTo>
                  <a:cubicBezTo>
                    <a:pt x="93" y="284"/>
                    <a:pt x="93" y="277"/>
                    <a:pt x="93" y="270"/>
                  </a:cubicBezTo>
                  <a:cubicBezTo>
                    <a:pt x="84" y="270"/>
                    <a:pt x="75" y="270"/>
                    <a:pt x="67" y="270"/>
                  </a:cubicBezTo>
                  <a:close/>
                  <a:moveTo>
                    <a:pt x="31" y="270"/>
                  </a:moveTo>
                  <a:cubicBezTo>
                    <a:pt x="31" y="277"/>
                    <a:pt x="31" y="284"/>
                    <a:pt x="31" y="291"/>
                  </a:cubicBezTo>
                  <a:cubicBezTo>
                    <a:pt x="39" y="291"/>
                    <a:pt x="48" y="291"/>
                    <a:pt x="56" y="291"/>
                  </a:cubicBezTo>
                  <a:cubicBezTo>
                    <a:pt x="56" y="284"/>
                    <a:pt x="56" y="277"/>
                    <a:pt x="56" y="270"/>
                  </a:cubicBezTo>
                  <a:cubicBezTo>
                    <a:pt x="48" y="270"/>
                    <a:pt x="39" y="270"/>
                    <a:pt x="31" y="270"/>
                  </a:cubicBezTo>
                  <a:close/>
                  <a:moveTo>
                    <a:pt x="103" y="270"/>
                  </a:moveTo>
                  <a:cubicBezTo>
                    <a:pt x="103" y="277"/>
                    <a:pt x="103" y="284"/>
                    <a:pt x="103" y="291"/>
                  </a:cubicBezTo>
                  <a:cubicBezTo>
                    <a:pt x="112" y="291"/>
                    <a:pt x="120" y="291"/>
                    <a:pt x="129" y="291"/>
                  </a:cubicBezTo>
                  <a:cubicBezTo>
                    <a:pt x="129" y="284"/>
                    <a:pt x="129" y="277"/>
                    <a:pt x="129" y="270"/>
                  </a:cubicBezTo>
                  <a:cubicBezTo>
                    <a:pt x="120" y="270"/>
                    <a:pt x="112" y="270"/>
                    <a:pt x="103" y="270"/>
                  </a:cubicBezTo>
                  <a:close/>
                  <a:moveTo>
                    <a:pt x="140" y="270"/>
                  </a:moveTo>
                  <a:cubicBezTo>
                    <a:pt x="140" y="277"/>
                    <a:pt x="140" y="284"/>
                    <a:pt x="140" y="291"/>
                  </a:cubicBezTo>
                  <a:cubicBezTo>
                    <a:pt x="148" y="291"/>
                    <a:pt x="157" y="291"/>
                    <a:pt x="165" y="291"/>
                  </a:cubicBezTo>
                  <a:cubicBezTo>
                    <a:pt x="165" y="284"/>
                    <a:pt x="165" y="277"/>
                    <a:pt x="165" y="270"/>
                  </a:cubicBezTo>
                  <a:cubicBezTo>
                    <a:pt x="157" y="270"/>
                    <a:pt x="148" y="270"/>
                    <a:pt x="140" y="270"/>
                  </a:cubicBezTo>
                  <a:close/>
                  <a:moveTo>
                    <a:pt x="176" y="270"/>
                  </a:moveTo>
                  <a:cubicBezTo>
                    <a:pt x="176" y="277"/>
                    <a:pt x="176" y="284"/>
                    <a:pt x="176" y="291"/>
                  </a:cubicBezTo>
                  <a:cubicBezTo>
                    <a:pt x="184" y="291"/>
                    <a:pt x="193" y="291"/>
                    <a:pt x="202" y="291"/>
                  </a:cubicBezTo>
                  <a:cubicBezTo>
                    <a:pt x="202" y="284"/>
                    <a:pt x="202" y="277"/>
                    <a:pt x="202" y="270"/>
                  </a:cubicBezTo>
                  <a:cubicBezTo>
                    <a:pt x="193" y="270"/>
                    <a:pt x="184" y="270"/>
                    <a:pt x="176" y="270"/>
                  </a:cubicBezTo>
                  <a:close/>
                  <a:moveTo>
                    <a:pt x="212" y="270"/>
                  </a:moveTo>
                  <a:cubicBezTo>
                    <a:pt x="212" y="277"/>
                    <a:pt x="212" y="284"/>
                    <a:pt x="212" y="291"/>
                  </a:cubicBezTo>
                  <a:cubicBezTo>
                    <a:pt x="221" y="291"/>
                    <a:pt x="229" y="291"/>
                    <a:pt x="238" y="291"/>
                  </a:cubicBezTo>
                  <a:cubicBezTo>
                    <a:pt x="238" y="284"/>
                    <a:pt x="238" y="277"/>
                    <a:pt x="238" y="270"/>
                  </a:cubicBezTo>
                  <a:cubicBezTo>
                    <a:pt x="229" y="270"/>
                    <a:pt x="221" y="270"/>
                    <a:pt x="212" y="270"/>
                  </a:cubicBezTo>
                  <a:close/>
                  <a:moveTo>
                    <a:pt x="67" y="307"/>
                  </a:moveTo>
                  <a:cubicBezTo>
                    <a:pt x="67" y="314"/>
                    <a:pt x="67" y="321"/>
                    <a:pt x="67" y="328"/>
                  </a:cubicBezTo>
                  <a:cubicBezTo>
                    <a:pt x="75" y="328"/>
                    <a:pt x="84" y="328"/>
                    <a:pt x="93" y="328"/>
                  </a:cubicBezTo>
                  <a:cubicBezTo>
                    <a:pt x="93" y="321"/>
                    <a:pt x="93" y="314"/>
                    <a:pt x="93" y="307"/>
                  </a:cubicBezTo>
                  <a:cubicBezTo>
                    <a:pt x="84" y="307"/>
                    <a:pt x="75" y="307"/>
                    <a:pt x="67" y="307"/>
                  </a:cubicBezTo>
                  <a:close/>
                  <a:moveTo>
                    <a:pt x="31" y="307"/>
                  </a:moveTo>
                  <a:cubicBezTo>
                    <a:pt x="31" y="314"/>
                    <a:pt x="31" y="321"/>
                    <a:pt x="31" y="328"/>
                  </a:cubicBezTo>
                  <a:cubicBezTo>
                    <a:pt x="39" y="328"/>
                    <a:pt x="48" y="328"/>
                    <a:pt x="56" y="328"/>
                  </a:cubicBezTo>
                  <a:cubicBezTo>
                    <a:pt x="56" y="321"/>
                    <a:pt x="56" y="314"/>
                    <a:pt x="56" y="307"/>
                  </a:cubicBezTo>
                  <a:cubicBezTo>
                    <a:pt x="48" y="307"/>
                    <a:pt x="39" y="307"/>
                    <a:pt x="31" y="307"/>
                  </a:cubicBezTo>
                  <a:close/>
                  <a:moveTo>
                    <a:pt x="103" y="307"/>
                  </a:moveTo>
                  <a:cubicBezTo>
                    <a:pt x="103" y="314"/>
                    <a:pt x="103" y="321"/>
                    <a:pt x="103" y="328"/>
                  </a:cubicBezTo>
                  <a:cubicBezTo>
                    <a:pt x="112" y="328"/>
                    <a:pt x="120" y="328"/>
                    <a:pt x="129" y="328"/>
                  </a:cubicBezTo>
                  <a:cubicBezTo>
                    <a:pt x="129" y="321"/>
                    <a:pt x="129" y="314"/>
                    <a:pt x="129" y="307"/>
                  </a:cubicBezTo>
                  <a:cubicBezTo>
                    <a:pt x="120" y="307"/>
                    <a:pt x="112" y="307"/>
                    <a:pt x="103" y="307"/>
                  </a:cubicBezTo>
                  <a:close/>
                  <a:moveTo>
                    <a:pt x="140" y="307"/>
                  </a:moveTo>
                  <a:cubicBezTo>
                    <a:pt x="140" y="314"/>
                    <a:pt x="140" y="321"/>
                    <a:pt x="140" y="328"/>
                  </a:cubicBezTo>
                  <a:cubicBezTo>
                    <a:pt x="148" y="328"/>
                    <a:pt x="157" y="328"/>
                    <a:pt x="165" y="328"/>
                  </a:cubicBezTo>
                  <a:cubicBezTo>
                    <a:pt x="165" y="321"/>
                    <a:pt x="165" y="314"/>
                    <a:pt x="165" y="307"/>
                  </a:cubicBezTo>
                  <a:cubicBezTo>
                    <a:pt x="157" y="307"/>
                    <a:pt x="148" y="307"/>
                    <a:pt x="140" y="307"/>
                  </a:cubicBezTo>
                  <a:close/>
                  <a:moveTo>
                    <a:pt x="176" y="307"/>
                  </a:moveTo>
                  <a:cubicBezTo>
                    <a:pt x="176" y="314"/>
                    <a:pt x="176" y="321"/>
                    <a:pt x="176" y="328"/>
                  </a:cubicBezTo>
                  <a:cubicBezTo>
                    <a:pt x="184" y="328"/>
                    <a:pt x="193" y="328"/>
                    <a:pt x="202" y="328"/>
                  </a:cubicBezTo>
                  <a:cubicBezTo>
                    <a:pt x="202" y="321"/>
                    <a:pt x="202" y="314"/>
                    <a:pt x="202" y="307"/>
                  </a:cubicBezTo>
                  <a:cubicBezTo>
                    <a:pt x="193" y="307"/>
                    <a:pt x="184" y="307"/>
                    <a:pt x="176" y="307"/>
                  </a:cubicBezTo>
                  <a:close/>
                  <a:moveTo>
                    <a:pt x="212" y="307"/>
                  </a:moveTo>
                  <a:cubicBezTo>
                    <a:pt x="212" y="314"/>
                    <a:pt x="212" y="321"/>
                    <a:pt x="212" y="328"/>
                  </a:cubicBezTo>
                  <a:cubicBezTo>
                    <a:pt x="221" y="328"/>
                    <a:pt x="229" y="328"/>
                    <a:pt x="238" y="328"/>
                  </a:cubicBezTo>
                  <a:cubicBezTo>
                    <a:pt x="238" y="321"/>
                    <a:pt x="238" y="314"/>
                    <a:pt x="238" y="307"/>
                  </a:cubicBezTo>
                  <a:cubicBezTo>
                    <a:pt x="229" y="307"/>
                    <a:pt x="221" y="307"/>
                    <a:pt x="212" y="307"/>
                  </a:cubicBezTo>
                  <a:close/>
                  <a:moveTo>
                    <a:pt x="67" y="343"/>
                  </a:moveTo>
                  <a:cubicBezTo>
                    <a:pt x="67" y="350"/>
                    <a:pt x="67" y="357"/>
                    <a:pt x="67" y="364"/>
                  </a:cubicBezTo>
                  <a:cubicBezTo>
                    <a:pt x="75" y="364"/>
                    <a:pt x="84" y="364"/>
                    <a:pt x="93" y="364"/>
                  </a:cubicBezTo>
                  <a:cubicBezTo>
                    <a:pt x="93" y="357"/>
                    <a:pt x="93" y="350"/>
                    <a:pt x="93" y="343"/>
                  </a:cubicBezTo>
                  <a:cubicBezTo>
                    <a:pt x="84" y="343"/>
                    <a:pt x="75" y="343"/>
                    <a:pt x="67" y="343"/>
                  </a:cubicBezTo>
                  <a:close/>
                  <a:moveTo>
                    <a:pt x="31" y="343"/>
                  </a:moveTo>
                  <a:cubicBezTo>
                    <a:pt x="31" y="350"/>
                    <a:pt x="31" y="357"/>
                    <a:pt x="31" y="364"/>
                  </a:cubicBezTo>
                  <a:cubicBezTo>
                    <a:pt x="39" y="364"/>
                    <a:pt x="48" y="364"/>
                    <a:pt x="56" y="364"/>
                  </a:cubicBezTo>
                  <a:cubicBezTo>
                    <a:pt x="56" y="357"/>
                    <a:pt x="56" y="350"/>
                    <a:pt x="56" y="343"/>
                  </a:cubicBezTo>
                  <a:cubicBezTo>
                    <a:pt x="48" y="343"/>
                    <a:pt x="39" y="343"/>
                    <a:pt x="31" y="343"/>
                  </a:cubicBezTo>
                  <a:close/>
                  <a:moveTo>
                    <a:pt x="103" y="343"/>
                  </a:moveTo>
                  <a:cubicBezTo>
                    <a:pt x="103" y="350"/>
                    <a:pt x="103" y="357"/>
                    <a:pt x="103" y="364"/>
                  </a:cubicBezTo>
                  <a:cubicBezTo>
                    <a:pt x="112" y="364"/>
                    <a:pt x="120" y="364"/>
                    <a:pt x="129" y="364"/>
                  </a:cubicBezTo>
                  <a:cubicBezTo>
                    <a:pt x="129" y="357"/>
                    <a:pt x="129" y="350"/>
                    <a:pt x="129" y="343"/>
                  </a:cubicBezTo>
                  <a:cubicBezTo>
                    <a:pt x="120" y="343"/>
                    <a:pt x="112" y="343"/>
                    <a:pt x="103" y="343"/>
                  </a:cubicBezTo>
                  <a:close/>
                  <a:moveTo>
                    <a:pt x="140" y="343"/>
                  </a:moveTo>
                  <a:cubicBezTo>
                    <a:pt x="140" y="350"/>
                    <a:pt x="140" y="357"/>
                    <a:pt x="140" y="364"/>
                  </a:cubicBezTo>
                  <a:cubicBezTo>
                    <a:pt x="148" y="364"/>
                    <a:pt x="157" y="364"/>
                    <a:pt x="165" y="364"/>
                  </a:cubicBezTo>
                  <a:cubicBezTo>
                    <a:pt x="165" y="357"/>
                    <a:pt x="165" y="350"/>
                    <a:pt x="165" y="343"/>
                  </a:cubicBezTo>
                  <a:cubicBezTo>
                    <a:pt x="157" y="343"/>
                    <a:pt x="148" y="343"/>
                    <a:pt x="140" y="343"/>
                  </a:cubicBezTo>
                  <a:close/>
                  <a:moveTo>
                    <a:pt x="176" y="343"/>
                  </a:moveTo>
                  <a:cubicBezTo>
                    <a:pt x="176" y="350"/>
                    <a:pt x="176" y="357"/>
                    <a:pt x="176" y="364"/>
                  </a:cubicBezTo>
                  <a:cubicBezTo>
                    <a:pt x="184" y="364"/>
                    <a:pt x="193" y="364"/>
                    <a:pt x="202" y="364"/>
                  </a:cubicBezTo>
                  <a:cubicBezTo>
                    <a:pt x="202" y="357"/>
                    <a:pt x="202" y="350"/>
                    <a:pt x="202" y="343"/>
                  </a:cubicBezTo>
                  <a:cubicBezTo>
                    <a:pt x="193" y="343"/>
                    <a:pt x="184" y="343"/>
                    <a:pt x="176" y="343"/>
                  </a:cubicBezTo>
                  <a:close/>
                  <a:moveTo>
                    <a:pt x="212" y="343"/>
                  </a:moveTo>
                  <a:cubicBezTo>
                    <a:pt x="212" y="350"/>
                    <a:pt x="212" y="357"/>
                    <a:pt x="212" y="364"/>
                  </a:cubicBezTo>
                  <a:cubicBezTo>
                    <a:pt x="221" y="364"/>
                    <a:pt x="229" y="364"/>
                    <a:pt x="238" y="364"/>
                  </a:cubicBezTo>
                  <a:cubicBezTo>
                    <a:pt x="238" y="357"/>
                    <a:pt x="238" y="350"/>
                    <a:pt x="238" y="343"/>
                  </a:cubicBezTo>
                  <a:cubicBezTo>
                    <a:pt x="229" y="343"/>
                    <a:pt x="221" y="343"/>
                    <a:pt x="212" y="343"/>
                  </a:cubicBezTo>
                  <a:close/>
                  <a:moveTo>
                    <a:pt x="67" y="380"/>
                  </a:moveTo>
                  <a:cubicBezTo>
                    <a:pt x="67" y="387"/>
                    <a:pt x="67" y="394"/>
                    <a:pt x="67" y="401"/>
                  </a:cubicBezTo>
                  <a:cubicBezTo>
                    <a:pt x="75" y="401"/>
                    <a:pt x="84" y="401"/>
                    <a:pt x="93" y="401"/>
                  </a:cubicBezTo>
                  <a:cubicBezTo>
                    <a:pt x="93" y="394"/>
                    <a:pt x="93" y="387"/>
                    <a:pt x="93" y="380"/>
                  </a:cubicBezTo>
                  <a:cubicBezTo>
                    <a:pt x="84" y="380"/>
                    <a:pt x="75" y="380"/>
                    <a:pt x="67" y="380"/>
                  </a:cubicBezTo>
                  <a:close/>
                  <a:moveTo>
                    <a:pt x="31" y="380"/>
                  </a:moveTo>
                  <a:cubicBezTo>
                    <a:pt x="31" y="387"/>
                    <a:pt x="31" y="394"/>
                    <a:pt x="31" y="401"/>
                  </a:cubicBezTo>
                  <a:cubicBezTo>
                    <a:pt x="39" y="401"/>
                    <a:pt x="48" y="401"/>
                    <a:pt x="56" y="401"/>
                  </a:cubicBezTo>
                  <a:cubicBezTo>
                    <a:pt x="56" y="394"/>
                    <a:pt x="56" y="387"/>
                    <a:pt x="56" y="380"/>
                  </a:cubicBezTo>
                  <a:cubicBezTo>
                    <a:pt x="48" y="380"/>
                    <a:pt x="39" y="380"/>
                    <a:pt x="31" y="380"/>
                  </a:cubicBezTo>
                  <a:close/>
                  <a:moveTo>
                    <a:pt x="103" y="380"/>
                  </a:moveTo>
                  <a:cubicBezTo>
                    <a:pt x="103" y="387"/>
                    <a:pt x="103" y="394"/>
                    <a:pt x="103" y="401"/>
                  </a:cubicBezTo>
                  <a:cubicBezTo>
                    <a:pt x="112" y="401"/>
                    <a:pt x="120" y="401"/>
                    <a:pt x="129" y="401"/>
                  </a:cubicBezTo>
                  <a:cubicBezTo>
                    <a:pt x="129" y="394"/>
                    <a:pt x="129" y="387"/>
                    <a:pt x="129" y="380"/>
                  </a:cubicBezTo>
                  <a:cubicBezTo>
                    <a:pt x="120" y="380"/>
                    <a:pt x="112" y="380"/>
                    <a:pt x="103" y="380"/>
                  </a:cubicBezTo>
                  <a:close/>
                  <a:moveTo>
                    <a:pt x="140" y="380"/>
                  </a:moveTo>
                  <a:cubicBezTo>
                    <a:pt x="140" y="387"/>
                    <a:pt x="140" y="394"/>
                    <a:pt x="140" y="401"/>
                  </a:cubicBezTo>
                  <a:cubicBezTo>
                    <a:pt x="148" y="401"/>
                    <a:pt x="157" y="401"/>
                    <a:pt x="165" y="401"/>
                  </a:cubicBezTo>
                  <a:cubicBezTo>
                    <a:pt x="165" y="394"/>
                    <a:pt x="165" y="387"/>
                    <a:pt x="165" y="380"/>
                  </a:cubicBezTo>
                  <a:cubicBezTo>
                    <a:pt x="157" y="380"/>
                    <a:pt x="148" y="380"/>
                    <a:pt x="140" y="380"/>
                  </a:cubicBezTo>
                  <a:close/>
                  <a:moveTo>
                    <a:pt x="176" y="380"/>
                  </a:moveTo>
                  <a:cubicBezTo>
                    <a:pt x="176" y="387"/>
                    <a:pt x="176" y="394"/>
                    <a:pt x="176" y="401"/>
                  </a:cubicBezTo>
                  <a:cubicBezTo>
                    <a:pt x="184" y="401"/>
                    <a:pt x="193" y="401"/>
                    <a:pt x="202" y="401"/>
                  </a:cubicBezTo>
                  <a:cubicBezTo>
                    <a:pt x="202" y="394"/>
                    <a:pt x="202" y="387"/>
                    <a:pt x="202" y="380"/>
                  </a:cubicBezTo>
                  <a:cubicBezTo>
                    <a:pt x="193" y="380"/>
                    <a:pt x="184" y="380"/>
                    <a:pt x="176" y="380"/>
                  </a:cubicBezTo>
                  <a:close/>
                  <a:moveTo>
                    <a:pt x="212" y="380"/>
                  </a:moveTo>
                  <a:cubicBezTo>
                    <a:pt x="212" y="387"/>
                    <a:pt x="212" y="394"/>
                    <a:pt x="212" y="401"/>
                  </a:cubicBezTo>
                  <a:cubicBezTo>
                    <a:pt x="221" y="401"/>
                    <a:pt x="229" y="401"/>
                    <a:pt x="238" y="401"/>
                  </a:cubicBezTo>
                  <a:cubicBezTo>
                    <a:pt x="238" y="394"/>
                    <a:pt x="238" y="387"/>
                    <a:pt x="238" y="380"/>
                  </a:cubicBezTo>
                  <a:cubicBezTo>
                    <a:pt x="229" y="380"/>
                    <a:pt x="221" y="380"/>
                    <a:pt x="212" y="380"/>
                  </a:cubicBezTo>
                  <a:close/>
                  <a:moveTo>
                    <a:pt x="67" y="416"/>
                  </a:moveTo>
                  <a:cubicBezTo>
                    <a:pt x="67" y="423"/>
                    <a:pt x="67" y="430"/>
                    <a:pt x="67" y="438"/>
                  </a:cubicBezTo>
                  <a:cubicBezTo>
                    <a:pt x="75" y="438"/>
                    <a:pt x="84" y="438"/>
                    <a:pt x="93" y="438"/>
                  </a:cubicBezTo>
                  <a:cubicBezTo>
                    <a:pt x="93" y="430"/>
                    <a:pt x="93" y="423"/>
                    <a:pt x="93" y="416"/>
                  </a:cubicBezTo>
                  <a:cubicBezTo>
                    <a:pt x="84" y="416"/>
                    <a:pt x="75" y="416"/>
                    <a:pt x="67" y="416"/>
                  </a:cubicBezTo>
                  <a:close/>
                  <a:moveTo>
                    <a:pt x="31" y="416"/>
                  </a:moveTo>
                  <a:cubicBezTo>
                    <a:pt x="31" y="423"/>
                    <a:pt x="31" y="430"/>
                    <a:pt x="31" y="438"/>
                  </a:cubicBezTo>
                  <a:cubicBezTo>
                    <a:pt x="39" y="438"/>
                    <a:pt x="48" y="438"/>
                    <a:pt x="56" y="438"/>
                  </a:cubicBezTo>
                  <a:cubicBezTo>
                    <a:pt x="56" y="430"/>
                    <a:pt x="56" y="423"/>
                    <a:pt x="56" y="416"/>
                  </a:cubicBezTo>
                  <a:cubicBezTo>
                    <a:pt x="48" y="416"/>
                    <a:pt x="39" y="416"/>
                    <a:pt x="31" y="416"/>
                  </a:cubicBezTo>
                  <a:close/>
                  <a:moveTo>
                    <a:pt x="103" y="416"/>
                  </a:moveTo>
                  <a:cubicBezTo>
                    <a:pt x="103" y="423"/>
                    <a:pt x="103" y="430"/>
                    <a:pt x="103" y="438"/>
                  </a:cubicBezTo>
                  <a:cubicBezTo>
                    <a:pt x="112" y="438"/>
                    <a:pt x="120" y="438"/>
                    <a:pt x="129" y="438"/>
                  </a:cubicBezTo>
                  <a:cubicBezTo>
                    <a:pt x="129" y="430"/>
                    <a:pt x="129" y="423"/>
                    <a:pt x="129" y="416"/>
                  </a:cubicBezTo>
                  <a:cubicBezTo>
                    <a:pt x="120" y="416"/>
                    <a:pt x="112" y="416"/>
                    <a:pt x="103" y="416"/>
                  </a:cubicBezTo>
                  <a:close/>
                  <a:moveTo>
                    <a:pt x="140" y="416"/>
                  </a:moveTo>
                  <a:cubicBezTo>
                    <a:pt x="140" y="423"/>
                    <a:pt x="140" y="430"/>
                    <a:pt x="140" y="438"/>
                  </a:cubicBezTo>
                  <a:cubicBezTo>
                    <a:pt x="148" y="438"/>
                    <a:pt x="157" y="438"/>
                    <a:pt x="165" y="438"/>
                  </a:cubicBezTo>
                  <a:cubicBezTo>
                    <a:pt x="165" y="430"/>
                    <a:pt x="165" y="423"/>
                    <a:pt x="165" y="416"/>
                  </a:cubicBezTo>
                  <a:cubicBezTo>
                    <a:pt x="157" y="416"/>
                    <a:pt x="148" y="416"/>
                    <a:pt x="140" y="416"/>
                  </a:cubicBezTo>
                  <a:close/>
                  <a:moveTo>
                    <a:pt x="176" y="416"/>
                  </a:moveTo>
                  <a:cubicBezTo>
                    <a:pt x="176" y="423"/>
                    <a:pt x="176" y="430"/>
                    <a:pt x="176" y="438"/>
                  </a:cubicBezTo>
                  <a:cubicBezTo>
                    <a:pt x="184" y="438"/>
                    <a:pt x="193" y="438"/>
                    <a:pt x="202" y="438"/>
                  </a:cubicBezTo>
                  <a:cubicBezTo>
                    <a:pt x="202" y="430"/>
                    <a:pt x="202" y="423"/>
                    <a:pt x="202" y="416"/>
                  </a:cubicBezTo>
                  <a:cubicBezTo>
                    <a:pt x="193" y="416"/>
                    <a:pt x="184" y="416"/>
                    <a:pt x="176" y="416"/>
                  </a:cubicBezTo>
                  <a:close/>
                  <a:moveTo>
                    <a:pt x="212" y="416"/>
                  </a:moveTo>
                  <a:cubicBezTo>
                    <a:pt x="212" y="423"/>
                    <a:pt x="212" y="430"/>
                    <a:pt x="212" y="438"/>
                  </a:cubicBezTo>
                  <a:cubicBezTo>
                    <a:pt x="221" y="438"/>
                    <a:pt x="229" y="438"/>
                    <a:pt x="238" y="438"/>
                  </a:cubicBezTo>
                  <a:cubicBezTo>
                    <a:pt x="238" y="430"/>
                    <a:pt x="238" y="423"/>
                    <a:pt x="238" y="416"/>
                  </a:cubicBezTo>
                  <a:cubicBezTo>
                    <a:pt x="229" y="416"/>
                    <a:pt x="221" y="416"/>
                    <a:pt x="212" y="416"/>
                  </a:cubicBezTo>
                  <a:close/>
                  <a:moveTo>
                    <a:pt x="31" y="453"/>
                  </a:moveTo>
                  <a:cubicBezTo>
                    <a:pt x="31" y="474"/>
                    <a:pt x="31" y="474"/>
                    <a:pt x="31" y="474"/>
                  </a:cubicBezTo>
                  <a:cubicBezTo>
                    <a:pt x="56" y="474"/>
                    <a:pt x="56" y="474"/>
                    <a:pt x="56" y="474"/>
                  </a:cubicBezTo>
                  <a:cubicBezTo>
                    <a:pt x="56" y="453"/>
                    <a:pt x="56" y="453"/>
                    <a:pt x="56" y="453"/>
                  </a:cubicBezTo>
                  <a:cubicBezTo>
                    <a:pt x="31" y="453"/>
                    <a:pt x="31" y="453"/>
                    <a:pt x="31" y="453"/>
                  </a:cubicBezTo>
                  <a:close/>
                  <a:moveTo>
                    <a:pt x="103" y="453"/>
                  </a:moveTo>
                  <a:cubicBezTo>
                    <a:pt x="103" y="460"/>
                    <a:pt x="103" y="467"/>
                    <a:pt x="103" y="474"/>
                  </a:cubicBezTo>
                  <a:cubicBezTo>
                    <a:pt x="112" y="474"/>
                    <a:pt x="120" y="474"/>
                    <a:pt x="129" y="474"/>
                  </a:cubicBezTo>
                  <a:cubicBezTo>
                    <a:pt x="129" y="467"/>
                    <a:pt x="129" y="460"/>
                    <a:pt x="129" y="453"/>
                  </a:cubicBezTo>
                  <a:cubicBezTo>
                    <a:pt x="120" y="453"/>
                    <a:pt x="112" y="453"/>
                    <a:pt x="103" y="453"/>
                  </a:cubicBezTo>
                  <a:close/>
                  <a:moveTo>
                    <a:pt x="140" y="453"/>
                  </a:moveTo>
                  <a:cubicBezTo>
                    <a:pt x="140" y="460"/>
                    <a:pt x="140" y="467"/>
                    <a:pt x="140" y="474"/>
                  </a:cubicBezTo>
                  <a:cubicBezTo>
                    <a:pt x="148" y="474"/>
                    <a:pt x="157" y="474"/>
                    <a:pt x="165" y="474"/>
                  </a:cubicBezTo>
                  <a:cubicBezTo>
                    <a:pt x="165" y="467"/>
                    <a:pt x="165" y="460"/>
                    <a:pt x="165" y="453"/>
                  </a:cubicBezTo>
                  <a:cubicBezTo>
                    <a:pt x="157" y="453"/>
                    <a:pt x="148" y="453"/>
                    <a:pt x="140" y="453"/>
                  </a:cubicBezTo>
                  <a:close/>
                  <a:moveTo>
                    <a:pt x="176" y="453"/>
                  </a:moveTo>
                  <a:cubicBezTo>
                    <a:pt x="176" y="460"/>
                    <a:pt x="176" y="467"/>
                    <a:pt x="176" y="474"/>
                  </a:cubicBezTo>
                  <a:cubicBezTo>
                    <a:pt x="184" y="474"/>
                    <a:pt x="193" y="474"/>
                    <a:pt x="202" y="474"/>
                  </a:cubicBezTo>
                  <a:cubicBezTo>
                    <a:pt x="202" y="467"/>
                    <a:pt x="202" y="460"/>
                    <a:pt x="202" y="453"/>
                  </a:cubicBezTo>
                  <a:cubicBezTo>
                    <a:pt x="193" y="453"/>
                    <a:pt x="184" y="453"/>
                    <a:pt x="176" y="453"/>
                  </a:cubicBezTo>
                  <a:close/>
                  <a:moveTo>
                    <a:pt x="212" y="453"/>
                  </a:moveTo>
                  <a:cubicBezTo>
                    <a:pt x="212" y="474"/>
                    <a:pt x="212" y="474"/>
                    <a:pt x="212" y="474"/>
                  </a:cubicBezTo>
                  <a:cubicBezTo>
                    <a:pt x="238" y="474"/>
                    <a:pt x="238" y="474"/>
                    <a:pt x="238" y="474"/>
                  </a:cubicBezTo>
                  <a:cubicBezTo>
                    <a:pt x="238" y="453"/>
                    <a:pt x="238" y="453"/>
                    <a:pt x="238" y="453"/>
                  </a:cubicBezTo>
                  <a:lnTo>
                    <a:pt x="212" y="45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sz="1800"/>
            </a:p>
          </p:txBody>
        </p:sp>
      </p:grpSp>
      <p:grpSp>
        <p:nvGrpSpPr>
          <p:cNvPr id="3" name="组合 2"/>
          <p:cNvGrpSpPr/>
          <p:nvPr userDrawn="1"/>
        </p:nvGrpSpPr>
        <p:grpSpPr>
          <a:xfrm>
            <a:off x="669925" y="921702"/>
            <a:ext cx="2376076" cy="540999"/>
            <a:chOff x="669925" y="1336962"/>
            <a:chExt cx="2376076" cy="540999"/>
          </a:xfrm>
        </p:grpSpPr>
        <p:grpSp>
          <p:nvGrpSpPr>
            <p:cNvPr id="2" name="组合 1"/>
            <p:cNvGrpSpPr/>
            <p:nvPr userDrawn="1"/>
          </p:nvGrpSpPr>
          <p:grpSpPr>
            <a:xfrm>
              <a:off x="755217" y="1336962"/>
              <a:ext cx="2205493" cy="248480"/>
              <a:chOff x="821641" y="1181996"/>
              <a:chExt cx="2205493" cy="248480"/>
            </a:xfrm>
          </p:grpSpPr>
          <p:sp>
            <p:nvSpPr>
              <p:cNvPr id="38" name="Freeform 5"/>
              <p:cNvSpPr/>
              <p:nvPr/>
            </p:nvSpPr>
            <p:spPr bwMode="auto">
              <a:xfrm>
                <a:off x="1200258" y="1196846"/>
                <a:ext cx="319867" cy="233630"/>
              </a:xfrm>
              <a:custGeom>
                <a:avLst/>
                <a:gdLst>
                  <a:gd name="T0" fmla="*/ 0 w 704"/>
                  <a:gd name="T1" fmla="*/ 416 h 528"/>
                  <a:gd name="T2" fmla="*/ 432 w 704"/>
                  <a:gd name="T3" fmla="*/ 416 h 528"/>
                  <a:gd name="T4" fmla="*/ 480 w 704"/>
                  <a:gd name="T5" fmla="*/ 384 h 528"/>
                  <a:gd name="T6" fmla="*/ 480 w 704"/>
                  <a:gd name="T7" fmla="*/ 352 h 528"/>
                  <a:gd name="T8" fmla="*/ 432 w 704"/>
                  <a:gd name="T9" fmla="*/ 320 h 528"/>
                  <a:gd name="T10" fmla="*/ 160 w 704"/>
                  <a:gd name="T11" fmla="*/ 256 h 528"/>
                  <a:gd name="T12" fmla="*/ 0 w 704"/>
                  <a:gd name="T13" fmla="*/ 144 h 528"/>
                  <a:gd name="T14" fmla="*/ 0 w 704"/>
                  <a:gd name="T15" fmla="*/ 64 h 528"/>
                  <a:gd name="T16" fmla="*/ 80 w 704"/>
                  <a:gd name="T17" fmla="*/ 0 h 528"/>
                  <a:gd name="T18" fmla="*/ 704 w 704"/>
                  <a:gd name="T19" fmla="*/ 0 h 528"/>
                  <a:gd name="T20" fmla="*/ 704 w 704"/>
                  <a:gd name="T21" fmla="*/ 96 h 528"/>
                  <a:gd name="T22" fmla="*/ 224 w 704"/>
                  <a:gd name="T23" fmla="*/ 96 h 528"/>
                  <a:gd name="T24" fmla="*/ 224 w 704"/>
                  <a:gd name="T25" fmla="*/ 160 h 528"/>
                  <a:gd name="T26" fmla="*/ 272 w 704"/>
                  <a:gd name="T27" fmla="*/ 192 h 528"/>
                  <a:gd name="T28" fmla="*/ 608 w 704"/>
                  <a:gd name="T29" fmla="*/ 256 h 528"/>
                  <a:gd name="T30" fmla="*/ 704 w 704"/>
                  <a:gd name="T31" fmla="*/ 336 h 528"/>
                  <a:gd name="T32" fmla="*/ 704 w 704"/>
                  <a:gd name="T33" fmla="*/ 432 h 528"/>
                  <a:gd name="T34" fmla="*/ 624 w 704"/>
                  <a:gd name="T35" fmla="*/ 528 h 528"/>
                  <a:gd name="T36" fmla="*/ 0 w 704"/>
                  <a:gd name="T37" fmla="*/ 528 h 528"/>
                  <a:gd name="T38" fmla="*/ 0 w 704"/>
                  <a:gd name="T39" fmla="*/ 416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04" h="528">
                    <a:moveTo>
                      <a:pt x="0" y="416"/>
                    </a:moveTo>
                    <a:lnTo>
                      <a:pt x="432" y="416"/>
                    </a:lnTo>
                    <a:cubicBezTo>
                      <a:pt x="464" y="416"/>
                      <a:pt x="480" y="416"/>
                      <a:pt x="480" y="384"/>
                    </a:cubicBezTo>
                    <a:lnTo>
                      <a:pt x="480" y="352"/>
                    </a:lnTo>
                    <a:cubicBezTo>
                      <a:pt x="480" y="336"/>
                      <a:pt x="448" y="320"/>
                      <a:pt x="432" y="320"/>
                    </a:cubicBezTo>
                    <a:lnTo>
                      <a:pt x="160" y="256"/>
                    </a:lnTo>
                    <a:cubicBezTo>
                      <a:pt x="64" y="240"/>
                      <a:pt x="16" y="208"/>
                      <a:pt x="0" y="144"/>
                    </a:cubicBezTo>
                    <a:lnTo>
                      <a:pt x="0" y="64"/>
                    </a:lnTo>
                    <a:cubicBezTo>
                      <a:pt x="0" y="32"/>
                      <a:pt x="32" y="0"/>
                      <a:pt x="80" y="0"/>
                    </a:cubicBezTo>
                    <a:lnTo>
                      <a:pt x="704" y="0"/>
                    </a:lnTo>
                    <a:lnTo>
                      <a:pt x="704" y="96"/>
                    </a:lnTo>
                    <a:lnTo>
                      <a:pt x="224" y="96"/>
                    </a:lnTo>
                    <a:lnTo>
                      <a:pt x="224" y="160"/>
                    </a:lnTo>
                    <a:cubicBezTo>
                      <a:pt x="224" y="176"/>
                      <a:pt x="256" y="176"/>
                      <a:pt x="272" y="192"/>
                    </a:cubicBezTo>
                    <a:lnTo>
                      <a:pt x="608" y="256"/>
                    </a:lnTo>
                    <a:cubicBezTo>
                      <a:pt x="656" y="272"/>
                      <a:pt x="704" y="288"/>
                      <a:pt x="704" y="336"/>
                    </a:cubicBezTo>
                    <a:lnTo>
                      <a:pt x="704" y="432"/>
                    </a:lnTo>
                    <a:cubicBezTo>
                      <a:pt x="704" y="480"/>
                      <a:pt x="672" y="528"/>
                      <a:pt x="624" y="528"/>
                    </a:cubicBezTo>
                    <a:lnTo>
                      <a:pt x="0" y="528"/>
                    </a:lnTo>
                    <a:lnTo>
                      <a:pt x="0" y="41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39" name="Freeform 6"/>
              <p:cNvSpPr/>
              <p:nvPr/>
            </p:nvSpPr>
            <p:spPr bwMode="auto">
              <a:xfrm>
                <a:off x="821641" y="1189916"/>
                <a:ext cx="348776" cy="233630"/>
              </a:xfrm>
              <a:custGeom>
                <a:avLst/>
                <a:gdLst>
                  <a:gd name="T0" fmla="*/ 93 w 374"/>
                  <a:gd name="T1" fmla="*/ 93 h 236"/>
                  <a:gd name="T2" fmla="*/ 281 w 374"/>
                  <a:gd name="T3" fmla="*/ 93 h 236"/>
                  <a:gd name="T4" fmla="*/ 281 w 374"/>
                  <a:gd name="T5" fmla="*/ 0 h 236"/>
                  <a:gd name="T6" fmla="*/ 374 w 374"/>
                  <a:gd name="T7" fmla="*/ 0 h 236"/>
                  <a:gd name="T8" fmla="*/ 374 w 374"/>
                  <a:gd name="T9" fmla="*/ 236 h 236"/>
                  <a:gd name="T10" fmla="*/ 281 w 374"/>
                  <a:gd name="T11" fmla="*/ 236 h 236"/>
                  <a:gd name="T12" fmla="*/ 281 w 374"/>
                  <a:gd name="T13" fmla="*/ 136 h 236"/>
                  <a:gd name="T14" fmla="*/ 93 w 374"/>
                  <a:gd name="T15" fmla="*/ 136 h 236"/>
                  <a:gd name="T16" fmla="*/ 93 w 374"/>
                  <a:gd name="T17" fmla="*/ 236 h 236"/>
                  <a:gd name="T18" fmla="*/ 0 w 374"/>
                  <a:gd name="T19" fmla="*/ 236 h 236"/>
                  <a:gd name="T20" fmla="*/ 0 w 374"/>
                  <a:gd name="T21" fmla="*/ 0 h 236"/>
                  <a:gd name="T22" fmla="*/ 93 w 374"/>
                  <a:gd name="T23" fmla="*/ 0 h 236"/>
                  <a:gd name="T24" fmla="*/ 93 w 374"/>
                  <a:gd name="T25" fmla="*/ 93 h 2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374" h="236">
                    <a:moveTo>
                      <a:pt x="93" y="93"/>
                    </a:moveTo>
                    <a:lnTo>
                      <a:pt x="281" y="93"/>
                    </a:lnTo>
                    <a:lnTo>
                      <a:pt x="281" y="0"/>
                    </a:lnTo>
                    <a:lnTo>
                      <a:pt x="374" y="0"/>
                    </a:lnTo>
                    <a:lnTo>
                      <a:pt x="374" y="236"/>
                    </a:lnTo>
                    <a:lnTo>
                      <a:pt x="281" y="236"/>
                    </a:lnTo>
                    <a:lnTo>
                      <a:pt x="281" y="136"/>
                    </a:lnTo>
                    <a:lnTo>
                      <a:pt x="93" y="136"/>
                    </a:lnTo>
                    <a:lnTo>
                      <a:pt x="93" y="236"/>
                    </a:lnTo>
                    <a:lnTo>
                      <a:pt x="0" y="236"/>
                    </a:lnTo>
                    <a:lnTo>
                      <a:pt x="0" y="0"/>
                    </a:lnTo>
                    <a:lnTo>
                      <a:pt x="93" y="0"/>
                    </a:lnTo>
                    <a:lnTo>
                      <a:pt x="93" y="93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Freeform 7"/>
              <p:cNvSpPr>
                <a:spLocks noEditPoints="1"/>
              </p:cNvSpPr>
              <p:nvPr/>
            </p:nvSpPr>
            <p:spPr bwMode="auto">
              <a:xfrm>
                <a:off x="1520125" y="1196846"/>
                <a:ext cx="407527" cy="233630"/>
              </a:xfrm>
              <a:custGeom>
                <a:avLst/>
                <a:gdLst>
                  <a:gd name="T0" fmla="*/ 16 w 896"/>
                  <a:gd name="T1" fmla="*/ 512 h 528"/>
                  <a:gd name="T2" fmla="*/ 144 w 896"/>
                  <a:gd name="T3" fmla="*/ 304 h 528"/>
                  <a:gd name="T4" fmla="*/ 0 w 896"/>
                  <a:gd name="T5" fmla="*/ 240 h 528"/>
                  <a:gd name="T6" fmla="*/ 160 w 896"/>
                  <a:gd name="T7" fmla="*/ 288 h 528"/>
                  <a:gd name="T8" fmla="*/ 288 w 896"/>
                  <a:gd name="T9" fmla="*/ 32 h 528"/>
                  <a:gd name="T10" fmla="*/ 352 w 896"/>
                  <a:gd name="T11" fmla="*/ 0 h 528"/>
                  <a:gd name="T12" fmla="*/ 544 w 896"/>
                  <a:gd name="T13" fmla="*/ 0 h 528"/>
                  <a:gd name="T14" fmla="*/ 592 w 896"/>
                  <a:gd name="T15" fmla="*/ 32 h 528"/>
                  <a:gd name="T16" fmla="*/ 720 w 896"/>
                  <a:gd name="T17" fmla="*/ 256 h 528"/>
                  <a:gd name="T18" fmla="*/ 832 w 896"/>
                  <a:gd name="T19" fmla="*/ 208 h 528"/>
                  <a:gd name="T20" fmla="*/ 896 w 896"/>
                  <a:gd name="T21" fmla="*/ 320 h 528"/>
                  <a:gd name="T22" fmla="*/ 336 w 896"/>
                  <a:gd name="T23" fmla="*/ 368 h 528"/>
                  <a:gd name="T24" fmla="*/ 240 w 896"/>
                  <a:gd name="T25" fmla="*/ 528 h 528"/>
                  <a:gd name="T26" fmla="*/ 16 w 896"/>
                  <a:gd name="T27" fmla="*/ 512 h 528"/>
                  <a:gd name="T28" fmla="*/ 576 w 896"/>
                  <a:gd name="T29" fmla="*/ 384 h 528"/>
                  <a:gd name="T30" fmla="*/ 656 w 896"/>
                  <a:gd name="T31" fmla="*/ 512 h 528"/>
                  <a:gd name="T32" fmla="*/ 880 w 896"/>
                  <a:gd name="T33" fmla="*/ 512 h 528"/>
                  <a:gd name="T34" fmla="*/ 784 w 896"/>
                  <a:gd name="T35" fmla="*/ 368 h 528"/>
                  <a:gd name="T36" fmla="*/ 576 w 896"/>
                  <a:gd name="T37" fmla="*/ 384 h 528"/>
                  <a:gd name="T38" fmla="*/ 368 w 896"/>
                  <a:gd name="T39" fmla="*/ 304 h 528"/>
                  <a:gd name="T40" fmla="*/ 448 w 896"/>
                  <a:gd name="T41" fmla="*/ 160 h 528"/>
                  <a:gd name="T42" fmla="*/ 528 w 896"/>
                  <a:gd name="T43" fmla="*/ 288 h 528"/>
                  <a:gd name="T44" fmla="*/ 368 w 896"/>
                  <a:gd name="T45" fmla="*/ 304 h 5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96" h="528">
                    <a:moveTo>
                      <a:pt x="16" y="512"/>
                    </a:moveTo>
                    <a:lnTo>
                      <a:pt x="144" y="304"/>
                    </a:lnTo>
                    <a:cubicBezTo>
                      <a:pt x="80" y="288"/>
                      <a:pt x="48" y="272"/>
                      <a:pt x="0" y="240"/>
                    </a:cubicBezTo>
                    <a:cubicBezTo>
                      <a:pt x="48" y="256"/>
                      <a:pt x="96" y="272"/>
                      <a:pt x="160" y="288"/>
                    </a:cubicBezTo>
                    <a:lnTo>
                      <a:pt x="288" y="32"/>
                    </a:lnTo>
                    <a:cubicBezTo>
                      <a:pt x="304" y="16"/>
                      <a:pt x="336" y="0"/>
                      <a:pt x="352" y="0"/>
                    </a:cubicBezTo>
                    <a:lnTo>
                      <a:pt x="544" y="0"/>
                    </a:lnTo>
                    <a:cubicBezTo>
                      <a:pt x="560" y="0"/>
                      <a:pt x="576" y="16"/>
                      <a:pt x="592" y="32"/>
                    </a:cubicBezTo>
                    <a:lnTo>
                      <a:pt x="720" y="256"/>
                    </a:lnTo>
                    <a:lnTo>
                      <a:pt x="832" y="208"/>
                    </a:lnTo>
                    <a:lnTo>
                      <a:pt x="896" y="320"/>
                    </a:lnTo>
                    <a:cubicBezTo>
                      <a:pt x="720" y="368"/>
                      <a:pt x="544" y="384"/>
                      <a:pt x="336" y="368"/>
                    </a:cubicBezTo>
                    <a:lnTo>
                      <a:pt x="240" y="528"/>
                    </a:lnTo>
                    <a:lnTo>
                      <a:pt x="16" y="512"/>
                    </a:lnTo>
                    <a:close/>
                    <a:moveTo>
                      <a:pt x="576" y="384"/>
                    </a:moveTo>
                    <a:lnTo>
                      <a:pt x="656" y="512"/>
                    </a:lnTo>
                    <a:lnTo>
                      <a:pt x="880" y="512"/>
                    </a:lnTo>
                    <a:lnTo>
                      <a:pt x="784" y="368"/>
                    </a:lnTo>
                    <a:cubicBezTo>
                      <a:pt x="720" y="368"/>
                      <a:pt x="656" y="384"/>
                      <a:pt x="576" y="384"/>
                    </a:cubicBezTo>
                    <a:close/>
                    <a:moveTo>
                      <a:pt x="368" y="304"/>
                    </a:moveTo>
                    <a:lnTo>
                      <a:pt x="448" y="160"/>
                    </a:lnTo>
                    <a:lnTo>
                      <a:pt x="528" y="288"/>
                    </a:lnTo>
                    <a:cubicBezTo>
                      <a:pt x="464" y="304"/>
                      <a:pt x="416" y="304"/>
                      <a:pt x="368" y="30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Freeform 8"/>
              <p:cNvSpPr/>
              <p:nvPr/>
            </p:nvSpPr>
            <p:spPr bwMode="auto">
              <a:xfrm>
                <a:off x="1942572" y="1196846"/>
                <a:ext cx="334788" cy="226700"/>
              </a:xfrm>
              <a:custGeom>
                <a:avLst/>
                <a:gdLst>
                  <a:gd name="T0" fmla="*/ 0 w 736"/>
                  <a:gd name="T1" fmla="*/ 480 h 512"/>
                  <a:gd name="T2" fmla="*/ 0 w 736"/>
                  <a:gd name="T3" fmla="*/ 32 h 512"/>
                  <a:gd name="T4" fmla="*/ 48 w 736"/>
                  <a:gd name="T5" fmla="*/ 0 h 512"/>
                  <a:gd name="T6" fmla="*/ 736 w 736"/>
                  <a:gd name="T7" fmla="*/ 0 h 512"/>
                  <a:gd name="T8" fmla="*/ 736 w 736"/>
                  <a:gd name="T9" fmla="*/ 96 h 512"/>
                  <a:gd name="T10" fmla="*/ 208 w 736"/>
                  <a:gd name="T11" fmla="*/ 96 h 512"/>
                  <a:gd name="T12" fmla="*/ 208 w 736"/>
                  <a:gd name="T13" fmla="*/ 192 h 512"/>
                  <a:gd name="T14" fmla="*/ 448 w 736"/>
                  <a:gd name="T15" fmla="*/ 192 h 512"/>
                  <a:gd name="T16" fmla="*/ 448 w 736"/>
                  <a:gd name="T17" fmla="*/ 288 h 512"/>
                  <a:gd name="T18" fmla="*/ 208 w 736"/>
                  <a:gd name="T19" fmla="*/ 288 h 512"/>
                  <a:gd name="T20" fmla="*/ 208 w 736"/>
                  <a:gd name="T21" fmla="*/ 416 h 512"/>
                  <a:gd name="T22" fmla="*/ 736 w 736"/>
                  <a:gd name="T23" fmla="*/ 416 h 512"/>
                  <a:gd name="T24" fmla="*/ 736 w 736"/>
                  <a:gd name="T25" fmla="*/ 512 h 512"/>
                  <a:gd name="T26" fmla="*/ 32 w 736"/>
                  <a:gd name="T27" fmla="*/ 512 h 512"/>
                  <a:gd name="T28" fmla="*/ 0 w 736"/>
                  <a:gd name="T29" fmla="*/ 480 h 5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736" h="512">
                    <a:moveTo>
                      <a:pt x="0" y="480"/>
                    </a:moveTo>
                    <a:lnTo>
                      <a:pt x="0" y="32"/>
                    </a:lnTo>
                    <a:cubicBezTo>
                      <a:pt x="0" y="16"/>
                      <a:pt x="16" y="0"/>
                      <a:pt x="48" y="0"/>
                    </a:cubicBezTo>
                    <a:lnTo>
                      <a:pt x="736" y="0"/>
                    </a:lnTo>
                    <a:lnTo>
                      <a:pt x="736" y="96"/>
                    </a:lnTo>
                    <a:lnTo>
                      <a:pt x="208" y="96"/>
                    </a:lnTo>
                    <a:lnTo>
                      <a:pt x="208" y="192"/>
                    </a:lnTo>
                    <a:lnTo>
                      <a:pt x="448" y="192"/>
                    </a:lnTo>
                    <a:lnTo>
                      <a:pt x="448" y="288"/>
                    </a:lnTo>
                    <a:lnTo>
                      <a:pt x="208" y="288"/>
                    </a:lnTo>
                    <a:lnTo>
                      <a:pt x="208" y="416"/>
                    </a:lnTo>
                    <a:lnTo>
                      <a:pt x="736" y="416"/>
                    </a:lnTo>
                    <a:lnTo>
                      <a:pt x="736" y="512"/>
                    </a:lnTo>
                    <a:lnTo>
                      <a:pt x="32" y="512"/>
                    </a:lnTo>
                    <a:cubicBezTo>
                      <a:pt x="16" y="512"/>
                      <a:pt x="0" y="496"/>
                      <a:pt x="0" y="480"/>
                    </a:cubicBez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Freeform 9"/>
              <p:cNvSpPr>
                <a:spLocks noEditPoints="1"/>
              </p:cNvSpPr>
              <p:nvPr/>
            </p:nvSpPr>
            <p:spPr bwMode="auto">
              <a:xfrm>
                <a:off x="2371548" y="1181996"/>
                <a:ext cx="305879" cy="248479"/>
              </a:xfrm>
              <a:custGeom>
                <a:avLst/>
                <a:gdLst>
                  <a:gd name="T0" fmla="*/ 128 w 672"/>
                  <a:gd name="T1" fmla="*/ 256 h 560"/>
                  <a:gd name="T2" fmla="*/ 128 w 672"/>
                  <a:gd name="T3" fmla="*/ 128 h 560"/>
                  <a:gd name="T4" fmla="*/ 160 w 672"/>
                  <a:gd name="T5" fmla="*/ 224 h 560"/>
                  <a:gd name="T6" fmla="*/ 240 w 672"/>
                  <a:gd name="T7" fmla="*/ 224 h 560"/>
                  <a:gd name="T8" fmla="*/ 208 w 672"/>
                  <a:gd name="T9" fmla="*/ 128 h 560"/>
                  <a:gd name="T10" fmla="*/ 128 w 672"/>
                  <a:gd name="T11" fmla="*/ 128 h 560"/>
                  <a:gd name="T12" fmla="*/ 128 w 672"/>
                  <a:gd name="T13" fmla="*/ 80 h 560"/>
                  <a:gd name="T14" fmla="*/ 240 w 672"/>
                  <a:gd name="T15" fmla="*/ 80 h 560"/>
                  <a:gd name="T16" fmla="*/ 240 w 672"/>
                  <a:gd name="T17" fmla="*/ 256 h 560"/>
                  <a:gd name="T18" fmla="*/ 128 w 672"/>
                  <a:gd name="T19" fmla="*/ 256 h 560"/>
                  <a:gd name="T20" fmla="*/ 144 w 672"/>
                  <a:gd name="T21" fmla="*/ 320 h 560"/>
                  <a:gd name="T22" fmla="*/ 160 w 672"/>
                  <a:gd name="T23" fmla="*/ 432 h 560"/>
                  <a:gd name="T24" fmla="*/ 240 w 672"/>
                  <a:gd name="T25" fmla="*/ 432 h 560"/>
                  <a:gd name="T26" fmla="*/ 208 w 672"/>
                  <a:gd name="T27" fmla="*/ 320 h 560"/>
                  <a:gd name="T28" fmla="*/ 144 w 672"/>
                  <a:gd name="T29" fmla="*/ 320 h 560"/>
                  <a:gd name="T30" fmla="*/ 448 w 672"/>
                  <a:gd name="T31" fmla="*/ 48 h 560"/>
                  <a:gd name="T32" fmla="*/ 416 w 672"/>
                  <a:gd name="T33" fmla="*/ 0 h 560"/>
                  <a:gd name="T34" fmla="*/ 512 w 672"/>
                  <a:gd name="T35" fmla="*/ 0 h 560"/>
                  <a:gd name="T36" fmla="*/ 544 w 672"/>
                  <a:gd name="T37" fmla="*/ 48 h 560"/>
                  <a:gd name="T38" fmla="*/ 672 w 672"/>
                  <a:gd name="T39" fmla="*/ 48 h 560"/>
                  <a:gd name="T40" fmla="*/ 672 w 672"/>
                  <a:gd name="T41" fmla="*/ 96 h 560"/>
                  <a:gd name="T42" fmla="*/ 336 w 672"/>
                  <a:gd name="T43" fmla="*/ 96 h 560"/>
                  <a:gd name="T44" fmla="*/ 336 w 672"/>
                  <a:gd name="T45" fmla="*/ 48 h 560"/>
                  <a:gd name="T46" fmla="*/ 448 w 672"/>
                  <a:gd name="T47" fmla="*/ 48 h 560"/>
                  <a:gd name="T48" fmla="*/ 368 w 672"/>
                  <a:gd name="T49" fmla="*/ 144 h 560"/>
                  <a:gd name="T50" fmla="*/ 608 w 672"/>
                  <a:gd name="T51" fmla="*/ 144 h 560"/>
                  <a:gd name="T52" fmla="*/ 608 w 672"/>
                  <a:gd name="T53" fmla="*/ 512 h 560"/>
                  <a:gd name="T54" fmla="*/ 672 w 672"/>
                  <a:gd name="T55" fmla="*/ 512 h 560"/>
                  <a:gd name="T56" fmla="*/ 672 w 672"/>
                  <a:gd name="T57" fmla="*/ 544 h 560"/>
                  <a:gd name="T58" fmla="*/ 560 w 672"/>
                  <a:gd name="T59" fmla="*/ 544 h 560"/>
                  <a:gd name="T60" fmla="*/ 528 w 672"/>
                  <a:gd name="T61" fmla="*/ 512 h 560"/>
                  <a:gd name="T62" fmla="*/ 528 w 672"/>
                  <a:gd name="T63" fmla="*/ 192 h 560"/>
                  <a:gd name="T64" fmla="*/ 464 w 672"/>
                  <a:gd name="T65" fmla="*/ 192 h 560"/>
                  <a:gd name="T66" fmla="*/ 464 w 672"/>
                  <a:gd name="T67" fmla="*/ 384 h 560"/>
                  <a:gd name="T68" fmla="*/ 336 w 672"/>
                  <a:gd name="T69" fmla="*/ 544 h 560"/>
                  <a:gd name="T70" fmla="*/ 336 w 672"/>
                  <a:gd name="T71" fmla="*/ 480 h 560"/>
                  <a:gd name="T72" fmla="*/ 368 w 672"/>
                  <a:gd name="T73" fmla="*/ 400 h 560"/>
                  <a:gd name="T74" fmla="*/ 368 w 672"/>
                  <a:gd name="T75" fmla="*/ 144 h 560"/>
                  <a:gd name="T76" fmla="*/ 128 w 672"/>
                  <a:gd name="T77" fmla="*/ 48 h 560"/>
                  <a:gd name="T78" fmla="*/ 160 w 672"/>
                  <a:gd name="T79" fmla="*/ 0 h 560"/>
                  <a:gd name="T80" fmla="*/ 256 w 672"/>
                  <a:gd name="T81" fmla="*/ 0 h 560"/>
                  <a:gd name="T82" fmla="*/ 224 w 672"/>
                  <a:gd name="T83" fmla="*/ 48 h 560"/>
                  <a:gd name="T84" fmla="*/ 320 w 672"/>
                  <a:gd name="T85" fmla="*/ 48 h 560"/>
                  <a:gd name="T86" fmla="*/ 320 w 672"/>
                  <a:gd name="T87" fmla="*/ 528 h 560"/>
                  <a:gd name="T88" fmla="*/ 304 w 672"/>
                  <a:gd name="T89" fmla="*/ 560 h 560"/>
                  <a:gd name="T90" fmla="*/ 176 w 672"/>
                  <a:gd name="T91" fmla="*/ 560 h 560"/>
                  <a:gd name="T92" fmla="*/ 176 w 672"/>
                  <a:gd name="T93" fmla="*/ 512 h 560"/>
                  <a:gd name="T94" fmla="*/ 240 w 672"/>
                  <a:gd name="T95" fmla="*/ 512 h 560"/>
                  <a:gd name="T96" fmla="*/ 240 w 672"/>
                  <a:gd name="T97" fmla="*/ 288 h 560"/>
                  <a:gd name="T98" fmla="*/ 128 w 672"/>
                  <a:gd name="T99" fmla="*/ 288 h 560"/>
                  <a:gd name="T100" fmla="*/ 80 w 672"/>
                  <a:gd name="T101" fmla="*/ 544 h 560"/>
                  <a:gd name="T102" fmla="*/ 0 w 672"/>
                  <a:gd name="T103" fmla="*/ 544 h 560"/>
                  <a:gd name="T104" fmla="*/ 48 w 672"/>
                  <a:gd name="T105" fmla="*/ 304 h 560"/>
                  <a:gd name="T106" fmla="*/ 0 w 672"/>
                  <a:gd name="T107" fmla="*/ 304 h 560"/>
                  <a:gd name="T108" fmla="*/ 0 w 672"/>
                  <a:gd name="T109" fmla="*/ 256 h 560"/>
                  <a:gd name="T110" fmla="*/ 48 w 672"/>
                  <a:gd name="T111" fmla="*/ 256 h 560"/>
                  <a:gd name="T112" fmla="*/ 48 w 672"/>
                  <a:gd name="T113" fmla="*/ 48 h 560"/>
                  <a:gd name="T114" fmla="*/ 128 w 672"/>
                  <a:gd name="T115" fmla="*/ 48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672" h="560">
                    <a:moveTo>
                      <a:pt x="128" y="256"/>
                    </a:moveTo>
                    <a:lnTo>
                      <a:pt x="128" y="128"/>
                    </a:lnTo>
                    <a:lnTo>
                      <a:pt x="160" y="224"/>
                    </a:lnTo>
                    <a:lnTo>
                      <a:pt x="240" y="224"/>
                    </a:lnTo>
                    <a:lnTo>
                      <a:pt x="208" y="128"/>
                    </a:lnTo>
                    <a:lnTo>
                      <a:pt x="128" y="128"/>
                    </a:lnTo>
                    <a:lnTo>
                      <a:pt x="128" y="80"/>
                    </a:lnTo>
                    <a:lnTo>
                      <a:pt x="240" y="80"/>
                    </a:lnTo>
                    <a:lnTo>
                      <a:pt x="240" y="256"/>
                    </a:lnTo>
                    <a:lnTo>
                      <a:pt x="128" y="256"/>
                    </a:lnTo>
                    <a:close/>
                    <a:moveTo>
                      <a:pt x="144" y="320"/>
                    </a:moveTo>
                    <a:lnTo>
                      <a:pt x="160" y="432"/>
                    </a:lnTo>
                    <a:lnTo>
                      <a:pt x="240" y="432"/>
                    </a:lnTo>
                    <a:lnTo>
                      <a:pt x="208" y="320"/>
                    </a:lnTo>
                    <a:lnTo>
                      <a:pt x="144" y="320"/>
                    </a:lnTo>
                    <a:close/>
                    <a:moveTo>
                      <a:pt x="448" y="48"/>
                    </a:moveTo>
                    <a:lnTo>
                      <a:pt x="416" y="0"/>
                    </a:lnTo>
                    <a:lnTo>
                      <a:pt x="512" y="0"/>
                    </a:lnTo>
                    <a:lnTo>
                      <a:pt x="544" y="48"/>
                    </a:lnTo>
                    <a:lnTo>
                      <a:pt x="672" y="48"/>
                    </a:lnTo>
                    <a:lnTo>
                      <a:pt x="672" y="96"/>
                    </a:lnTo>
                    <a:lnTo>
                      <a:pt x="336" y="96"/>
                    </a:lnTo>
                    <a:lnTo>
                      <a:pt x="336" y="48"/>
                    </a:lnTo>
                    <a:lnTo>
                      <a:pt x="448" y="48"/>
                    </a:lnTo>
                    <a:close/>
                    <a:moveTo>
                      <a:pt x="368" y="144"/>
                    </a:moveTo>
                    <a:lnTo>
                      <a:pt x="608" y="144"/>
                    </a:lnTo>
                    <a:lnTo>
                      <a:pt x="608" y="512"/>
                    </a:lnTo>
                    <a:lnTo>
                      <a:pt x="672" y="512"/>
                    </a:lnTo>
                    <a:lnTo>
                      <a:pt x="672" y="544"/>
                    </a:lnTo>
                    <a:lnTo>
                      <a:pt x="560" y="544"/>
                    </a:lnTo>
                    <a:cubicBezTo>
                      <a:pt x="544" y="544"/>
                      <a:pt x="528" y="544"/>
                      <a:pt x="528" y="512"/>
                    </a:cubicBezTo>
                    <a:lnTo>
                      <a:pt x="528" y="192"/>
                    </a:lnTo>
                    <a:lnTo>
                      <a:pt x="464" y="192"/>
                    </a:lnTo>
                    <a:lnTo>
                      <a:pt x="464" y="384"/>
                    </a:lnTo>
                    <a:cubicBezTo>
                      <a:pt x="448" y="480"/>
                      <a:pt x="400" y="528"/>
                      <a:pt x="336" y="544"/>
                    </a:cubicBezTo>
                    <a:lnTo>
                      <a:pt x="336" y="480"/>
                    </a:lnTo>
                    <a:cubicBezTo>
                      <a:pt x="352" y="464"/>
                      <a:pt x="368" y="432"/>
                      <a:pt x="368" y="400"/>
                    </a:cubicBezTo>
                    <a:lnTo>
                      <a:pt x="368" y="144"/>
                    </a:lnTo>
                    <a:close/>
                    <a:moveTo>
                      <a:pt x="128" y="48"/>
                    </a:moveTo>
                    <a:lnTo>
                      <a:pt x="160" y="0"/>
                    </a:lnTo>
                    <a:lnTo>
                      <a:pt x="256" y="0"/>
                    </a:lnTo>
                    <a:lnTo>
                      <a:pt x="224" y="48"/>
                    </a:lnTo>
                    <a:lnTo>
                      <a:pt x="320" y="48"/>
                    </a:lnTo>
                    <a:lnTo>
                      <a:pt x="320" y="528"/>
                    </a:lnTo>
                    <a:cubicBezTo>
                      <a:pt x="320" y="544"/>
                      <a:pt x="320" y="560"/>
                      <a:pt x="304" y="560"/>
                    </a:cubicBezTo>
                    <a:lnTo>
                      <a:pt x="176" y="560"/>
                    </a:lnTo>
                    <a:lnTo>
                      <a:pt x="176" y="512"/>
                    </a:lnTo>
                    <a:lnTo>
                      <a:pt x="240" y="512"/>
                    </a:lnTo>
                    <a:lnTo>
                      <a:pt x="240" y="288"/>
                    </a:lnTo>
                    <a:lnTo>
                      <a:pt x="128" y="288"/>
                    </a:lnTo>
                    <a:cubicBezTo>
                      <a:pt x="144" y="400"/>
                      <a:pt x="128" y="480"/>
                      <a:pt x="80" y="544"/>
                    </a:cubicBezTo>
                    <a:lnTo>
                      <a:pt x="0" y="544"/>
                    </a:lnTo>
                    <a:cubicBezTo>
                      <a:pt x="32" y="480"/>
                      <a:pt x="48" y="400"/>
                      <a:pt x="48" y="304"/>
                    </a:cubicBezTo>
                    <a:lnTo>
                      <a:pt x="0" y="304"/>
                    </a:lnTo>
                    <a:lnTo>
                      <a:pt x="0" y="256"/>
                    </a:lnTo>
                    <a:lnTo>
                      <a:pt x="48" y="256"/>
                    </a:lnTo>
                    <a:lnTo>
                      <a:pt x="48" y="48"/>
                    </a:lnTo>
                    <a:lnTo>
                      <a:pt x="128" y="48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Freeform 10"/>
              <p:cNvSpPr>
                <a:spLocks noEditPoints="1"/>
              </p:cNvSpPr>
              <p:nvPr/>
            </p:nvSpPr>
            <p:spPr bwMode="auto">
              <a:xfrm>
                <a:off x="2728716" y="1181996"/>
                <a:ext cx="298418" cy="248479"/>
              </a:xfrm>
              <a:custGeom>
                <a:avLst/>
                <a:gdLst>
                  <a:gd name="T0" fmla="*/ 16 w 656"/>
                  <a:gd name="T1" fmla="*/ 512 h 560"/>
                  <a:gd name="T2" fmla="*/ 16 w 656"/>
                  <a:gd name="T3" fmla="*/ 352 h 560"/>
                  <a:gd name="T4" fmla="*/ 624 w 656"/>
                  <a:gd name="T5" fmla="*/ 352 h 560"/>
                  <a:gd name="T6" fmla="*/ 624 w 656"/>
                  <a:gd name="T7" fmla="*/ 512 h 560"/>
                  <a:gd name="T8" fmla="*/ 656 w 656"/>
                  <a:gd name="T9" fmla="*/ 512 h 560"/>
                  <a:gd name="T10" fmla="*/ 656 w 656"/>
                  <a:gd name="T11" fmla="*/ 560 h 560"/>
                  <a:gd name="T12" fmla="*/ 0 w 656"/>
                  <a:gd name="T13" fmla="*/ 560 h 560"/>
                  <a:gd name="T14" fmla="*/ 0 w 656"/>
                  <a:gd name="T15" fmla="*/ 512 h 560"/>
                  <a:gd name="T16" fmla="*/ 16 w 656"/>
                  <a:gd name="T17" fmla="*/ 512 h 560"/>
                  <a:gd name="T18" fmla="*/ 112 w 656"/>
                  <a:gd name="T19" fmla="*/ 400 h 560"/>
                  <a:gd name="T20" fmla="*/ 208 w 656"/>
                  <a:gd name="T21" fmla="*/ 400 h 560"/>
                  <a:gd name="T22" fmla="*/ 208 w 656"/>
                  <a:gd name="T23" fmla="*/ 512 h 560"/>
                  <a:gd name="T24" fmla="*/ 112 w 656"/>
                  <a:gd name="T25" fmla="*/ 512 h 560"/>
                  <a:gd name="T26" fmla="*/ 112 w 656"/>
                  <a:gd name="T27" fmla="*/ 400 h 560"/>
                  <a:gd name="T28" fmla="*/ 272 w 656"/>
                  <a:gd name="T29" fmla="*/ 400 h 560"/>
                  <a:gd name="T30" fmla="*/ 384 w 656"/>
                  <a:gd name="T31" fmla="*/ 400 h 560"/>
                  <a:gd name="T32" fmla="*/ 384 w 656"/>
                  <a:gd name="T33" fmla="*/ 512 h 560"/>
                  <a:gd name="T34" fmla="*/ 272 w 656"/>
                  <a:gd name="T35" fmla="*/ 512 h 560"/>
                  <a:gd name="T36" fmla="*/ 272 w 656"/>
                  <a:gd name="T37" fmla="*/ 400 h 560"/>
                  <a:gd name="T38" fmla="*/ 448 w 656"/>
                  <a:gd name="T39" fmla="*/ 400 h 560"/>
                  <a:gd name="T40" fmla="*/ 544 w 656"/>
                  <a:gd name="T41" fmla="*/ 400 h 560"/>
                  <a:gd name="T42" fmla="*/ 544 w 656"/>
                  <a:gd name="T43" fmla="*/ 512 h 560"/>
                  <a:gd name="T44" fmla="*/ 448 w 656"/>
                  <a:gd name="T45" fmla="*/ 512 h 560"/>
                  <a:gd name="T46" fmla="*/ 448 w 656"/>
                  <a:gd name="T47" fmla="*/ 400 h 560"/>
                  <a:gd name="T48" fmla="*/ 16 w 656"/>
                  <a:gd name="T49" fmla="*/ 256 h 560"/>
                  <a:gd name="T50" fmla="*/ 48 w 656"/>
                  <a:gd name="T51" fmla="*/ 176 h 560"/>
                  <a:gd name="T52" fmla="*/ 48 w 656"/>
                  <a:gd name="T53" fmla="*/ 32 h 560"/>
                  <a:gd name="T54" fmla="*/ 336 w 656"/>
                  <a:gd name="T55" fmla="*/ 32 h 560"/>
                  <a:gd name="T56" fmla="*/ 320 w 656"/>
                  <a:gd name="T57" fmla="*/ 0 h 560"/>
                  <a:gd name="T58" fmla="*/ 400 w 656"/>
                  <a:gd name="T59" fmla="*/ 0 h 560"/>
                  <a:gd name="T60" fmla="*/ 416 w 656"/>
                  <a:gd name="T61" fmla="*/ 48 h 560"/>
                  <a:gd name="T62" fmla="*/ 560 w 656"/>
                  <a:gd name="T63" fmla="*/ 48 h 560"/>
                  <a:gd name="T64" fmla="*/ 560 w 656"/>
                  <a:gd name="T65" fmla="*/ 0 h 560"/>
                  <a:gd name="T66" fmla="*/ 640 w 656"/>
                  <a:gd name="T67" fmla="*/ 0 h 560"/>
                  <a:gd name="T68" fmla="*/ 640 w 656"/>
                  <a:gd name="T69" fmla="*/ 80 h 560"/>
                  <a:gd name="T70" fmla="*/ 416 w 656"/>
                  <a:gd name="T71" fmla="*/ 80 h 560"/>
                  <a:gd name="T72" fmla="*/ 464 w 656"/>
                  <a:gd name="T73" fmla="*/ 176 h 560"/>
                  <a:gd name="T74" fmla="*/ 496 w 656"/>
                  <a:gd name="T75" fmla="*/ 112 h 560"/>
                  <a:gd name="T76" fmla="*/ 592 w 656"/>
                  <a:gd name="T77" fmla="*/ 112 h 560"/>
                  <a:gd name="T78" fmla="*/ 528 w 656"/>
                  <a:gd name="T79" fmla="*/ 240 h 560"/>
                  <a:gd name="T80" fmla="*/ 576 w 656"/>
                  <a:gd name="T81" fmla="*/ 256 h 560"/>
                  <a:gd name="T82" fmla="*/ 576 w 656"/>
                  <a:gd name="T83" fmla="*/ 208 h 560"/>
                  <a:gd name="T84" fmla="*/ 656 w 656"/>
                  <a:gd name="T85" fmla="*/ 208 h 560"/>
                  <a:gd name="T86" fmla="*/ 656 w 656"/>
                  <a:gd name="T87" fmla="*/ 352 h 560"/>
                  <a:gd name="T88" fmla="*/ 464 w 656"/>
                  <a:gd name="T89" fmla="*/ 288 h 560"/>
                  <a:gd name="T90" fmla="*/ 336 w 656"/>
                  <a:gd name="T91" fmla="*/ 336 h 560"/>
                  <a:gd name="T92" fmla="*/ 336 w 656"/>
                  <a:gd name="T93" fmla="*/ 272 h 560"/>
                  <a:gd name="T94" fmla="*/ 416 w 656"/>
                  <a:gd name="T95" fmla="*/ 240 h 560"/>
                  <a:gd name="T96" fmla="*/ 336 w 656"/>
                  <a:gd name="T97" fmla="*/ 80 h 560"/>
                  <a:gd name="T98" fmla="*/ 128 w 656"/>
                  <a:gd name="T99" fmla="*/ 80 h 560"/>
                  <a:gd name="T100" fmla="*/ 128 w 656"/>
                  <a:gd name="T101" fmla="*/ 128 h 560"/>
                  <a:gd name="T102" fmla="*/ 320 w 656"/>
                  <a:gd name="T103" fmla="*/ 128 h 560"/>
                  <a:gd name="T104" fmla="*/ 320 w 656"/>
                  <a:gd name="T105" fmla="*/ 304 h 560"/>
                  <a:gd name="T106" fmla="*/ 288 w 656"/>
                  <a:gd name="T107" fmla="*/ 352 h 560"/>
                  <a:gd name="T108" fmla="*/ 160 w 656"/>
                  <a:gd name="T109" fmla="*/ 352 h 560"/>
                  <a:gd name="T110" fmla="*/ 160 w 656"/>
                  <a:gd name="T111" fmla="*/ 304 h 560"/>
                  <a:gd name="T112" fmla="*/ 224 w 656"/>
                  <a:gd name="T113" fmla="*/ 304 h 560"/>
                  <a:gd name="T114" fmla="*/ 240 w 656"/>
                  <a:gd name="T115" fmla="*/ 288 h 560"/>
                  <a:gd name="T116" fmla="*/ 240 w 656"/>
                  <a:gd name="T117" fmla="*/ 160 h 560"/>
                  <a:gd name="T118" fmla="*/ 128 w 656"/>
                  <a:gd name="T119" fmla="*/ 160 h 560"/>
                  <a:gd name="T120" fmla="*/ 16 w 656"/>
                  <a:gd name="T121" fmla="*/ 336 h 560"/>
                  <a:gd name="T122" fmla="*/ 16 w 656"/>
                  <a:gd name="T123" fmla="*/ 256 h 5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656" h="560">
                    <a:moveTo>
                      <a:pt x="16" y="512"/>
                    </a:moveTo>
                    <a:lnTo>
                      <a:pt x="16" y="352"/>
                    </a:lnTo>
                    <a:lnTo>
                      <a:pt x="624" y="352"/>
                    </a:lnTo>
                    <a:lnTo>
                      <a:pt x="624" y="512"/>
                    </a:lnTo>
                    <a:lnTo>
                      <a:pt x="656" y="512"/>
                    </a:lnTo>
                    <a:lnTo>
                      <a:pt x="656" y="560"/>
                    </a:lnTo>
                    <a:lnTo>
                      <a:pt x="0" y="560"/>
                    </a:lnTo>
                    <a:lnTo>
                      <a:pt x="0" y="512"/>
                    </a:lnTo>
                    <a:lnTo>
                      <a:pt x="16" y="512"/>
                    </a:lnTo>
                    <a:close/>
                    <a:moveTo>
                      <a:pt x="112" y="400"/>
                    </a:moveTo>
                    <a:lnTo>
                      <a:pt x="208" y="400"/>
                    </a:lnTo>
                    <a:lnTo>
                      <a:pt x="208" y="512"/>
                    </a:lnTo>
                    <a:lnTo>
                      <a:pt x="112" y="512"/>
                    </a:lnTo>
                    <a:lnTo>
                      <a:pt x="112" y="400"/>
                    </a:lnTo>
                    <a:close/>
                    <a:moveTo>
                      <a:pt x="272" y="400"/>
                    </a:moveTo>
                    <a:lnTo>
                      <a:pt x="384" y="400"/>
                    </a:lnTo>
                    <a:lnTo>
                      <a:pt x="384" y="512"/>
                    </a:lnTo>
                    <a:lnTo>
                      <a:pt x="272" y="512"/>
                    </a:lnTo>
                    <a:lnTo>
                      <a:pt x="272" y="400"/>
                    </a:lnTo>
                    <a:close/>
                    <a:moveTo>
                      <a:pt x="448" y="400"/>
                    </a:moveTo>
                    <a:lnTo>
                      <a:pt x="544" y="400"/>
                    </a:lnTo>
                    <a:lnTo>
                      <a:pt x="544" y="512"/>
                    </a:lnTo>
                    <a:lnTo>
                      <a:pt x="448" y="512"/>
                    </a:lnTo>
                    <a:lnTo>
                      <a:pt x="448" y="400"/>
                    </a:lnTo>
                    <a:close/>
                    <a:moveTo>
                      <a:pt x="16" y="256"/>
                    </a:moveTo>
                    <a:cubicBezTo>
                      <a:pt x="32" y="240"/>
                      <a:pt x="48" y="208"/>
                      <a:pt x="48" y="176"/>
                    </a:cubicBezTo>
                    <a:lnTo>
                      <a:pt x="48" y="32"/>
                    </a:lnTo>
                    <a:lnTo>
                      <a:pt x="336" y="32"/>
                    </a:lnTo>
                    <a:cubicBezTo>
                      <a:pt x="320" y="16"/>
                      <a:pt x="320" y="16"/>
                      <a:pt x="320" y="0"/>
                    </a:cubicBezTo>
                    <a:lnTo>
                      <a:pt x="400" y="0"/>
                    </a:lnTo>
                    <a:cubicBezTo>
                      <a:pt x="400" y="16"/>
                      <a:pt x="400" y="32"/>
                      <a:pt x="416" y="48"/>
                    </a:cubicBezTo>
                    <a:lnTo>
                      <a:pt x="560" y="48"/>
                    </a:lnTo>
                    <a:lnTo>
                      <a:pt x="560" y="0"/>
                    </a:lnTo>
                    <a:lnTo>
                      <a:pt x="640" y="0"/>
                    </a:lnTo>
                    <a:lnTo>
                      <a:pt x="640" y="80"/>
                    </a:lnTo>
                    <a:lnTo>
                      <a:pt x="416" y="80"/>
                    </a:lnTo>
                    <a:cubicBezTo>
                      <a:pt x="432" y="112"/>
                      <a:pt x="448" y="144"/>
                      <a:pt x="464" y="176"/>
                    </a:cubicBezTo>
                    <a:lnTo>
                      <a:pt x="496" y="112"/>
                    </a:lnTo>
                    <a:lnTo>
                      <a:pt x="592" y="112"/>
                    </a:lnTo>
                    <a:cubicBezTo>
                      <a:pt x="576" y="160"/>
                      <a:pt x="560" y="192"/>
                      <a:pt x="528" y="240"/>
                    </a:cubicBezTo>
                    <a:cubicBezTo>
                      <a:pt x="544" y="240"/>
                      <a:pt x="560" y="256"/>
                      <a:pt x="576" y="256"/>
                    </a:cubicBezTo>
                    <a:lnTo>
                      <a:pt x="576" y="208"/>
                    </a:lnTo>
                    <a:lnTo>
                      <a:pt x="656" y="208"/>
                    </a:lnTo>
                    <a:lnTo>
                      <a:pt x="656" y="352"/>
                    </a:lnTo>
                    <a:cubicBezTo>
                      <a:pt x="576" y="352"/>
                      <a:pt x="528" y="320"/>
                      <a:pt x="464" y="288"/>
                    </a:cubicBezTo>
                    <a:cubicBezTo>
                      <a:pt x="432" y="304"/>
                      <a:pt x="384" y="320"/>
                      <a:pt x="336" y="336"/>
                    </a:cubicBezTo>
                    <a:lnTo>
                      <a:pt x="336" y="272"/>
                    </a:lnTo>
                    <a:cubicBezTo>
                      <a:pt x="368" y="256"/>
                      <a:pt x="384" y="256"/>
                      <a:pt x="416" y="240"/>
                    </a:cubicBezTo>
                    <a:cubicBezTo>
                      <a:pt x="368" y="176"/>
                      <a:pt x="352" y="128"/>
                      <a:pt x="336" y="80"/>
                    </a:cubicBezTo>
                    <a:lnTo>
                      <a:pt x="128" y="80"/>
                    </a:lnTo>
                    <a:lnTo>
                      <a:pt x="128" y="128"/>
                    </a:lnTo>
                    <a:lnTo>
                      <a:pt x="320" y="128"/>
                    </a:lnTo>
                    <a:lnTo>
                      <a:pt x="320" y="304"/>
                    </a:lnTo>
                    <a:cubicBezTo>
                      <a:pt x="320" y="320"/>
                      <a:pt x="304" y="352"/>
                      <a:pt x="288" y="352"/>
                    </a:cubicBezTo>
                    <a:lnTo>
                      <a:pt x="160" y="352"/>
                    </a:lnTo>
                    <a:lnTo>
                      <a:pt x="160" y="304"/>
                    </a:lnTo>
                    <a:lnTo>
                      <a:pt x="224" y="304"/>
                    </a:lnTo>
                    <a:cubicBezTo>
                      <a:pt x="224" y="304"/>
                      <a:pt x="240" y="304"/>
                      <a:pt x="240" y="288"/>
                    </a:cubicBezTo>
                    <a:lnTo>
                      <a:pt x="240" y="160"/>
                    </a:lnTo>
                    <a:lnTo>
                      <a:pt x="128" y="160"/>
                    </a:lnTo>
                    <a:cubicBezTo>
                      <a:pt x="128" y="272"/>
                      <a:pt x="80" y="320"/>
                      <a:pt x="16" y="336"/>
                    </a:cubicBezTo>
                    <a:lnTo>
                      <a:pt x="16" y="256"/>
                    </a:lnTo>
                    <a:close/>
                  </a:path>
                </a:pathLst>
              </a:custGeom>
              <a:solidFill>
                <a:schemeClr val="bg1"/>
              </a:solidFill>
              <a:ln w="0">
                <a:noFill/>
                <a:prstDash val="solid"/>
                <a:round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 sz="110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44" name="文本框 43"/>
            <p:cNvSpPr txBox="1"/>
            <p:nvPr/>
          </p:nvSpPr>
          <p:spPr>
            <a:xfrm>
              <a:off x="669925" y="1616351"/>
              <a:ext cx="237607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100" dirty="0" smtClean="0">
                  <a:solidFill>
                    <a:schemeClr val="bg1"/>
                  </a:solidFill>
                </a:rPr>
                <a:t>科   技   创   新  </a:t>
              </a:r>
              <a:r>
                <a:rPr lang="zh-CN" altLang="en-US" sz="1100" baseline="0" dirty="0" smtClean="0">
                  <a:solidFill>
                    <a:schemeClr val="bg1"/>
                  </a:solidFill>
                </a:rPr>
                <a:t>    </a:t>
              </a:r>
              <a:r>
                <a:rPr lang="zh-CN" altLang="en-US" sz="1100" dirty="0" smtClean="0">
                  <a:solidFill>
                    <a:schemeClr val="bg1"/>
                  </a:solidFill>
                </a:rPr>
                <a:t> 文   化   护   航</a:t>
              </a:r>
              <a:endParaRPr lang="zh-CN" alt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矩形 29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35" name="矩形 34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669925" y="429471"/>
            <a:ext cx="8798400" cy="409039"/>
          </a:xfrm>
        </p:spPr>
        <p:txBody>
          <a:bodyPr anchor="ctr">
            <a:noAutofit/>
          </a:bodyPr>
          <a:lstStyle>
            <a:lvl1pPr>
              <a:defRPr sz="28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íṩļíḍé"/>
          <p:cNvSpPr/>
          <p:nvPr userDrawn="1"/>
        </p:nvSpPr>
        <p:spPr>
          <a:xfrm>
            <a:off x="0" y="1773679"/>
            <a:ext cx="12192000" cy="3310642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9601200" y="405735"/>
            <a:ext cx="1919288" cy="456511"/>
            <a:chOff x="7836774" y="258763"/>
            <a:chExt cx="4044824" cy="906292"/>
          </a:xfrm>
        </p:grpSpPr>
        <p:sp>
          <p:nvSpPr>
            <p:cNvPr id="13" name="Freeform 5"/>
            <p:cNvSpPr/>
            <p:nvPr/>
          </p:nvSpPr>
          <p:spPr bwMode="auto">
            <a:xfrm>
              <a:off x="8618539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4" name="Freeform 6"/>
            <p:cNvSpPr/>
            <p:nvPr/>
          </p:nvSpPr>
          <p:spPr bwMode="auto">
            <a:xfrm>
              <a:off x="7974014" y="271463"/>
              <a:ext cx="593724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5" name="Freeform 7"/>
            <p:cNvSpPr>
              <a:spLocks noEditPoints="1"/>
            </p:cNvSpPr>
            <p:nvPr/>
          </p:nvSpPr>
          <p:spPr bwMode="auto">
            <a:xfrm>
              <a:off x="9163052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6" name="Freeform 8"/>
            <p:cNvSpPr/>
            <p:nvPr/>
          </p:nvSpPr>
          <p:spPr bwMode="auto">
            <a:xfrm>
              <a:off x="9882189" y="282576"/>
              <a:ext cx="569912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10612439" y="258763"/>
              <a:ext cx="520701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11220452" y="258763"/>
              <a:ext cx="507999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7836774" y="706794"/>
              <a:ext cx="4044824" cy="4582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9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9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9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sp>
        <p:nvSpPr>
          <p:cNvPr id="20" name="矩形 19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组合 26"/>
          <p:cNvGrpSpPr/>
          <p:nvPr userDrawn="1"/>
        </p:nvGrpSpPr>
        <p:grpSpPr>
          <a:xfrm>
            <a:off x="9850599" y="6477561"/>
            <a:ext cx="1592887" cy="179461"/>
            <a:chOff x="7974013" y="258763"/>
            <a:chExt cx="3754438" cy="398463"/>
          </a:xfrm>
        </p:grpSpPr>
        <p:sp>
          <p:nvSpPr>
            <p:cNvPr id="28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29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0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1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2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  <p:sp>
          <p:nvSpPr>
            <p:cNvPr id="33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050"/>
            </a:p>
          </p:txBody>
        </p:sp>
      </p:grpSp>
      <p:sp>
        <p:nvSpPr>
          <p:cNvPr id="13" name="矩形 12"/>
          <p:cNvSpPr/>
          <p:nvPr userDrawn="1"/>
        </p:nvSpPr>
        <p:spPr>
          <a:xfrm>
            <a:off x="669925" y="6428792"/>
            <a:ext cx="1994457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Confidential © 2020 HSAE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669924" y="429471"/>
            <a:ext cx="10850563" cy="409039"/>
          </a:xfrm>
        </p:spPr>
        <p:txBody>
          <a:bodyPr anchor="ctr">
            <a:noAutofit/>
          </a:bodyPr>
          <a:lstStyle>
            <a:lvl1pPr>
              <a:defRPr sz="28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9" name="图片 11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3037350"/>
            <a:ext cx="7930836" cy="3820649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07126" y="2235084"/>
            <a:ext cx="4482645" cy="973538"/>
          </a:xfr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207126" y="3486125"/>
            <a:ext cx="4482645" cy="310871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公司或署名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207126" y="3801759"/>
            <a:ext cx="4482645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4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版权信息或网址</a:t>
            </a:r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7"/>
          <p:cNvSpPr/>
          <p:nvPr userDrawn="1"/>
        </p:nvSpPr>
        <p:spPr>
          <a:xfrm>
            <a:off x="9" y="-1"/>
            <a:ext cx="8279889" cy="409040"/>
          </a:xfrm>
          <a:custGeom>
            <a:avLst/>
            <a:gdLst/>
            <a:ahLst/>
            <a:cxnLst/>
            <a:rect l="l" t="t" r="r" b="b"/>
            <a:pathLst>
              <a:path w="6770939" h="409040">
                <a:moveTo>
                  <a:pt x="0" y="0"/>
                </a:moveTo>
                <a:lnTo>
                  <a:pt x="5760043" y="0"/>
                </a:lnTo>
                <a:lnTo>
                  <a:pt x="5768255" y="0"/>
                </a:lnTo>
                <a:lnTo>
                  <a:pt x="5868144" y="0"/>
                </a:lnTo>
                <a:lnTo>
                  <a:pt x="6359516" y="0"/>
                </a:lnTo>
                <a:lnTo>
                  <a:pt x="6770939" y="0"/>
                </a:lnTo>
                <a:lnTo>
                  <a:pt x="6615633" y="409039"/>
                </a:lnTo>
                <a:lnTo>
                  <a:pt x="6204210" y="409039"/>
                </a:lnTo>
                <a:lnTo>
                  <a:pt x="5868144" y="409039"/>
                </a:lnTo>
                <a:lnTo>
                  <a:pt x="5868144" y="409040"/>
                </a:lnTo>
                <a:lnTo>
                  <a:pt x="0" y="409040"/>
                </a:lnTo>
                <a:close/>
              </a:path>
            </a:pathLst>
          </a:custGeom>
          <a:solidFill>
            <a:schemeClr val="bg1">
              <a:lumMod val="75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6" name="矩形 7"/>
          <p:cNvSpPr/>
          <p:nvPr/>
        </p:nvSpPr>
        <p:spPr>
          <a:xfrm>
            <a:off x="8798409" y="-19"/>
            <a:ext cx="1543988" cy="409039"/>
          </a:xfrm>
          <a:custGeom>
            <a:avLst/>
            <a:gdLst/>
            <a:ahLst/>
            <a:cxnLst/>
            <a:rect l="l" t="t" r="r" b="b"/>
            <a:pathLst>
              <a:path w="4724750" h="1668933">
                <a:moveTo>
                  <a:pt x="633670" y="0"/>
                </a:moveTo>
                <a:lnTo>
                  <a:pt x="4724750" y="0"/>
                </a:lnTo>
                <a:lnTo>
                  <a:pt x="4091079" y="1668933"/>
                </a:lnTo>
                <a:lnTo>
                  <a:pt x="0" y="1668933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7" name="矩形 10"/>
          <p:cNvSpPr/>
          <p:nvPr/>
        </p:nvSpPr>
        <p:spPr>
          <a:xfrm>
            <a:off x="10183768" y="0"/>
            <a:ext cx="883376" cy="409040"/>
          </a:xfrm>
          <a:custGeom>
            <a:avLst/>
            <a:gdLst/>
            <a:ahLst/>
            <a:cxnLst/>
            <a:rect l="l" t="t" r="r" b="b"/>
            <a:pathLst>
              <a:path w="2703213" h="1668932">
                <a:moveTo>
                  <a:pt x="628357" y="0"/>
                </a:moveTo>
                <a:lnTo>
                  <a:pt x="2703213" y="0"/>
                </a:lnTo>
                <a:lnTo>
                  <a:pt x="2069543" y="1668932"/>
                </a:lnTo>
                <a:lnTo>
                  <a:pt x="0" y="1668932"/>
                </a:lnTo>
                <a:lnTo>
                  <a:pt x="0" y="1654938"/>
                </a:lnTo>
                <a:close/>
              </a:path>
            </a:pathLst>
          </a:custGeom>
          <a:blipFill dpi="0" rotWithShape="1"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8" name="矩形 7"/>
          <p:cNvSpPr/>
          <p:nvPr/>
        </p:nvSpPr>
        <p:spPr>
          <a:xfrm>
            <a:off x="10921656" y="2"/>
            <a:ext cx="1270344" cy="409039"/>
          </a:xfrm>
          <a:custGeom>
            <a:avLst/>
            <a:gdLst/>
            <a:ahLst/>
            <a:cxnLst/>
            <a:rect l="l" t="t" r="r" b="b"/>
            <a:pathLst>
              <a:path w="2843807" h="1220905">
                <a:moveTo>
                  <a:pt x="463561" y="0"/>
                </a:moveTo>
                <a:lnTo>
                  <a:pt x="2843807" y="0"/>
                </a:lnTo>
                <a:lnTo>
                  <a:pt x="2843807" y="1220905"/>
                </a:lnTo>
                <a:lnTo>
                  <a:pt x="0" y="1220905"/>
                </a:lnTo>
                <a:close/>
              </a:path>
            </a:pathLst>
          </a:custGeom>
          <a:solidFill>
            <a:srgbClr val="558ED5">
              <a:alpha val="6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1" name="矩形 7"/>
          <p:cNvSpPr/>
          <p:nvPr/>
        </p:nvSpPr>
        <p:spPr>
          <a:xfrm>
            <a:off x="5835270" y="-1"/>
            <a:ext cx="3123940" cy="409040"/>
          </a:xfrm>
          <a:custGeom>
            <a:avLst/>
            <a:gdLst/>
            <a:ahLst/>
            <a:cxnLst/>
            <a:rect l="l" t="t" r="r" b="b"/>
            <a:pathLst>
              <a:path w="2342955" h="409040">
                <a:moveTo>
                  <a:pt x="902795" y="0"/>
                </a:moveTo>
                <a:lnTo>
                  <a:pt x="1332059" y="0"/>
                </a:lnTo>
                <a:lnTo>
                  <a:pt x="1340271" y="0"/>
                </a:lnTo>
                <a:lnTo>
                  <a:pt x="1440160" y="0"/>
                </a:lnTo>
                <a:lnTo>
                  <a:pt x="1931532" y="0"/>
                </a:lnTo>
                <a:lnTo>
                  <a:pt x="2342955" y="0"/>
                </a:lnTo>
                <a:lnTo>
                  <a:pt x="2187649" y="409039"/>
                </a:lnTo>
                <a:lnTo>
                  <a:pt x="1776226" y="409039"/>
                </a:lnTo>
                <a:lnTo>
                  <a:pt x="1440160" y="409039"/>
                </a:lnTo>
                <a:lnTo>
                  <a:pt x="1440160" y="409040"/>
                </a:lnTo>
                <a:lnTo>
                  <a:pt x="0" y="409040"/>
                </a:lnTo>
                <a:lnTo>
                  <a:pt x="0" y="409039"/>
                </a:lnTo>
                <a:lnTo>
                  <a:pt x="336066" y="409039"/>
                </a:lnTo>
                <a:lnTo>
                  <a:pt x="747489" y="409039"/>
                </a:lnTo>
                <a:close/>
              </a:path>
            </a:pathLst>
          </a:custGeom>
          <a:solidFill>
            <a:srgbClr val="558ED5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22" name="矩形 21"/>
          <p:cNvSpPr/>
          <p:nvPr/>
        </p:nvSpPr>
        <p:spPr>
          <a:xfrm>
            <a:off x="0" y="6240463"/>
            <a:ext cx="9216000" cy="1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 dirty="0"/>
          </a:p>
        </p:txBody>
      </p:sp>
      <p:sp>
        <p:nvSpPr>
          <p:cNvPr id="23" name="矩形 22"/>
          <p:cNvSpPr/>
          <p:nvPr/>
        </p:nvSpPr>
        <p:spPr>
          <a:xfrm>
            <a:off x="9264352" y="6240463"/>
            <a:ext cx="2927648" cy="18000"/>
          </a:xfrm>
          <a:prstGeom prst="rect">
            <a:avLst/>
          </a:prstGeom>
          <a:solidFill>
            <a:srgbClr val="558ED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7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矩形 19"/>
          <p:cNvSpPr/>
          <p:nvPr userDrawn="1"/>
        </p:nvSpPr>
        <p:spPr>
          <a:xfrm>
            <a:off x="8748666" y="6344693"/>
            <a:ext cx="277182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algn="r"/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C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o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n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fid</a:t>
            </a:r>
            <a:r>
              <a:rPr lang="en-US" altLang="zh-CN" sz="1100" spc="-5" dirty="0" smtClean="0">
                <a:solidFill>
                  <a:srgbClr val="FF0000"/>
                </a:solidFill>
                <a:latin typeface="+mn-lt"/>
              </a:rPr>
              <a:t>e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nt</a:t>
            </a:r>
            <a:r>
              <a:rPr lang="en-US" altLang="zh-CN" sz="1100" spc="5" dirty="0" smtClean="0">
                <a:solidFill>
                  <a:srgbClr val="FF0000"/>
                </a:solidFill>
                <a:latin typeface="+mn-lt"/>
              </a:rPr>
              <a:t>i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al</a:t>
            </a:r>
            <a:r>
              <a:rPr lang="en-US" altLang="zh-CN" sz="1100" spc="-45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  <a:cs typeface="Arial" panose="020B0604020202020204"/>
              </a:rPr>
              <a:t>–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spc="-5" dirty="0" smtClean="0">
                <a:solidFill>
                  <a:srgbClr val="FF0000"/>
                </a:solidFill>
                <a:latin typeface="+mn-lt"/>
              </a:rPr>
              <a:t>HSAE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pro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p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erty</a:t>
            </a:r>
          </a:p>
          <a:p>
            <a:pPr marL="12700" algn="r"/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Diffusion</a:t>
            </a:r>
            <a:r>
              <a:rPr lang="en-US" altLang="zh-CN" sz="1100" spc="-2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or Copy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Forbidden</a:t>
            </a:r>
            <a:r>
              <a:rPr lang="en-US" altLang="zh-CN" sz="1100" spc="-10" dirty="0" smtClean="0">
                <a:solidFill>
                  <a:srgbClr val="FF0000"/>
                </a:solidFill>
                <a:latin typeface="+mn-lt"/>
              </a:rPr>
              <a:t> </a:t>
            </a:r>
            <a:r>
              <a:rPr lang="en-US" altLang="zh-CN" sz="1100" dirty="0" smtClean="0">
                <a:solidFill>
                  <a:srgbClr val="FF0000"/>
                </a:solidFill>
                <a:latin typeface="+mn-lt"/>
              </a:rPr>
              <a:t>©</a:t>
            </a:r>
            <a:endParaRPr lang="en-US" altLang="zh-CN" sz="1100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27" name="标题 1"/>
          <p:cNvSpPr>
            <a:spLocks noGrp="1"/>
          </p:cNvSpPr>
          <p:nvPr>
            <p:ph type="title"/>
          </p:nvPr>
        </p:nvSpPr>
        <p:spPr>
          <a:xfrm>
            <a:off x="9" y="2"/>
            <a:ext cx="8798400" cy="409039"/>
          </a:xfrm>
        </p:spPr>
        <p:txBody>
          <a:bodyPr anchor="ctr">
            <a:normAutofit/>
          </a:bodyPr>
          <a:lstStyle>
            <a:lvl1pPr>
              <a:defRPr sz="1800" b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8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83509" y="171829"/>
            <a:ext cx="7600499" cy="446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3280" y="1289162"/>
            <a:ext cx="10515600" cy="4351338"/>
          </a:xfrm>
          <a:prstGeom prst="rect">
            <a:avLst/>
          </a:prstGeom>
        </p:spPr>
        <p:txBody>
          <a:bodyPr/>
          <a:lstStyle>
            <a:lvl1pPr>
              <a:defRPr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cxnSp>
        <p:nvCxnSpPr>
          <p:cNvPr id="4" name="直接连接符 3"/>
          <p:cNvCxnSpPr/>
          <p:nvPr userDrawn="1"/>
        </p:nvCxnSpPr>
        <p:spPr>
          <a:xfrm>
            <a:off x="283508" y="821094"/>
            <a:ext cx="11635256" cy="0"/>
          </a:xfrm>
          <a:prstGeom prst="line">
            <a:avLst/>
          </a:prstGeom>
          <a:ln w="28575">
            <a:solidFill>
              <a:srgbClr val="019E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 userDrawn="1"/>
        </p:nvSpPr>
        <p:spPr>
          <a:xfrm>
            <a:off x="119096" y="6527403"/>
            <a:ext cx="1959761" cy="2826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rgbClr val="284753"/>
                </a:solidFill>
              </a:rPr>
              <a:t>Mar 2019 © HSAE Group</a:t>
            </a:r>
            <a:endParaRPr lang="de-DE" altLang="de-DE" sz="1200" dirty="0">
              <a:solidFill>
                <a:srgbClr val="284753"/>
              </a:solidFill>
            </a:endParaRPr>
          </a:p>
        </p:txBody>
      </p:sp>
      <p:grpSp>
        <p:nvGrpSpPr>
          <p:cNvPr id="22" name="组合 21"/>
          <p:cNvGrpSpPr/>
          <p:nvPr userDrawn="1"/>
        </p:nvGrpSpPr>
        <p:grpSpPr>
          <a:xfrm>
            <a:off x="9699480" y="150721"/>
            <a:ext cx="2354204" cy="737799"/>
            <a:chOff x="7836589" y="258763"/>
            <a:chExt cx="4197380" cy="1239168"/>
          </a:xfrm>
        </p:grpSpPr>
        <p:sp>
          <p:nvSpPr>
            <p:cNvPr id="23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8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29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8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9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40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836589" y="706793"/>
              <a:ext cx="4197380" cy="791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2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1200" baseline="0" dirty="0" smtClean="0">
                  <a:solidFill>
                    <a:schemeClr val="bg1">
                      <a:lumMod val="50000"/>
                    </a:schemeClr>
                  </a:solidFill>
                </a:rPr>
                <a:t>  </a:t>
              </a:r>
              <a:r>
                <a:rPr lang="zh-CN" altLang="en-US" sz="1200" dirty="0" smtClean="0">
                  <a:solidFill>
                    <a:schemeClr val="bg1">
                      <a:lumMod val="50000"/>
                    </a:schemeClr>
                  </a:solidFill>
                </a:rPr>
                <a:t>   文   化   护   航</a:t>
              </a:r>
              <a:endParaRPr lang="zh-CN" altLang="en-US" sz="12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/>
      </p:par>
    </p:tnLst>
  </p:timing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4"/>
          <p:cNvGrpSpPr>
            <a:grpSpLocks noChangeAspect="1"/>
          </p:cNvGrpSpPr>
          <p:nvPr userDrawn="1"/>
        </p:nvGrpSpPr>
        <p:grpSpPr bwMode="auto">
          <a:xfrm>
            <a:off x="11080457" y="93035"/>
            <a:ext cx="1137014" cy="346867"/>
            <a:chOff x="4495" y="46"/>
            <a:chExt cx="1652" cy="496"/>
          </a:xfrm>
        </p:grpSpPr>
        <p:sp>
          <p:nvSpPr>
            <p:cNvPr id="13" name="AutoShape 3"/>
            <p:cNvSpPr>
              <a:spLocks noChangeAspect="1" noChangeArrowheads="1" noTextEdit="1"/>
            </p:cNvSpPr>
            <p:nvPr/>
          </p:nvSpPr>
          <p:spPr bwMode="auto">
            <a:xfrm>
              <a:off x="4495" y="46"/>
              <a:ext cx="1652" cy="4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14" name="Freeform 5"/>
            <p:cNvSpPr/>
            <p:nvPr/>
          </p:nvSpPr>
          <p:spPr bwMode="auto">
            <a:xfrm>
              <a:off x="4917" y="83"/>
              <a:ext cx="343" cy="236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4" name="Freeform 6"/>
            <p:cNvSpPr/>
            <p:nvPr/>
          </p:nvSpPr>
          <p:spPr bwMode="auto">
            <a:xfrm>
              <a:off x="4511" y="76"/>
              <a:ext cx="374" cy="236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5" name="Freeform 7"/>
            <p:cNvSpPr>
              <a:spLocks noEditPoints="1"/>
            </p:cNvSpPr>
            <p:nvPr/>
          </p:nvSpPr>
          <p:spPr bwMode="auto">
            <a:xfrm>
              <a:off x="5260" y="83"/>
              <a:ext cx="437" cy="236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  <p:sp>
          <p:nvSpPr>
            <p:cNvPr id="26" name="Freeform 8"/>
            <p:cNvSpPr/>
            <p:nvPr/>
          </p:nvSpPr>
          <p:spPr bwMode="auto">
            <a:xfrm>
              <a:off x="5713" y="83"/>
              <a:ext cx="359" cy="229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2400"/>
            </a:p>
          </p:txBody>
        </p:sp>
      </p:grpSp>
      <p:sp>
        <p:nvSpPr>
          <p:cNvPr id="20" name="标题 1"/>
          <p:cNvSpPr>
            <a:spLocks noGrp="1"/>
          </p:cNvSpPr>
          <p:nvPr>
            <p:ph type="title"/>
          </p:nvPr>
        </p:nvSpPr>
        <p:spPr>
          <a:xfrm>
            <a:off x="283508" y="171828"/>
            <a:ext cx="7600499" cy="446725"/>
          </a:xfrm>
        </p:spPr>
        <p:txBody>
          <a:bodyPr>
            <a:normAutofit/>
          </a:bodyPr>
          <a:lstStyle>
            <a:lvl1pPr>
              <a:defRPr sz="280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27" name="内容占位符 2"/>
          <p:cNvSpPr>
            <a:spLocks noGrp="1"/>
          </p:cNvSpPr>
          <p:nvPr>
            <p:ph idx="1"/>
          </p:nvPr>
        </p:nvSpPr>
        <p:spPr>
          <a:xfrm>
            <a:off x="833280" y="1289162"/>
            <a:ext cx="10515600" cy="4351338"/>
          </a:xfrm>
        </p:spPr>
        <p:txBody>
          <a:bodyPr/>
          <a:lstStyle>
            <a:lvl1pPr>
              <a:defRPr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2pPr>
            <a:lvl3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3pPr>
            <a:lvl4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4pPr>
            <a:lvl5pPr>
              <a:defRPr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grpSp>
        <p:nvGrpSpPr>
          <p:cNvPr id="30" name="组合 29"/>
          <p:cNvGrpSpPr/>
          <p:nvPr userDrawn="1"/>
        </p:nvGrpSpPr>
        <p:grpSpPr>
          <a:xfrm>
            <a:off x="9699584" y="150720"/>
            <a:ext cx="2268639" cy="528367"/>
            <a:chOff x="7836774" y="258763"/>
            <a:chExt cx="4044824" cy="887417"/>
          </a:xfrm>
        </p:grpSpPr>
        <p:sp>
          <p:nvSpPr>
            <p:cNvPr id="31" name="Freeform 5"/>
            <p:cNvSpPr/>
            <p:nvPr/>
          </p:nvSpPr>
          <p:spPr bwMode="auto">
            <a:xfrm>
              <a:off x="8618538" y="282576"/>
              <a:ext cx="544513" cy="374650"/>
            </a:xfrm>
            <a:custGeom>
              <a:avLst/>
              <a:gdLst>
                <a:gd name="T0" fmla="*/ 0 w 704"/>
                <a:gd name="T1" fmla="*/ 416 h 528"/>
                <a:gd name="T2" fmla="*/ 432 w 704"/>
                <a:gd name="T3" fmla="*/ 416 h 528"/>
                <a:gd name="T4" fmla="*/ 480 w 704"/>
                <a:gd name="T5" fmla="*/ 384 h 528"/>
                <a:gd name="T6" fmla="*/ 480 w 704"/>
                <a:gd name="T7" fmla="*/ 352 h 528"/>
                <a:gd name="T8" fmla="*/ 432 w 704"/>
                <a:gd name="T9" fmla="*/ 320 h 528"/>
                <a:gd name="T10" fmla="*/ 160 w 704"/>
                <a:gd name="T11" fmla="*/ 256 h 528"/>
                <a:gd name="T12" fmla="*/ 0 w 704"/>
                <a:gd name="T13" fmla="*/ 144 h 528"/>
                <a:gd name="T14" fmla="*/ 0 w 704"/>
                <a:gd name="T15" fmla="*/ 64 h 528"/>
                <a:gd name="T16" fmla="*/ 80 w 704"/>
                <a:gd name="T17" fmla="*/ 0 h 528"/>
                <a:gd name="T18" fmla="*/ 704 w 704"/>
                <a:gd name="T19" fmla="*/ 0 h 528"/>
                <a:gd name="T20" fmla="*/ 704 w 704"/>
                <a:gd name="T21" fmla="*/ 96 h 528"/>
                <a:gd name="T22" fmla="*/ 224 w 704"/>
                <a:gd name="T23" fmla="*/ 96 h 528"/>
                <a:gd name="T24" fmla="*/ 224 w 704"/>
                <a:gd name="T25" fmla="*/ 160 h 528"/>
                <a:gd name="T26" fmla="*/ 272 w 704"/>
                <a:gd name="T27" fmla="*/ 192 h 528"/>
                <a:gd name="T28" fmla="*/ 608 w 704"/>
                <a:gd name="T29" fmla="*/ 256 h 528"/>
                <a:gd name="T30" fmla="*/ 704 w 704"/>
                <a:gd name="T31" fmla="*/ 336 h 528"/>
                <a:gd name="T32" fmla="*/ 704 w 704"/>
                <a:gd name="T33" fmla="*/ 432 h 528"/>
                <a:gd name="T34" fmla="*/ 624 w 704"/>
                <a:gd name="T35" fmla="*/ 528 h 528"/>
                <a:gd name="T36" fmla="*/ 0 w 704"/>
                <a:gd name="T37" fmla="*/ 528 h 528"/>
                <a:gd name="T38" fmla="*/ 0 w 704"/>
                <a:gd name="T39" fmla="*/ 416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04" h="528">
                  <a:moveTo>
                    <a:pt x="0" y="416"/>
                  </a:moveTo>
                  <a:lnTo>
                    <a:pt x="432" y="416"/>
                  </a:lnTo>
                  <a:cubicBezTo>
                    <a:pt x="464" y="416"/>
                    <a:pt x="480" y="416"/>
                    <a:pt x="480" y="384"/>
                  </a:cubicBezTo>
                  <a:lnTo>
                    <a:pt x="480" y="352"/>
                  </a:lnTo>
                  <a:cubicBezTo>
                    <a:pt x="480" y="336"/>
                    <a:pt x="448" y="320"/>
                    <a:pt x="432" y="320"/>
                  </a:cubicBezTo>
                  <a:lnTo>
                    <a:pt x="160" y="256"/>
                  </a:lnTo>
                  <a:cubicBezTo>
                    <a:pt x="64" y="240"/>
                    <a:pt x="16" y="208"/>
                    <a:pt x="0" y="144"/>
                  </a:cubicBezTo>
                  <a:lnTo>
                    <a:pt x="0" y="64"/>
                  </a:lnTo>
                  <a:cubicBezTo>
                    <a:pt x="0" y="32"/>
                    <a:pt x="32" y="0"/>
                    <a:pt x="80" y="0"/>
                  </a:cubicBezTo>
                  <a:lnTo>
                    <a:pt x="704" y="0"/>
                  </a:lnTo>
                  <a:lnTo>
                    <a:pt x="704" y="96"/>
                  </a:lnTo>
                  <a:lnTo>
                    <a:pt x="224" y="96"/>
                  </a:lnTo>
                  <a:lnTo>
                    <a:pt x="224" y="160"/>
                  </a:lnTo>
                  <a:cubicBezTo>
                    <a:pt x="224" y="176"/>
                    <a:pt x="256" y="176"/>
                    <a:pt x="272" y="192"/>
                  </a:cubicBezTo>
                  <a:lnTo>
                    <a:pt x="608" y="256"/>
                  </a:lnTo>
                  <a:cubicBezTo>
                    <a:pt x="656" y="272"/>
                    <a:pt x="704" y="288"/>
                    <a:pt x="704" y="336"/>
                  </a:cubicBezTo>
                  <a:lnTo>
                    <a:pt x="704" y="432"/>
                  </a:lnTo>
                  <a:cubicBezTo>
                    <a:pt x="704" y="480"/>
                    <a:pt x="672" y="528"/>
                    <a:pt x="624" y="528"/>
                  </a:cubicBezTo>
                  <a:lnTo>
                    <a:pt x="0" y="528"/>
                  </a:lnTo>
                  <a:lnTo>
                    <a:pt x="0" y="416"/>
                  </a:ln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2" name="Freeform 6"/>
            <p:cNvSpPr/>
            <p:nvPr/>
          </p:nvSpPr>
          <p:spPr bwMode="auto">
            <a:xfrm>
              <a:off x="7974013" y="271463"/>
              <a:ext cx="593725" cy="374650"/>
            </a:xfrm>
            <a:custGeom>
              <a:avLst/>
              <a:gdLst>
                <a:gd name="T0" fmla="*/ 93 w 374"/>
                <a:gd name="T1" fmla="*/ 93 h 236"/>
                <a:gd name="T2" fmla="*/ 281 w 374"/>
                <a:gd name="T3" fmla="*/ 93 h 236"/>
                <a:gd name="T4" fmla="*/ 281 w 374"/>
                <a:gd name="T5" fmla="*/ 0 h 236"/>
                <a:gd name="T6" fmla="*/ 374 w 374"/>
                <a:gd name="T7" fmla="*/ 0 h 236"/>
                <a:gd name="T8" fmla="*/ 374 w 374"/>
                <a:gd name="T9" fmla="*/ 236 h 236"/>
                <a:gd name="T10" fmla="*/ 281 w 374"/>
                <a:gd name="T11" fmla="*/ 236 h 236"/>
                <a:gd name="T12" fmla="*/ 281 w 374"/>
                <a:gd name="T13" fmla="*/ 136 h 236"/>
                <a:gd name="T14" fmla="*/ 93 w 374"/>
                <a:gd name="T15" fmla="*/ 136 h 236"/>
                <a:gd name="T16" fmla="*/ 93 w 374"/>
                <a:gd name="T17" fmla="*/ 236 h 236"/>
                <a:gd name="T18" fmla="*/ 0 w 374"/>
                <a:gd name="T19" fmla="*/ 236 h 236"/>
                <a:gd name="T20" fmla="*/ 0 w 374"/>
                <a:gd name="T21" fmla="*/ 0 h 236"/>
                <a:gd name="T22" fmla="*/ 93 w 374"/>
                <a:gd name="T23" fmla="*/ 0 h 236"/>
                <a:gd name="T24" fmla="*/ 93 w 374"/>
                <a:gd name="T25" fmla="*/ 93 h 2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74" h="236">
                  <a:moveTo>
                    <a:pt x="93" y="93"/>
                  </a:moveTo>
                  <a:lnTo>
                    <a:pt x="281" y="93"/>
                  </a:lnTo>
                  <a:lnTo>
                    <a:pt x="281" y="0"/>
                  </a:lnTo>
                  <a:lnTo>
                    <a:pt x="374" y="0"/>
                  </a:lnTo>
                  <a:lnTo>
                    <a:pt x="374" y="236"/>
                  </a:lnTo>
                  <a:lnTo>
                    <a:pt x="281" y="236"/>
                  </a:lnTo>
                  <a:lnTo>
                    <a:pt x="281" y="136"/>
                  </a:lnTo>
                  <a:lnTo>
                    <a:pt x="93" y="136"/>
                  </a:lnTo>
                  <a:lnTo>
                    <a:pt x="93" y="236"/>
                  </a:lnTo>
                  <a:lnTo>
                    <a:pt x="0" y="236"/>
                  </a:lnTo>
                  <a:lnTo>
                    <a:pt x="0" y="0"/>
                  </a:lnTo>
                  <a:lnTo>
                    <a:pt x="93" y="0"/>
                  </a:lnTo>
                  <a:lnTo>
                    <a:pt x="93" y="93"/>
                  </a:lnTo>
                  <a:close/>
                </a:path>
              </a:pathLst>
            </a:custGeom>
            <a:solidFill>
              <a:srgbClr val="0070C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3" name="Freeform 7"/>
            <p:cNvSpPr>
              <a:spLocks noEditPoints="1"/>
            </p:cNvSpPr>
            <p:nvPr/>
          </p:nvSpPr>
          <p:spPr bwMode="auto">
            <a:xfrm>
              <a:off x="9163051" y="282576"/>
              <a:ext cx="693738" cy="374650"/>
            </a:xfrm>
            <a:custGeom>
              <a:avLst/>
              <a:gdLst>
                <a:gd name="T0" fmla="*/ 16 w 896"/>
                <a:gd name="T1" fmla="*/ 512 h 528"/>
                <a:gd name="T2" fmla="*/ 144 w 896"/>
                <a:gd name="T3" fmla="*/ 304 h 528"/>
                <a:gd name="T4" fmla="*/ 0 w 896"/>
                <a:gd name="T5" fmla="*/ 240 h 528"/>
                <a:gd name="T6" fmla="*/ 160 w 896"/>
                <a:gd name="T7" fmla="*/ 288 h 528"/>
                <a:gd name="T8" fmla="*/ 288 w 896"/>
                <a:gd name="T9" fmla="*/ 32 h 528"/>
                <a:gd name="T10" fmla="*/ 352 w 896"/>
                <a:gd name="T11" fmla="*/ 0 h 528"/>
                <a:gd name="T12" fmla="*/ 544 w 896"/>
                <a:gd name="T13" fmla="*/ 0 h 528"/>
                <a:gd name="T14" fmla="*/ 592 w 896"/>
                <a:gd name="T15" fmla="*/ 32 h 528"/>
                <a:gd name="T16" fmla="*/ 720 w 896"/>
                <a:gd name="T17" fmla="*/ 256 h 528"/>
                <a:gd name="T18" fmla="*/ 832 w 896"/>
                <a:gd name="T19" fmla="*/ 208 h 528"/>
                <a:gd name="T20" fmla="*/ 896 w 896"/>
                <a:gd name="T21" fmla="*/ 320 h 528"/>
                <a:gd name="T22" fmla="*/ 336 w 896"/>
                <a:gd name="T23" fmla="*/ 368 h 528"/>
                <a:gd name="T24" fmla="*/ 240 w 896"/>
                <a:gd name="T25" fmla="*/ 528 h 528"/>
                <a:gd name="T26" fmla="*/ 16 w 896"/>
                <a:gd name="T27" fmla="*/ 512 h 528"/>
                <a:gd name="T28" fmla="*/ 576 w 896"/>
                <a:gd name="T29" fmla="*/ 384 h 528"/>
                <a:gd name="T30" fmla="*/ 656 w 896"/>
                <a:gd name="T31" fmla="*/ 512 h 528"/>
                <a:gd name="T32" fmla="*/ 880 w 896"/>
                <a:gd name="T33" fmla="*/ 512 h 528"/>
                <a:gd name="T34" fmla="*/ 784 w 896"/>
                <a:gd name="T35" fmla="*/ 368 h 528"/>
                <a:gd name="T36" fmla="*/ 576 w 896"/>
                <a:gd name="T37" fmla="*/ 384 h 528"/>
                <a:gd name="T38" fmla="*/ 368 w 896"/>
                <a:gd name="T39" fmla="*/ 304 h 528"/>
                <a:gd name="T40" fmla="*/ 448 w 896"/>
                <a:gd name="T41" fmla="*/ 160 h 528"/>
                <a:gd name="T42" fmla="*/ 528 w 896"/>
                <a:gd name="T43" fmla="*/ 288 h 528"/>
                <a:gd name="T44" fmla="*/ 368 w 896"/>
                <a:gd name="T45" fmla="*/ 304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96" h="528">
                  <a:moveTo>
                    <a:pt x="16" y="512"/>
                  </a:moveTo>
                  <a:lnTo>
                    <a:pt x="144" y="304"/>
                  </a:lnTo>
                  <a:cubicBezTo>
                    <a:pt x="80" y="288"/>
                    <a:pt x="48" y="272"/>
                    <a:pt x="0" y="240"/>
                  </a:cubicBezTo>
                  <a:cubicBezTo>
                    <a:pt x="48" y="256"/>
                    <a:pt x="96" y="272"/>
                    <a:pt x="160" y="288"/>
                  </a:cubicBezTo>
                  <a:lnTo>
                    <a:pt x="288" y="32"/>
                  </a:lnTo>
                  <a:cubicBezTo>
                    <a:pt x="304" y="16"/>
                    <a:pt x="336" y="0"/>
                    <a:pt x="352" y="0"/>
                  </a:cubicBezTo>
                  <a:lnTo>
                    <a:pt x="544" y="0"/>
                  </a:lnTo>
                  <a:cubicBezTo>
                    <a:pt x="560" y="0"/>
                    <a:pt x="576" y="16"/>
                    <a:pt x="592" y="32"/>
                  </a:cubicBezTo>
                  <a:lnTo>
                    <a:pt x="720" y="256"/>
                  </a:lnTo>
                  <a:lnTo>
                    <a:pt x="832" y="208"/>
                  </a:lnTo>
                  <a:lnTo>
                    <a:pt x="896" y="320"/>
                  </a:lnTo>
                  <a:cubicBezTo>
                    <a:pt x="720" y="368"/>
                    <a:pt x="544" y="384"/>
                    <a:pt x="336" y="368"/>
                  </a:cubicBezTo>
                  <a:lnTo>
                    <a:pt x="240" y="528"/>
                  </a:lnTo>
                  <a:lnTo>
                    <a:pt x="16" y="512"/>
                  </a:lnTo>
                  <a:close/>
                  <a:moveTo>
                    <a:pt x="576" y="384"/>
                  </a:moveTo>
                  <a:lnTo>
                    <a:pt x="656" y="512"/>
                  </a:lnTo>
                  <a:lnTo>
                    <a:pt x="880" y="512"/>
                  </a:lnTo>
                  <a:lnTo>
                    <a:pt x="784" y="368"/>
                  </a:lnTo>
                  <a:cubicBezTo>
                    <a:pt x="720" y="368"/>
                    <a:pt x="656" y="384"/>
                    <a:pt x="576" y="384"/>
                  </a:cubicBezTo>
                  <a:close/>
                  <a:moveTo>
                    <a:pt x="368" y="304"/>
                  </a:moveTo>
                  <a:lnTo>
                    <a:pt x="448" y="160"/>
                  </a:lnTo>
                  <a:lnTo>
                    <a:pt x="528" y="288"/>
                  </a:lnTo>
                  <a:cubicBezTo>
                    <a:pt x="464" y="304"/>
                    <a:pt x="416" y="304"/>
                    <a:pt x="368" y="304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4" name="Freeform 8"/>
            <p:cNvSpPr/>
            <p:nvPr/>
          </p:nvSpPr>
          <p:spPr bwMode="auto">
            <a:xfrm>
              <a:off x="9882188" y="282576"/>
              <a:ext cx="569913" cy="363538"/>
            </a:xfrm>
            <a:custGeom>
              <a:avLst/>
              <a:gdLst>
                <a:gd name="T0" fmla="*/ 0 w 736"/>
                <a:gd name="T1" fmla="*/ 480 h 512"/>
                <a:gd name="T2" fmla="*/ 0 w 736"/>
                <a:gd name="T3" fmla="*/ 32 h 512"/>
                <a:gd name="T4" fmla="*/ 48 w 736"/>
                <a:gd name="T5" fmla="*/ 0 h 512"/>
                <a:gd name="T6" fmla="*/ 736 w 736"/>
                <a:gd name="T7" fmla="*/ 0 h 512"/>
                <a:gd name="T8" fmla="*/ 736 w 736"/>
                <a:gd name="T9" fmla="*/ 96 h 512"/>
                <a:gd name="T10" fmla="*/ 208 w 736"/>
                <a:gd name="T11" fmla="*/ 96 h 512"/>
                <a:gd name="T12" fmla="*/ 208 w 736"/>
                <a:gd name="T13" fmla="*/ 192 h 512"/>
                <a:gd name="T14" fmla="*/ 448 w 736"/>
                <a:gd name="T15" fmla="*/ 192 h 512"/>
                <a:gd name="T16" fmla="*/ 448 w 736"/>
                <a:gd name="T17" fmla="*/ 288 h 512"/>
                <a:gd name="T18" fmla="*/ 208 w 736"/>
                <a:gd name="T19" fmla="*/ 288 h 512"/>
                <a:gd name="T20" fmla="*/ 208 w 736"/>
                <a:gd name="T21" fmla="*/ 416 h 512"/>
                <a:gd name="T22" fmla="*/ 736 w 736"/>
                <a:gd name="T23" fmla="*/ 416 h 512"/>
                <a:gd name="T24" fmla="*/ 736 w 736"/>
                <a:gd name="T25" fmla="*/ 512 h 512"/>
                <a:gd name="T26" fmla="*/ 32 w 736"/>
                <a:gd name="T27" fmla="*/ 512 h 512"/>
                <a:gd name="T28" fmla="*/ 0 w 736"/>
                <a:gd name="T29" fmla="*/ 48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736" h="512">
                  <a:moveTo>
                    <a:pt x="0" y="480"/>
                  </a:moveTo>
                  <a:lnTo>
                    <a:pt x="0" y="32"/>
                  </a:lnTo>
                  <a:cubicBezTo>
                    <a:pt x="0" y="16"/>
                    <a:pt x="16" y="0"/>
                    <a:pt x="48" y="0"/>
                  </a:cubicBezTo>
                  <a:lnTo>
                    <a:pt x="736" y="0"/>
                  </a:lnTo>
                  <a:lnTo>
                    <a:pt x="736" y="96"/>
                  </a:lnTo>
                  <a:lnTo>
                    <a:pt x="208" y="96"/>
                  </a:lnTo>
                  <a:lnTo>
                    <a:pt x="208" y="192"/>
                  </a:lnTo>
                  <a:lnTo>
                    <a:pt x="448" y="192"/>
                  </a:lnTo>
                  <a:lnTo>
                    <a:pt x="448" y="288"/>
                  </a:lnTo>
                  <a:lnTo>
                    <a:pt x="208" y="288"/>
                  </a:lnTo>
                  <a:lnTo>
                    <a:pt x="208" y="416"/>
                  </a:lnTo>
                  <a:lnTo>
                    <a:pt x="736" y="416"/>
                  </a:lnTo>
                  <a:lnTo>
                    <a:pt x="736" y="512"/>
                  </a:lnTo>
                  <a:lnTo>
                    <a:pt x="32" y="512"/>
                  </a:lnTo>
                  <a:cubicBezTo>
                    <a:pt x="16" y="512"/>
                    <a:pt x="0" y="496"/>
                    <a:pt x="0" y="480"/>
                  </a:cubicBezTo>
                  <a:close/>
                </a:path>
              </a:pathLst>
            </a:custGeom>
            <a:solidFill>
              <a:srgbClr val="0070C0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5" name="Freeform 9"/>
            <p:cNvSpPr>
              <a:spLocks noEditPoints="1"/>
            </p:cNvSpPr>
            <p:nvPr/>
          </p:nvSpPr>
          <p:spPr bwMode="auto">
            <a:xfrm>
              <a:off x="10612438" y="258763"/>
              <a:ext cx="520700" cy="398463"/>
            </a:xfrm>
            <a:custGeom>
              <a:avLst/>
              <a:gdLst>
                <a:gd name="T0" fmla="*/ 128 w 672"/>
                <a:gd name="T1" fmla="*/ 256 h 560"/>
                <a:gd name="T2" fmla="*/ 128 w 672"/>
                <a:gd name="T3" fmla="*/ 128 h 560"/>
                <a:gd name="T4" fmla="*/ 160 w 672"/>
                <a:gd name="T5" fmla="*/ 224 h 560"/>
                <a:gd name="T6" fmla="*/ 240 w 672"/>
                <a:gd name="T7" fmla="*/ 224 h 560"/>
                <a:gd name="T8" fmla="*/ 208 w 672"/>
                <a:gd name="T9" fmla="*/ 128 h 560"/>
                <a:gd name="T10" fmla="*/ 128 w 672"/>
                <a:gd name="T11" fmla="*/ 128 h 560"/>
                <a:gd name="T12" fmla="*/ 128 w 672"/>
                <a:gd name="T13" fmla="*/ 80 h 560"/>
                <a:gd name="T14" fmla="*/ 240 w 672"/>
                <a:gd name="T15" fmla="*/ 80 h 560"/>
                <a:gd name="T16" fmla="*/ 240 w 672"/>
                <a:gd name="T17" fmla="*/ 256 h 560"/>
                <a:gd name="T18" fmla="*/ 128 w 672"/>
                <a:gd name="T19" fmla="*/ 256 h 560"/>
                <a:gd name="T20" fmla="*/ 144 w 672"/>
                <a:gd name="T21" fmla="*/ 320 h 560"/>
                <a:gd name="T22" fmla="*/ 160 w 672"/>
                <a:gd name="T23" fmla="*/ 432 h 560"/>
                <a:gd name="T24" fmla="*/ 240 w 672"/>
                <a:gd name="T25" fmla="*/ 432 h 560"/>
                <a:gd name="T26" fmla="*/ 208 w 672"/>
                <a:gd name="T27" fmla="*/ 320 h 560"/>
                <a:gd name="T28" fmla="*/ 144 w 672"/>
                <a:gd name="T29" fmla="*/ 320 h 560"/>
                <a:gd name="T30" fmla="*/ 448 w 672"/>
                <a:gd name="T31" fmla="*/ 48 h 560"/>
                <a:gd name="T32" fmla="*/ 416 w 672"/>
                <a:gd name="T33" fmla="*/ 0 h 560"/>
                <a:gd name="T34" fmla="*/ 512 w 672"/>
                <a:gd name="T35" fmla="*/ 0 h 560"/>
                <a:gd name="T36" fmla="*/ 544 w 672"/>
                <a:gd name="T37" fmla="*/ 48 h 560"/>
                <a:gd name="T38" fmla="*/ 672 w 672"/>
                <a:gd name="T39" fmla="*/ 48 h 560"/>
                <a:gd name="T40" fmla="*/ 672 w 672"/>
                <a:gd name="T41" fmla="*/ 96 h 560"/>
                <a:gd name="T42" fmla="*/ 336 w 672"/>
                <a:gd name="T43" fmla="*/ 96 h 560"/>
                <a:gd name="T44" fmla="*/ 336 w 672"/>
                <a:gd name="T45" fmla="*/ 48 h 560"/>
                <a:gd name="T46" fmla="*/ 448 w 672"/>
                <a:gd name="T47" fmla="*/ 48 h 560"/>
                <a:gd name="T48" fmla="*/ 368 w 672"/>
                <a:gd name="T49" fmla="*/ 144 h 560"/>
                <a:gd name="T50" fmla="*/ 608 w 672"/>
                <a:gd name="T51" fmla="*/ 144 h 560"/>
                <a:gd name="T52" fmla="*/ 608 w 672"/>
                <a:gd name="T53" fmla="*/ 512 h 560"/>
                <a:gd name="T54" fmla="*/ 672 w 672"/>
                <a:gd name="T55" fmla="*/ 512 h 560"/>
                <a:gd name="T56" fmla="*/ 672 w 672"/>
                <a:gd name="T57" fmla="*/ 544 h 560"/>
                <a:gd name="T58" fmla="*/ 560 w 672"/>
                <a:gd name="T59" fmla="*/ 544 h 560"/>
                <a:gd name="T60" fmla="*/ 528 w 672"/>
                <a:gd name="T61" fmla="*/ 512 h 560"/>
                <a:gd name="T62" fmla="*/ 528 w 672"/>
                <a:gd name="T63" fmla="*/ 192 h 560"/>
                <a:gd name="T64" fmla="*/ 464 w 672"/>
                <a:gd name="T65" fmla="*/ 192 h 560"/>
                <a:gd name="T66" fmla="*/ 464 w 672"/>
                <a:gd name="T67" fmla="*/ 384 h 560"/>
                <a:gd name="T68" fmla="*/ 336 w 672"/>
                <a:gd name="T69" fmla="*/ 544 h 560"/>
                <a:gd name="T70" fmla="*/ 336 w 672"/>
                <a:gd name="T71" fmla="*/ 480 h 560"/>
                <a:gd name="T72" fmla="*/ 368 w 672"/>
                <a:gd name="T73" fmla="*/ 400 h 560"/>
                <a:gd name="T74" fmla="*/ 368 w 672"/>
                <a:gd name="T75" fmla="*/ 144 h 560"/>
                <a:gd name="T76" fmla="*/ 128 w 672"/>
                <a:gd name="T77" fmla="*/ 48 h 560"/>
                <a:gd name="T78" fmla="*/ 160 w 672"/>
                <a:gd name="T79" fmla="*/ 0 h 560"/>
                <a:gd name="T80" fmla="*/ 256 w 672"/>
                <a:gd name="T81" fmla="*/ 0 h 560"/>
                <a:gd name="T82" fmla="*/ 224 w 672"/>
                <a:gd name="T83" fmla="*/ 48 h 560"/>
                <a:gd name="T84" fmla="*/ 320 w 672"/>
                <a:gd name="T85" fmla="*/ 48 h 560"/>
                <a:gd name="T86" fmla="*/ 320 w 672"/>
                <a:gd name="T87" fmla="*/ 528 h 560"/>
                <a:gd name="T88" fmla="*/ 304 w 672"/>
                <a:gd name="T89" fmla="*/ 560 h 560"/>
                <a:gd name="T90" fmla="*/ 176 w 672"/>
                <a:gd name="T91" fmla="*/ 560 h 560"/>
                <a:gd name="T92" fmla="*/ 176 w 672"/>
                <a:gd name="T93" fmla="*/ 512 h 560"/>
                <a:gd name="T94" fmla="*/ 240 w 672"/>
                <a:gd name="T95" fmla="*/ 512 h 560"/>
                <a:gd name="T96" fmla="*/ 240 w 672"/>
                <a:gd name="T97" fmla="*/ 288 h 560"/>
                <a:gd name="T98" fmla="*/ 128 w 672"/>
                <a:gd name="T99" fmla="*/ 288 h 560"/>
                <a:gd name="T100" fmla="*/ 80 w 672"/>
                <a:gd name="T101" fmla="*/ 544 h 560"/>
                <a:gd name="T102" fmla="*/ 0 w 672"/>
                <a:gd name="T103" fmla="*/ 544 h 560"/>
                <a:gd name="T104" fmla="*/ 48 w 672"/>
                <a:gd name="T105" fmla="*/ 304 h 560"/>
                <a:gd name="T106" fmla="*/ 0 w 672"/>
                <a:gd name="T107" fmla="*/ 304 h 560"/>
                <a:gd name="T108" fmla="*/ 0 w 672"/>
                <a:gd name="T109" fmla="*/ 256 h 560"/>
                <a:gd name="T110" fmla="*/ 48 w 672"/>
                <a:gd name="T111" fmla="*/ 256 h 560"/>
                <a:gd name="T112" fmla="*/ 48 w 672"/>
                <a:gd name="T113" fmla="*/ 48 h 560"/>
                <a:gd name="T114" fmla="*/ 128 w 672"/>
                <a:gd name="T115" fmla="*/ 48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672" h="560">
                  <a:moveTo>
                    <a:pt x="128" y="256"/>
                  </a:moveTo>
                  <a:lnTo>
                    <a:pt x="128" y="128"/>
                  </a:lnTo>
                  <a:lnTo>
                    <a:pt x="160" y="224"/>
                  </a:lnTo>
                  <a:lnTo>
                    <a:pt x="240" y="224"/>
                  </a:lnTo>
                  <a:lnTo>
                    <a:pt x="208" y="128"/>
                  </a:lnTo>
                  <a:lnTo>
                    <a:pt x="128" y="128"/>
                  </a:lnTo>
                  <a:lnTo>
                    <a:pt x="128" y="80"/>
                  </a:lnTo>
                  <a:lnTo>
                    <a:pt x="240" y="80"/>
                  </a:lnTo>
                  <a:lnTo>
                    <a:pt x="240" y="256"/>
                  </a:lnTo>
                  <a:lnTo>
                    <a:pt x="128" y="256"/>
                  </a:lnTo>
                  <a:close/>
                  <a:moveTo>
                    <a:pt x="144" y="320"/>
                  </a:moveTo>
                  <a:lnTo>
                    <a:pt x="160" y="432"/>
                  </a:lnTo>
                  <a:lnTo>
                    <a:pt x="240" y="432"/>
                  </a:lnTo>
                  <a:lnTo>
                    <a:pt x="208" y="320"/>
                  </a:lnTo>
                  <a:lnTo>
                    <a:pt x="144" y="320"/>
                  </a:lnTo>
                  <a:close/>
                  <a:moveTo>
                    <a:pt x="448" y="48"/>
                  </a:moveTo>
                  <a:lnTo>
                    <a:pt x="416" y="0"/>
                  </a:lnTo>
                  <a:lnTo>
                    <a:pt x="512" y="0"/>
                  </a:lnTo>
                  <a:lnTo>
                    <a:pt x="544" y="48"/>
                  </a:lnTo>
                  <a:lnTo>
                    <a:pt x="672" y="48"/>
                  </a:lnTo>
                  <a:lnTo>
                    <a:pt x="672" y="96"/>
                  </a:lnTo>
                  <a:lnTo>
                    <a:pt x="336" y="96"/>
                  </a:lnTo>
                  <a:lnTo>
                    <a:pt x="336" y="48"/>
                  </a:lnTo>
                  <a:lnTo>
                    <a:pt x="448" y="48"/>
                  </a:lnTo>
                  <a:close/>
                  <a:moveTo>
                    <a:pt x="368" y="144"/>
                  </a:moveTo>
                  <a:lnTo>
                    <a:pt x="608" y="144"/>
                  </a:lnTo>
                  <a:lnTo>
                    <a:pt x="608" y="512"/>
                  </a:lnTo>
                  <a:lnTo>
                    <a:pt x="672" y="512"/>
                  </a:lnTo>
                  <a:lnTo>
                    <a:pt x="672" y="544"/>
                  </a:lnTo>
                  <a:lnTo>
                    <a:pt x="560" y="544"/>
                  </a:lnTo>
                  <a:cubicBezTo>
                    <a:pt x="544" y="544"/>
                    <a:pt x="528" y="544"/>
                    <a:pt x="528" y="512"/>
                  </a:cubicBezTo>
                  <a:lnTo>
                    <a:pt x="528" y="192"/>
                  </a:lnTo>
                  <a:lnTo>
                    <a:pt x="464" y="192"/>
                  </a:lnTo>
                  <a:lnTo>
                    <a:pt x="464" y="384"/>
                  </a:lnTo>
                  <a:cubicBezTo>
                    <a:pt x="448" y="480"/>
                    <a:pt x="400" y="528"/>
                    <a:pt x="336" y="544"/>
                  </a:cubicBezTo>
                  <a:lnTo>
                    <a:pt x="336" y="480"/>
                  </a:lnTo>
                  <a:cubicBezTo>
                    <a:pt x="352" y="464"/>
                    <a:pt x="368" y="432"/>
                    <a:pt x="368" y="400"/>
                  </a:cubicBezTo>
                  <a:lnTo>
                    <a:pt x="368" y="144"/>
                  </a:lnTo>
                  <a:close/>
                  <a:moveTo>
                    <a:pt x="128" y="48"/>
                  </a:moveTo>
                  <a:lnTo>
                    <a:pt x="160" y="0"/>
                  </a:lnTo>
                  <a:lnTo>
                    <a:pt x="256" y="0"/>
                  </a:lnTo>
                  <a:lnTo>
                    <a:pt x="224" y="48"/>
                  </a:lnTo>
                  <a:lnTo>
                    <a:pt x="320" y="48"/>
                  </a:lnTo>
                  <a:lnTo>
                    <a:pt x="320" y="528"/>
                  </a:lnTo>
                  <a:cubicBezTo>
                    <a:pt x="320" y="544"/>
                    <a:pt x="320" y="560"/>
                    <a:pt x="304" y="560"/>
                  </a:cubicBezTo>
                  <a:lnTo>
                    <a:pt x="176" y="560"/>
                  </a:lnTo>
                  <a:lnTo>
                    <a:pt x="176" y="512"/>
                  </a:lnTo>
                  <a:lnTo>
                    <a:pt x="240" y="512"/>
                  </a:lnTo>
                  <a:lnTo>
                    <a:pt x="240" y="288"/>
                  </a:lnTo>
                  <a:lnTo>
                    <a:pt x="128" y="288"/>
                  </a:lnTo>
                  <a:cubicBezTo>
                    <a:pt x="144" y="400"/>
                    <a:pt x="128" y="480"/>
                    <a:pt x="80" y="544"/>
                  </a:cubicBezTo>
                  <a:lnTo>
                    <a:pt x="0" y="544"/>
                  </a:lnTo>
                  <a:cubicBezTo>
                    <a:pt x="32" y="480"/>
                    <a:pt x="48" y="400"/>
                    <a:pt x="48" y="304"/>
                  </a:cubicBezTo>
                  <a:lnTo>
                    <a:pt x="0" y="304"/>
                  </a:lnTo>
                  <a:lnTo>
                    <a:pt x="0" y="256"/>
                  </a:lnTo>
                  <a:lnTo>
                    <a:pt x="48" y="256"/>
                  </a:lnTo>
                  <a:lnTo>
                    <a:pt x="48" y="48"/>
                  </a:lnTo>
                  <a:lnTo>
                    <a:pt x="128" y="48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6" name="Freeform 10"/>
            <p:cNvSpPr>
              <a:spLocks noEditPoints="1"/>
            </p:cNvSpPr>
            <p:nvPr/>
          </p:nvSpPr>
          <p:spPr bwMode="auto">
            <a:xfrm>
              <a:off x="11220451" y="258763"/>
              <a:ext cx="508000" cy="398463"/>
            </a:xfrm>
            <a:custGeom>
              <a:avLst/>
              <a:gdLst>
                <a:gd name="T0" fmla="*/ 16 w 656"/>
                <a:gd name="T1" fmla="*/ 512 h 560"/>
                <a:gd name="T2" fmla="*/ 16 w 656"/>
                <a:gd name="T3" fmla="*/ 352 h 560"/>
                <a:gd name="T4" fmla="*/ 624 w 656"/>
                <a:gd name="T5" fmla="*/ 352 h 560"/>
                <a:gd name="T6" fmla="*/ 624 w 656"/>
                <a:gd name="T7" fmla="*/ 512 h 560"/>
                <a:gd name="T8" fmla="*/ 656 w 656"/>
                <a:gd name="T9" fmla="*/ 512 h 560"/>
                <a:gd name="T10" fmla="*/ 656 w 656"/>
                <a:gd name="T11" fmla="*/ 560 h 560"/>
                <a:gd name="T12" fmla="*/ 0 w 656"/>
                <a:gd name="T13" fmla="*/ 560 h 560"/>
                <a:gd name="T14" fmla="*/ 0 w 656"/>
                <a:gd name="T15" fmla="*/ 512 h 560"/>
                <a:gd name="T16" fmla="*/ 16 w 656"/>
                <a:gd name="T17" fmla="*/ 512 h 560"/>
                <a:gd name="T18" fmla="*/ 112 w 656"/>
                <a:gd name="T19" fmla="*/ 400 h 560"/>
                <a:gd name="T20" fmla="*/ 208 w 656"/>
                <a:gd name="T21" fmla="*/ 400 h 560"/>
                <a:gd name="T22" fmla="*/ 208 w 656"/>
                <a:gd name="T23" fmla="*/ 512 h 560"/>
                <a:gd name="T24" fmla="*/ 112 w 656"/>
                <a:gd name="T25" fmla="*/ 512 h 560"/>
                <a:gd name="T26" fmla="*/ 112 w 656"/>
                <a:gd name="T27" fmla="*/ 400 h 560"/>
                <a:gd name="T28" fmla="*/ 272 w 656"/>
                <a:gd name="T29" fmla="*/ 400 h 560"/>
                <a:gd name="T30" fmla="*/ 384 w 656"/>
                <a:gd name="T31" fmla="*/ 400 h 560"/>
                <a:gd name="T32" fmla="*/ 384 w 656"/>
                <a:gd name="T33" fmla="*/ 512 h 560"/>
                <a:gd name="T34" fmla="*/ 272 w 656"/>
                <a:gd name="T35" fmla="*/ 512 h 560"/>
                <a:gd name="T36" fmla="*/ 272 w 656"/>
                <a:gd name="T37" fmla="*/ 400 h 560"/>
                <a:gd name="T38" fmla="*/ 448 w 656"/>
                <a:gd name="T39" fmla="*/ 400 h 560"/>
                <a:gd name="T40" fmla="*/ 544 w 656"/>
                <a:gd name="T41" fmla="*/ 400 h 560"/>
                <a:gd name="T42" fmla="*/ 544 w 656"/>
                <a:gd name="T43" fmla="*/ 512 h 560"/>
                <a:gd name="T44" fmla="*/ 448 w 656"/>
                <a:gd name="T45" fmla="*/ 512 h 560"/>
                <a:gd name="T46" fmla="*/ 448 w 656"/>
                <a:gd name="T47" fmla="*/ 400 h 560"/>
                <a:gd name="T48" fmla="*/ 16 w 656"/>
                <a:gd name="T49" fmla="*/ 256 h 560"/>
                <a:gd name="T50" fmla="*/ 48 w 656"/>
                <a:gd name="T51" fmla="*/ 176 h 560"/>
                <a:gd name="T52" fmla="*/ 48 w 656"/>
                <a:gd name="T53" fmla="*/ 32 h 560"/>
                <a:gd name="T54" fmla="*/ 336 w 656"/>
                <a:gd name="T55" fmla="*/ 32 h 560"/>
                <a:gd name="T56" fmla="*/ 320 w 656"/>
                <a:gd name="T57" fmla="*/ 0 h 560"/>
                <a:gd name="T58" fmla="*/ 400 w 656"/>
                <a:gd name="T59" fmla="*/ 0 h 560"/>
                <a:gd name="T60" fmla="*/ 416 w 656"/>
                <a:gd name="T61" fmla="*/ 48 h 560"/>
                <a:gd name="T62" fmla="*/ 560 w 656"/>
                <a:gd name="T63" fmla="*/ 48 h 560"/>
                <a:gd name="T64" fmla="*/ 560 w 656"/>
                <a:gd name="T65" fmla="*/ 0 h 560"/>
                <a:gd name="T66" fmla="*/ 640 w 656"/>
                <a:gd name="T67" fmla="*/ 0 h 560"/>
                <a:gd name="T68" fmla="*/ 640 w 656"/>
                <a:gd name="T69" fmla="*/ 80 h 560"/>
                <a:gd name="T70" fmla="*/ 416 w 656"/>
                <a:gd name="T71" fmla="*/ 80 h 560"/>
                <a:gd name="T72" fmla="*/ 464 w 656"/>
                <a:gd name="T73" fmla="*/ 176 h 560"/>
                <a:gd name="T74" fmla="*/ 496 w 656"/>
                <a:gd name="T75" fmla="*/ 112 h 560"/>
                <a:gd name="T76" fmla="*/ 592 w 656"/>
                <a:gd name="T77" fmla="*/ 112 h 560"/>
                <a:gd name="T78" fmla="*/ 528 w 656"/>
                <a:gd name="T79" fmla="*/ 240 h 560"/>
                <a:gd name="T80" fmla="*/ 576 w 656"/>
                <a:gd name="T81" fmla="*/ 256 h 560"/>
                <a:gd name="T82" fmla="*/ 576 w 656"/>
                <a:gd name="T83" fmla="*/ 208 h 560"/>
                <a:gd name="T84" fmla="*/ 656 w 656"/>
                <a:gd name="T85" fmla="*/ 208 h 560"/>
                <a:gd name="T86" fmla="*/ 656 w 656"/>
                <a:gd name="T87" fmla="*/ 352 h 560"/>
                <a:gd name="T88" fmla="*/ 464 w 656"/>
                <a:gd name="T89" fmla="*/ 288 h 560"/>
                <a:gd name="T90" fmla="*/ 336 w 656"/>
                <a:gd name="T91" fmla="*/ 336 h 560"/>
                <a:gd name="T92" fmla="*/ 336 w 656"/>
                <a:gd name="T93" fmla="*/ 272 h 560"/>
                <a:gd name="T94" fmla="*/ 416 w 656"/>
                <a:gd name="T95" fmla="*/ 240 h 560"/>
                <a:gd name="T96" fmla="*/ 336 w 656"/>
                <a:gd name="T97" fmla="*/ 80 h 560"/>
                <a:gd name="T98" fmla="*/ 128 w 656"/>
                <a:gd name="T99" fmla="*/ 80 h 560"/>
                <a:gd name="T100" fmla="*/ 128 w 656"/>
                <a:gd name="T101" fmla="*/ 128 h 560"/>
                <a:gd name="T102" fmla="*/ 320 w 656"/>
                <a:gd name="T103" fmla="*/ 128 h 560"/>
                <a:gd name="T104" fmla="*/ 320 w 656"/>
                <a:gd name="T105" fmla="*/ 304 h 560"/>
                <a:gd name="T106" fmla="*/ 288 w 656"/>
                <a:gd name="T107" fmla="*/ 352 h 560"/>
                <a:gd name="T108" fmla="*/ 160 w 656"/>
                <a:gd name="T109" fmla="*/ 352 h 560"/>
                <a:gd name="T110" fmla="*/ 160 w 656"/>
                <a:gd name="T111" fmla="*/ 304 h 560"/>
                <a:gd name="T112" fmla="*/ 224 w 656"/>
                <a:gd name="T113" fmla="*/ 304 h 560"/>
                <a:gd name="T114" fmla="*/ 240 w 656"/>
                <a:gd name="T115" fmla="*/ 288 h 560"/>
                <a:gd name="T116" fmla="*/ 240 w 656"/>
                <a:gd name="T117" fmla="*/ 160 h 560"/>
                <a:gd name="T118" fmla="*/ 128 w 656"/>
                <a:gd name="T119" fmla="*/ 160 h 560"/>
                <a:gd name="T120" fmla="*/ 16 w 656"/>
                <a:gd name="T121" fmla="*/ 336 h 560"/>
                <a:gd name="T122" fmla="*/ 16 w 656"/>
                <a:gd name="T123" fmla="*/ 256 h 5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6" h="560">
                  <a:moveTo>
                    <a:pt x="16" y="512"/>
                  </a:moveTo>
                  <a:lnTo>
                    <a:pt x="16" y="352"/>
                  </a:lnTo>
                  <a:lnTo>
                    <a:pt x="624" y="352"/>
                  </a:lnTo>
                  <a:lnTo>
                    <a:pt x="624" y="512"/>
                  </a:lnTo>
                  <a:lnTo>
                    <a:pt x="656" y="512"/>
                  </a:lnTo>
                  <a:lnTo>
                    <a:pt x="656" y="560"/>
                  </a:lnTo>
                  <a:lnTo>
                    <a:pt x="0" y="560"/>
                  </a:lnTo>
                  <a:lnTo>
                    <a:pt x="0" y="512"/>
                  </a:lnTo>
                  <a:lnTo>
                    <a:pt x="16" y="512"/>
                  </a:lnTo>
                  <a:close/>
                  <a:moveTo>
                    <a:pt x="112" y="400"/>
                  </a:moveTo>
                  <a:lnTo>
                    <a:pt x="208" y="400"/>
                  </a:lnTo>
                  <a:lnTo>
                    <a:pt x="208" y="512"/>
                  </a:lnTo>
                  <a:lnTo>
                    <a:pt x="112" y="512"/>
                  </a:lnTo>
                  <a:lnTo>
                    <a:pt x="112" y="400"/>
                  </a:lnTo>
                  <a:close/>
                  <a:moveTo>
                    <a:pt x="272" y="400"/>
                  </a:moveTo>
                  <a:lnTo>
                    <a:pt x="384" y="400"/>
                  </a:lnTo>
                  <a:lnTo>
                    <a:pt x="384" y="512"/>
                  </a:lnTo>
                  <a:lnTo>
                    <a:pt x="272" y="512"/>
                  </a:lnTo>
                  <a:lnTo>
                    <a:pt x="272" y="400"/>
                  </a:lnTo>
                  <a:close/>
                  <a:moveTo>
                    <a:pt x="448" y="400"/>
                  </a:moveTo>
                  <a:lnTo>
                    <a:pt x="544" y="400"/>
                  </a:lnTo>
                  <a:lnTo>
                    <a:pt x="544" y="512"/>
                  </a:lnTo>
                  <a:lnTo>
                    <a:pt x="448" y="512"/>
                  </a:lnTo>
                  <a:lnTo>
                    <a:pt x="448" y="400"/>
                  </a:lnTo>
                  <a:close/>
                  <a:moveTo>
                    <a:pt x="16" y="256"/>
                  </a:moveTo>
                  <a:cubicBezTo>
                    <a:pt x="32" y="240"/>
                    <a:pt x="48" y="208"/>
                    <a:pt x="48" y="176"/>
                  </a:cubicBezTo>
                  <a:lnTo>
                    <a:pt x="48" y="32"/>
                  </a:lnTo>
                  <a:lnTo>
                    <a:pt x="336" y="32"/>
                  </a:lnTo>
                  <a:cubicBezTo>
                    <a:pt x="320" y="16"/>
                    <a:pt x="320" y="16"/>
                    <a:pt x="320" y="0"/>
                  </a:cubicBezTo>
                  <a:lnTo>
                    <a:pt x="400" y="0"/>
                  </a:lnTo>
                  <a:cubicBezTo>
                    <a:pt x="400" y="16"/>
                    <a:pt x="400" y="32"/>
                    <a:pt x="416" y="48"/>
                  </a:cubicBezTo>
                  <a:lnTo>
                    <a:pt x="560" y="48"/>
                  </a:lnTo>
                  <a:lnTo>
                    <a:pt x="560" y="0"/>
                  </a:lnTo>
                  <a:lnTo>
                    <a:pt x="640" y="0"/>
                  </a:lnTo>
                  <a:lnTo>
                    <a:pt x="640" y="80"/>
                  </a:lnTo>
                  <a:lnTo>
                    <a:pt x="416" y="80"/>
                  </a:lnTo>
                  <a:cubicBezTo>
                    <a:pt x="432" y="112"/>
                    <a:pt x="448" y="144"/>
                    <a:pt x="464" y="176"/>
                  </a:cubicBezTo>
                  <a:lnTo>
                    <a:pt x="496" y="112"/>
                  </a:lnTo>
                  <a:lnTo>
                    <a:pt x="592" y="112"/>
                  </a:lnTo>
                  <a:cubicBezTo>
                    <a:pt x="576" y="160"/>
                    <a:pt x="560" y="192"/>
                    <a:pt x="528" y="240"/>
                  </a:cubicBezTo>
                  <a:cubicBezTo>
                    <a:pt x="544" y="240"/>
                    <a:pt x="560" y="256"/>
                    <a:pt x="576" y="256"/>
                  </a:cubicBezTo>
                  <a:lnTo>
                    <a:pt x="576" y="208"/>
                  </a:lnTo>
                  <a:lnTo>
                    <a:pt x="656" y="208"/>
                  </a:lnTo>
                  <a:lnTo>
                    <a:pt x="656" y="352"/>
                  </a:lnTo>
                  <a:cubicBezTo>
                    <a:pt x="576" y="352"/>
                    <a:pt x="528" y="320"/>
                    <a:pt x="464" y="288"/>
                  </a:cubicBezTo>
                  <a:cubicBezTo>
                    <a:pt x="432" y="304"/>
                    <a:pt x="384" y="320"/>
                    <a:pt x="336" y="336"/>
                  </a:cubicBezTo>
                  <a:lnTo>
                    <a:pt x="336" y="272"/>
                  </a:lnTo>
                  <a:cubicBezTo>
                    <a:pt x="368" y="256"/>
                    <a:pt x="384" y="256"/>
                    <a:pt x="416" y="240"/>
                  </a:cubicBezTo>
                  <a:cubicBezTo>
                    <a:pt x="368" y="176"/>
                    <a:pt x="352" y="128"/>
                    <a:pt x="336" y="80"/>
                  </a:cubicBezTo>
                  <a:lnTo>
                    <a:pt x="128" y="80"/>
                  </a:lnTo>
                  <a:lnTo>
                    <a:pt x="128" y="128"/>
                  </a:lnTo>
                  <a:lnTo>
                    <a:pt x="320" y="128"/>
                  </a:lnTo>
                  <a:lnTo>
                    <a:pt x="320" y="304"/>
                  </a:lnTo>
                  <a:cubicBezTo>
                    <a:pt x="320" y="320"/>
                    <a:pt x="304" y="352"/>
                    <a:pt x="288" y="352"/>
                  </a:cubicBezTo>
                  <a:lnTo>
                    <a:pt x="160" y="352"/>
                  </a:lnTo>
                  <a:lnTo>
                    <a:pt x="160" y="304"/>
                  </a:lnTo>
                  <a:lnTo>
                    <a:pt x="224" y="304"/>
                  </a:lnTo>
                  <a:cubicBezTo>
                    <a:pt x="224" y="304"/>
                    <a:pt x="240" y="304"/>
                    <a:pt x="240" y="288"/>
                  </a:cubicBezTo>
                  <a:lnTo>
                    <a:pt x="240" y="160"/>
                  </a:lnTo>
                  <a:lnTo>
                    <a:pt x="128" y="160"/>
                  </a:lnTo>
                  <a:cubicBezTo>
                    <a:pt x="128" y="272"/>
                    <a:pt x="80" y="320"/>
                    <a:pt x="16" y="336"/>
                  </a:cubicBezTo>
                  <a:lnTo>
                    <a:pt x="16" y="256"/>
                  </a:lnTo>
                  <a:close/>
                </a:path>
              </a:pathLst>
            </a:custGeom>
            <a:solidFill>
              <a:schemeClr val="tx1"/>
            </a:solidFill>
            <a:ln w="0">
              <a:noFill/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sz="1100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7836774" y="706794"/>
              <a:ext cx="4044824" cy="439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zh-CN" altLang="en-US" sz="1100" dirty="0" smtClean="0">
                  <a:solidFill>
                    <a:schemeClr val="bg1">
                      <a:lumMod val="50000"/>
                    </a:schemeClr>
                  </a:solidFill>
                </a:rPr>
                <a:t>科   技   创   新  </a:t>
              </a:r>
              <a:r>
                <a:rPr lang="zh-CN" altLang="en-US" sz="1100" baseline="0" dirty="0" smtClean="0">
                  <a:solidFill>
                    <a:schemeClr val="bg1">
                      <a:lumMod val="50000"/>
                    </a:schemeClr>
                  </a:solidFill>
                </a:rPr>
                <a:t>    </a:t>
              </a:r>
              <a:r>
                <a:rPr lang="zh-CN" altLang="en-US" sz="1100" dirty="0" smtClean="0">
                  <a:solidFill>
                    <a:schemeClr val="bg1">
                      <a:lumMod val="50000"/>
                    </a:schemeClr>
                  </a:solidFill>
                </a:rPr>
                <a:t> 文   化   护   航</a:t>
              </a:r>
              <a:endParaRPr lang="zh-CN" alt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</p:grpSp>
      <p:cxnSp>
        <p:nvCxnSpPr>
          <p:cNvPr id="4" name="直接连接符 3"/>
          <p:cNvCxnSpPr/>
          <p:nvPr userDrawn="1"/>
        </p:nvCxnSpPr>
        <p:spPr>
          <a:xfrm>
            <a:off x="283508" y="821094"/>
            <a:ext cx="11635256" cy="0"/>
          </a:xfrm>
          <a:prstGeom prst="line">
            <a:avLst/>
          </a:prstGeom>
          <a:ln w="28575">
            <a:solidFill>
              <a:srgbClr val="019E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/>
          <p:cNvSpPr/>
          <p:nvPr userDrawn="1"/>
        </p:nvSpPr>
        <p:spPr>
          <a:xfrm>
            <a:off x="119095" y="6527402"/>
            <a:ext cx="19207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de-DE" altLang="de-DE" sz="1200" dirty="0" smtClean="0">
                <a:solidFill>
                  <a:schemeClr val="tx1"/>
                </a:solidFill>
              </a:rPr>
              <a:t>Mar 2019 © HSAE Group</a:t>
            </a:r>
            <a:endParaRPr lang="de-DE" altLang="de-DE" sz="1200" dirty="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wipe/>
  </p:transition>
  <p:timing>
    <p:tnLst>
      <p:par>
        <p:cTn id="1" dur="indefinite" restart="never" nodeType="tmRoot"/>
      </p:par>
    </p:tnLst>
  </p:timing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67203" y="222565"/>
            <a:ext cx="3433953" cy="38408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900" b="1"/>
            </a:lvl1pPr>
          </a:lstStyle>
          <a:p>
            <a:pPr lvl="0"/>
            <a:r>
              <a:rPr lang="zh-CN" altLang="en-US" dirty="0" smtClean="0"/>
              <a:t>单击此处输入标题</a:t>
            </a:r>
          </a:p>
        </p:txBody>
      </p:sp>
      <p:sp>
        <p:nvSpPr>
          <p:cNvPr id="5" name="Parallelogram 13"/>
          <p:cNvSpPr/>
          <p:nvPr userDrawn="1"/>
        </p:nvSpPr>
        <p:spPr>
          <a:xfrm>
            <a:off x="1666" y="194559"/>
            <a:ext cx="767277" cy="389641"/>
          </a:xfrm>
          <a:custGeom>
            <a:avLst/>
            <a:gdLst>
              <a:gd name="connsiteX0" fmla="*/ 0 w 2222628"/>
              <a:gd name="connsiteY0" fmla="*/ 964353 h 964353"/>
              <a:gd name="connsiteX1" fmla="*/ 505504 w 2222628"/>
              <a:gd name="connsiteY1" fmla="*/ 0 h 964353"/>
              <a:gd name="connsiteX2" fmla="*/ 2222628 w 2222628"/>
              <a:gd name="connsiteY2" fmla="*/ 0 h 964353"/>
              <a:gd name="connsiteX3" fmla="*/ 1717124 w 2222628"/>
              <a:gd name="connsiteY3" fmla="*/ 964353 h 964353"/>
              <a:gd name="connsiteX4" fmla="*/ 0 w 2222628"/>
              <a:gd name="connsiteY4" fmla="*/ 964353 h 964353"/>
              <a:gd name="connsiteX0-1" fmla="*/ 0 w 2222628"/>
              <a:gd name="connsiteY0-2" fmla="*/ 964353 h 964353"/>
              <a:gd name="connsiteX1-3" fmla="*/ 19729 w 2222628"/>
              <a:gd name="connsiteY1-4" fmla="*/ 0 h 964353"/>
              <a:gd name="connsiteX2-5" fmla="*/ 2222628 w 2222628"/>
              <a:gd name="connsiteY2-6" fmla="*/ 0 h 964353"/>
              <a:gd name="connsiteX3-7" fmla="*/ 1717124 w 2222628"/>
              <a:gd name="connsiteY3-8" fmla="*/ 964353 h 964353"/>
              <a:gd name="connsiteX4-9" fmla="*/ 0 w 2222628"/>
              <a:gd name="connsiteY4-10" fmla="*/ 964353 h 964353"/>
              <a:gd name="connsiteX0-11" fmla="*/ 0 w 2222628"/>
              <a:gd name="connsiteY0-12" fmla="*/ 964353 h 964353"/>
              <a:gd name="connsiteX1-13" fmla="*/ 679 w 2222628"/>
              <a:gd name="connsiteY1-14" fmla="*/ 0 h 964353"/>
              <a:gd name="connsiteX2-15" fmla="*/ 2222628 w 2222628"/>
              <a:gd name="connsiteY2-16" fmla="*/ 0 h 964353"/>
              <a:gd name="connsiteX3-17" fmla="*/ 1717124 w 2222628"/>
              <a:gd name="connsiteY3-18" fmla="*/ 964353 h 964353"/>
              <a:gd name="connsiteX4-19" fmla="*/ 0 w 2222628"/>
              <a:gd name="connsiteY4-20" fmla="*/ 964353 h 96435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22628" h="964353">
                <a:moveTo>
                  <a:pt x="0" y="964353"/>
                </a:moveTo>
                <a:cubicBezTo>
                  <a:pt x="226" y="642902"/>
                  <a:pt x="453" y="321451"/>
                  <a:pt x="679" y="0"/>
                </a:cubicBezTo>
                <a:lnTo>
                  <a:pt x="2222628" y="0"/>
                </a:lnTo>
                <a:lnTo>
                  <a:pt x="1717124" y="964353"/>
                </a:lnTo>
                <a:lnTo>
                  <a:pt x="0" y="964353"/>
                </a:lnTo>
                <a:close/>
              </a:path>
            </a:pathLst>
          </a:custGeom>
          <a:solidFill>
            <a:srgbClr val="0942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705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1905" b="-21959"/>
          <a:stretch>
            <a:fillRect/>
          </a:stretch>
        </p:blipFill>
        <p:spPr>
          <a:xfrm>
            <a:off x="11207" y="324465"/>
            <a:ext cx="649193" cy="12982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文本框 3"/>
          <p:cNvSpPr txBox="1"/>
          <p:nvPr userDrawn="1"/>
        </p:nvSpPr>
        <p:spPr>
          <a:xfrm>
            <a:off x="326613" y="6428792"/>
            <a:ext cx="38824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7CFDA740-9342-42D1-884D-3B960B32CDD0}" type="slidenum">
              <a:rPr lang="zh-CN" altLang="en-US" sz="1200" smtClean="0">
                <a:solidFill>
                  <a:srgbClr val="5A696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dirty="0">
              <a:solidFill>
                <a:srgbClr val="5A69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文本框 6"/>
          <p:cNvSpPr txBox="1"/>
          <p:nvPr userDrawn="1"/>
        </p:nvSpPr>
        <p:spPr>
          <a:xfrm>
            <a:off x="326613" y="6254264"/>
            <a:ext cx="388248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fld id="{7CFDA740-9342-42D1-884D-3B960B32CDD0}" type="slidenum">
              <a:rPr lang="zh-CN" altLang="en-US" sz="120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 sz="12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9018872" y="5847354"/>
            <a:ext cx="1967577" cy="296271"/>
          </a:xfrm>
        </p:spPr>
        <p:txBody>
          <a:bodyPr/>
          <a:lstStyle/>
          <a:p>
            <a:pPr algn="l"/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Date:2023.08.18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1384806" y="1773618"/>
            <a:ext cx="9727046" cy="1266373"/>
          </a:xfrm>
        </p:spPr>
        <p:txBody>
          <a:bodyPr/>
          <a:lstStyle/>
          <a:p>
            <a:pPr algn="ctr"/>
            <a: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C++</a:t>
            </a:r>
            <a:r>
              <a:rPr lang="zh-CN" altLang="en-US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多线程简介</a:t>
            </a:r>
            <a: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b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/>
            </a:r>
            <a:br>
              <a:rPr lang="en-US" altLang="zh-CN" sz="48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</a:br>
            <a:endParaRPr lang="zh-CN" altLang="en-US" sz="2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/>
          </p:nvPr>
        </p:nvSpPr>
        <p:spPr>
          <a:xfrm>
            <a:off x="9018872" y="5047847"/>
            <a:ext cx="2323178" cy="327647"/>
          </a:xfrm>
        </p:spPr>
        <p:txBody>
          <a:bodyPr/>
          <a:lstStyle/>
          <a:p>
            <a:pPr algn="l"/>
            <a:r>
              <a:rPr lang="zh-CN" altLang="en-US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薛翔宇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占位符 3"/>
          <p:cNvSpPr txBox="1"/>
          <p:nvPr/>
        </p:nvSpPr>
        <p:spPr>
          <a:xfrm>
            <a:off x="9018872" y="5543239"/>
            <a:ext cx="1967577" cy="2962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CN" sz="14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Version: 1.0</a:t>
            </a:r>
            <a:endParaRPr lang="zh-CN" alt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1470472" y="792002"/>
            <a:ext cx="626485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创建线程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en-US" altLang="zh-CN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join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与</a:t>
            </a:r>
            <a:r>
              <a:rPr lang="en-US" altLang="zh-CN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detach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方式</a:t>
            </a: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方案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en-US" altLang="zh-CN" sz="2400" b="1" spc="-5" dirty="0" err="1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this_thread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互斥量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条件变量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原子变量</a:t>
            </a: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r>
              <a:rPr lang="en-US" altLang="zh-CN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…</a:t>
            </a:r>
          </a:p>
          <a:p>
            <a:pPr marL="709930" indent="-457200">
              <a:buAutoNum type="arabicPeriod"/>
              <a:tabLst>
                <a:tab pos="774700" algn="l"/>
              </a:tabLst>
            </a:pP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endParaRPr lang="en-US" altLang="zh-CN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  <a:p>
            <a:pPr marL="709930" indent="-457200">
              <a:buAutoNum type="arabicPeriod"/>
              <a:tabLst>
                <a:tab pos="774700" algn="l"/>
              </a:tabLst>
            </a:pPr>
            <a:endParaRPr lang="zh-CN" altLang="en-US" sz="2400" b="1" spc="-5" dirty="0" smtClean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538641" y="2869615"/>
            <a:ext cx="7387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6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质量与验证能力</a:t>
            </a:r>
            <a:endParaRPr lang="en-US" altLang="zh-CN" sz="3600" dirty="0" smtClean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架构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9674" y="100670"/>
            <a:ext cx="6961905" cy="64095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85140" y="440278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简介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90831" y="1178010"/>
            <a:ext cx="95311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传统的</a:t>
            </a:r>
            <a:r>
              <a:rPr lang="en-US" altLang="zh-CN" dirty="0"/>
              <a:t>C++</a:t>
            </a:r>
            <a:r>
              <a:rPr lang="zh-CN" altLang="en-US" dirty="0"/>
              <a:t>（</a:t>
            </a:r>
            <a:r>
              <a:rPr lang="en-US" altLang="zh-CN" dirty="0"/>
              <a:t>C++11</a:t>
            </a:r>
            <a:r>
              <a:rPr lang="zh-CN" altLang="en-US" dirty="0"/>
              <a:t>标准之前）中并没有引入线程这个概念，在</a:t>
            </a:r>
            <a:r>
              <a:rPr lang="en-US" altLang="zh-CN" dirty="0"/>
              <a:t>C++11</a:t>
            </a:r>
            <a:r>
              <a:rPr lang="zh-CN" altLang="en-US" dirty="0"/>
              <a:t>出来之前，如果我们想要在</a:t>
            </a:r>
            <a:r>
              <a:rPr lang="en-US" altLang="zh-CN" dirty="0"/>
              <a:t>C++</a:t>
            </a:r>
            <a:r>
              <a:rPr lang="zh-CN" altLang="en-US" dirty="0"/>
              <a:t>中实现多线程，需要借助操作系统平台提供的</a:t>
            </a:r>
            <a:r>
              <a:rPr lang="en-US" altLang="zh-CN" dirty="0"/>
              <a:t>API</a:t>
            </a:r>
            <a:r>
              <a:rPr lang="zh-CN" altLang="en-US" dirty="0"/>
              <a:t>，比如</a:t>
            </a:r>
            <a:r>
              <a:rPr lang="en-US" altLang="zh-CN" dirty="0"/>
              <a:t>Linux</a:t>
            </a:r>
            <a:r>
              <a:rPr lang="zh-CN" altLang="en-US" dirty="0"/>
              <a:t>的</a:t>
            </a:r>
            <a:r>
              <a:rPr lang="en-US" altLang="zh-CN" dirty="0"/>
              <a:t>&lt;</a:t>
            </a:r>
            <a:r>
              <a:rPr lang="en-US" altLang="zh-CN" dirty="0" err="1"/>
              <a:t>pthread.h</a:t>
            </a:r>
            <a:r>
              <a:rPr lang="en-US" altLang="zh-CN" dirty="0"/>
              <a:t>&gt;</a:t>
            </a:r>
            <a:r>
              <a:rPr lang="zh-CN" altLang="en-US" dirty="0"/>
              <a:t>，或者</a:t>
            </a:r>
            <a:r>
              <a:rPr lang="en-US" altLang="zh-CN" dirty="0"/>
              <a:t>windows</a:t>
            </a:r>
            <a:r>
              <a:rPr lang="zh-CN" altLang="en-US" dirty="0"/>
              <a:t>下的</a:t>
            </a:r>
            <a:r>
              <a:rPr lang="en-US" altLang="zh-CN" dirty="0"/>
              <a:t>&lt;</a:t>
            </a:r>
            <a:r>
              <a:rPr lang="en-US" altLang="zh-CN" dirty="0" err="1"/>
              <a:t>windows.h</a:t>
            </a:r>
            <a:r>
              <a:rPr lang="en-US" altLang="zh-CN" dirty="0"/>
              <a:t>&gt; 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C</a:t>
            </a:r>
            <a:r>
              <a:rPr lang="en-US" altLang="zh-CN" dirty="0"/>
              <a:t>++11</a:t>
            </a:r>
            <a:r>
              <a:rPr lang="zh-CN" altLang="en-US" dirty="0"/>
              <a:t>提供了语言层面上的多线程，包含在头文件</a:t>
            </a:r>
            <a:r>
              <a:rPr lang="en-US" altLang="zh-CN" dirty="0"/>
              <a:t>&lt;thread&gt;</a:t>
            </a:r>
            <a:r>
              <a:rPr lang="zh-CN" altLang="en-US" dirty="0"/>
              <a:t>中。它解决了跨平台的问题，提供了管理线程、保护共享数据、线程间同步操作、原子操作等类。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7961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创建线程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9620" y="1567354"/>
            <a:ext cx="579119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#include 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</a:p>
          <a:p>
            <a:r>
              <a:rPr lang="en-US" altLang="zh-CN" dirty="0"/>
              <a:t>#include &lt;thread&gt;</a:t>
            </a:r>
          </a:p>
          <a:p>
            <a:r>
              <a:rPr lang="en-US" altLang="zh-CN" dirty="0"/>
              <a:t>void </a:t>
            </a:r>
            <a:r>
              <a:rPr lang="en-US" altLang="zh-CN" dirty="0" err="1"/>
              <a:t>thread_fun</a:t>
            </a:r>
            <a:r>
              <a:rPr lang="en-US" altLang="zh-CN" dirty="0"/>
              <a:t>()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en-US" altLang="zh-CN" dirty="0" err="1"/>
              <a:t>thread_fun</a:t>
            </a:r>
            <a:r>
              <a:rPr lang="en-US" altLang="zh-CN" dirty="0"/>
              <a:t>"&lt;&lt;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std</a:t>
            </a:r>
            <a:r>
              <a:rPr lang="en-US" altLang="zh-CN" dirty="0"/>
              <a:t>::thread </a:t>
            </a:r>
            <a:r>
              <a:rPr lang="en-US" altLang="zh-CN" dirty="0" err="1"/>
              <a:t>myThread</a:t>
            </a:r>
            <a:r>
              <a:rPr lang="en-US" altLang="zh-CN" dirty="0"/>
              <a:t>(</a:t>
            </a:r>
            <a:r>
              <a:rPr lang="en-US" altLang="zh-CN" dirty="0" err="1"/>
              <a:t>thread_fun</a:t>
            </a:r>
            <a:r>
              <a:rPr lang="en-US" altLang="zh-CN" dirty="0"/>
              <a:t>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myThread.join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69620" y="1102883"/>
            <a:ext cx="143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无参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7100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创建线程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69620" y="1567354"/>
            <a:ext cx="579119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void </a:t>
            </a:r>
            <a:r>
              <a:rPr lang="en-US" altLang="zh-CN" dirty="0" err="1"/>
              <a:t>thread_fun</a:t>
            </a:r>
            <a:r>
              <a:rPr lang="en-US" altLang="zh-CN" dirty="0"/>
              <a:t>(</a:t>
            </a:r>
            <a:r>
              <a:rPr lang="en-US" altLang="zh-CN" dirty="0" err="1"/>
              <a:t>int</a:t>
            </a:r>
            <a:r>
              <a:rPr lang="en-US" altLang="zh-CN" dirty="0"/>
              <a:t> x) 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cout</a:t>
            </a:r>
            <a:r>
              <a:rPr lang="en-US" altLang="zh-CN" dirty="0"/>
              <a:t>&lt;&lt;x&lt;&lt;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</a:p>
          <a:p>
            <a:r>
              <a:rPr lang="en-US" altLang="zh-CN" dirty="0"/>
              <a:t>}</a:t>
            </a:r>
          </a:p>
          <a:p>
            <a:r>
              <a:rPr lang="en-US" altLang="zh-CN" dirty="0" err="1"/>
              <a:t>int</a:t>
            </a:r>
            <a:r>
              <a:rPr lang="en-US" altLang="zh-CN" dirty="0"/>
              <a:t> main() {</a:t>
            </a:r>
          </a:p>
          <a:p>
            <a:r>
              <a:rPr lang="en-US" altLang="zh-CN" dirty="0"/>
              <a:t>    //</a:t>
            </a:r>
            <a:r>
              <a:rPr lang="zh-CN" altLang="en-US" dirty="0"/>
              <a:t>在新的线程上面执行</a:t>
            </a:r>
            <a:r>
              <a:rPr lang="en-US" altLang="zh-CN" dirty="0" err="1"/>
              <a:t>thread_run</a:t>
            </a:r>
            <a:r>
              <a:rPr lang="en-US" altLang="zh-CN" dirty="0"/>
              <a:t>,</a:t>
            </a:r>
            <a:r>
              <a:rPr lang="zh-CN" altLang="en-US" dirty="0"/>
              <a:t>传入参数</a:t>
            </a:r>
            <a:r>
              <a:rPr lang="en-US" altLang="zh-CN" dirty="0"/>
              <a:t>10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std</a:t>
            </a:r>
            <a:r>
              <a:rPr lang="en-US" altLang="zh-CN" dirty="0"/>
              <a:t>::thread </a:t>
            </a:r>
            <a:r>
              <a:rPr lang="en-US" altLang="zh-CN" dirty="0" err="1"/>
              <a:t>myThread</a:t>
            </a:r>
            <a:r>
              <a:rPr lang="en-US" altLang="zh-CN" dirty="0"/>
              <a:t>(</a:t>
            </a:r>
            <a:r>
              <a:rPr lang="en-US" altLang="zh-CN" dirty="0" err="1"/>
              <a:t>thread_fun</a:t>
            </a:r>
            <a:r>
              <a:rPr lang="en-US" altLang="zh-CN" dirty="0"/>
              <a:t>, 10);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myThread.join</a:t>
            </a:r>
            <a:r>
              <a:rPr lang="en-US" altLang="zh-CN" dirty="0"/>
              <a:t>();</a:t>
            </a:r>
          </a:p>
          <a:p>
            <a:r>
              <a:rPr lang="en-US" altLang="zh-CN" dirty="0"/>
              <a:t>    return 0;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769620" y="1102883"/>
            <a:ext cx="1433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有一个参数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3849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485140" y="547370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en-US" altLang="zh-CN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join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与</a:t>
            </a:r>
            <a:r>
              <a:rPr lang="en-US" altLang="zh-CN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detach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方式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49644" y="1287268"/>
            <a:ext cx="88886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在一个线程</a:t>
            </a:r>
            <a:r>
              <a:rPr lang="en-US" altLang="zh-CN" dirty="0"/>
              <a:t>A</a:t>
            </a:r>
            <a:r>
              <a:rPr lang="zh-CN" altLang="en-US" dirty="0"/>
              <a:t>里启动了子线程</a:t>
            </a:r>
            <a:r>
              <a:rPr lang="en-US" altLang="zh-CN" dirty="0"/>
              <a:t>B</a:t>
            </a:r>
            <a:r>
              <a:rPr lang="zh-CN" altLang="en-US" dirty="0"/>
              <a:t>后，一定要在线程</a:t>
            </a:r>
            <a:r>
              <a:rPr lang="en-US" altLang="zh-CN" dirty="0"/>
              <a:t>A</a:t>
            </a:r>
            <a:r>
              <a:rPr lang="zh-CN" altLang="en-US" dirty="0"/>
              <a:t>销毁前，确定以何种方式等待子线程</a:t>
            </a:r>
            <a:r>
              <a:rPr lang="en-US" altLang="zh-CN" dirty="0"/>
              <a:t>B</a:t>
            </a:r>
            <a:r>
              <a:rPr lang="zh-CN" altLang="en-US" dirty="0"/>
              <a:t>执行结束。比如上例中的</a:t>
            </a:r>
            <a:r>
              <a:rPr lang="en-US" altLang="zh-CN" dirty="0"/>
              <a:t>join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detach</a:t>
            </a:r>
            <a:r>
              <a:rPr lang="zh-CN" altLang="en-US" dirty="0"/>
              <a:t>方式，让子线程与主线程分离，主线程不再干预子线程的运行，主线程无法获取子线程的执行结果，因为主线程此时已经退出。  代码正常运行，但是</a:t>
            </a:r>
            <a:r>
              <a:rPr lang="en-US" altLang="zh-CN" dirty="0"/>
              <a:t>main</a:t>
            </a:r>
            <a:r>
              <a:rPr lang="zh-CN" altLang="en-US" dirty="0"/>
              <a:t>函数退出后，子线程里的</a:t>
            </a:r>
            <a:r>
              <a:rPr lang="en-US" altLang="zh-CN" dirty="0" err="1"/>
              <a:t>printf</a:t>
            </a:r>
            <a:r>
              <a:rPr lang="zh-CN" altLang="en-US" dirty="0"/>
              <a:t>不会打印出来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join</a:t>
            </a:r>
            <a:r>
              <a:rPr lang="zh-CN" altLang="en-US" dirty="0"/>
              <a:t>方式，阻塞，等待子线程运行结束，才从</a:t>
            </a:r>
            <a:r>
              <a:rPr lang="en-US" altLang="zh-CN" dirty="0"/>
              <a:t>join()</a:t>
            </a:r>
            <a:r>
              <a:rPr lang="zh-CN" altLang="en-US" dirty="0"/>
              <a:t>处继续往下执行。</a:t>
            </a: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683122" y="3987114"/>
            <a:ext cx="59641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使用</a:t>
            </a:r>
            <a:r>
              <a:rPr lang="en-US" altLang="zh-CN"/>
              <a:t>joinable</a:t>
            </a:r>
            <a:r>
              <a:rPr lang="zh-CN" altLang="en-US"/>
              <a:t>判断是</a:t>
            </a:r>
            <a:r>
              <a:rPr lang="en-US" altLang="zh-CN"/>
              <a:t>join</a:t>
            </a:r>
            <a:r>
              <a:rPr lang="zh-CN" altLang="en-US"/>
              <a:t>模式还是</a:t>
            </a:r>
            <a:r>
              <a:rPr lang="en-US" altLang="zh-CN"/>
              <a:t>detach</a:t>
            </a:r>
            <a:r>
              <a:rPr lang="zh-CN" altLang="en-US"/>
              <a:t>模式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83122" y="4718907"/>
            <a:ext cx="3595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if (myThread.joinable()) foo.join();</a:t>
            </a:r>
          </a:p>
        </p:txBody>
      </p:sp>
    </p:spTree>
    <p:extLst>
      <p:ext uri="{BB962C8B-B14F-4D97-AF65-F5344CB8AC3E}">
        <p14:creationId xmlns:p14="http://schemas.microsoft.com/office/powerpoint/2010/main" val="25605009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en-US" altLang="zh-CN" sz="2400" b="1" spc="-5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this_thread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7221" y="1029730"/>
            <a:ext cx="7438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this_thread</a:t>
            </a:r>
            <a:r>
              <a:rPr lang="zh-CN" altLang="en-US"/>
              <a:t>是一个类，它有</a:t>
            </a:r>
            <a:r>
              <a:rPr lang="en-US" altLang="zh-CN"/>
              <a:t>4</a:t>
            </a:r>
            <a:r>
              <a:rPr lang="zh-CN" altLang="en-US"/>
              <a:t>个功能函数，具体如下：</a:t>
            </a:r>
            <a:endParaRPr lang="en-US" altLang="zh-CN" dirty="0" smtClean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306" y="1563708"/>
            <a:ext cx="9942857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61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互斥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7220" y="1029730"/>
            <a:ext cx="8740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mutex</a:t>
            </a:r>
            <a:r>
              <a:rPr lang="zh-CN" altLang="en-US" dirty="0"/>
              <a:t>头文件主要声明了与互斥量</a:t>
            </a:r>
            <a:r>
              <a:rPr lang="en-US" altLang="zh-CN" dirty="0"/>
              <a:t>(</a:t>
            </a:r>
            <a:r>
              <a:rPr lang="en-US" altLang="zh-CN" dirty="0" err="1"/>
              <a:t>mutex</a:t>
            </a:r>
            <a:r>
              <a:rPr lang="en-US" altLang="zh-CN" dirty="0"/>
              <a:t>)</a:t>
            </a:r>
            <a:r>
              <a:rPr lang="zh-CN" altLang="en-US" dirty="0"/>
              <a:t>相关的类。</a:t>
            </a:r>
            <a:r>
              <a:rPr lang="en-US" altLang="zh-CN" dirty="0" err="1"/>
              <a:t>mutex</a:t>
            </a:r>
            <a:r>
              <a:rPr lang="zh-CN" altLang="en-US" dirty="0"/>
              <a:t>提供了</a:t>
            </a:r>
            <a:r>
              <a:rPr lang="en-US" altLang="zh-CN" dirty="0"/>
              <a:t>4</a:t>
            </a:r>
            <a:r>
              <a:rPr lang="zh-CN" altLang="en-US" dirty="0"/>
              <a:t>种互斥类型</a:t>
            </a:r>
            <a:endParaRPr lang="en-US" altLang="zh-CN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641843" y="3880021"/>
            <a:ext cx="7752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mutex</a:t>
            </a:r>
            <a:r>
              <a:rPr lang="en-US" altLang="zh-CN" dirty="0"/>
              <a:t> </a:t>
            </a:r>
            <a:r>
              <a:rPr lang="zh-CN" altLang="en-US" dirty="0" smtClean="0"/>
              <a:t>对象我们用的非常多，但是要注意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mutex</a:t>
            </a:r>
            <a:r>
              <a:rPr lang="en-US" altLang="zh-CN" dirty="0"/>
              <a:t> </a:t>
            </a:r>
            <a:r>
              <a:rPr lang="zh-CN" altLang="en-US" dirty="0" smtClean="0"/>
              <a:t>是</a:t>
            </a:r>
            <a:r>
              <a:rPr lang="zh-CN" altLang="en-US" dirty="0" smtClean="0">
                <a:solidFill>
                  <a:srgbClr val="FF0000"/>
                </a:solidFill>
              </a:rPr>
              <a:t>不可重入锁</a:t>
            </a:r>
            <a:endParaRPr lang="zh-CN" altLang="en-US" dirty="0">
              <a:solidFill>
                <a:srgbClr val="FF0000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843" y="1596920"/>
            <a:ext cx="8200000" cy="1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01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互斥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27220" y="1029730"/>
            <a:ext cx="87403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通常不直接调用</a:t>
            </a:r>
            <a:r>
              <a:rPr lang="en-US" altLang="zh-CN" dirty="0" err="1" smtClean="0"/>
              <a:t>mutex</a:t>
            </a:r>
            <a:r>
              <a:rPr lang="zh-CN" altLang="en-US" dirty="0" smtClean="0"/>
              <a:t>的</a:t>
            </a:r>
            <a:r>
              <a:rPr lang="en-US" altLang="zh-CN" dirty="0" smtClean="0"/>
              <a:t>lock</a:t>
            </a:r>
            <a:r>
              <a:rPr lang="zh-CN" altLang="en-US" dirty="0" smtClean="0"/>
              <a:t>方法，而是借助</a:t>
            </a:r>
            <a:r>
              <a:rPr lang="en-US" altLang="zh-CN" dirty="0" err="1" smtClean="0"/>
              <a:t>lock_guard</a:t>
            </a:r>
            <a:r>
              <a:rPr lang="zh-CN" altLang="en-US" dirty="0" smtClean="0"/>
              <a:t>和</a:t>
            </a:r>
            <a:r>
              <a:rPr lang="en-US" altLang="zh-CN" dirty="0" err="1" smtClean="0"/>
              <a:t>unique_lock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使用时，声明</a:t>
            </a:r>
            <a:r>
              <a:rPr lang="en-US" altLang="zh-CN" dirty="0" err="1" smtClean="0"/>
              <a:t>lock_guard</a:t>
            </a:r>
            <a:r>
              <a:rPr lang="zh-CN" altLang="en-US" dirty="0" smtClean="0"/>
              <a:t>或</a:t>
            </a:r>
            <a:r>
              <a:rPr lang="en-US" altLang="zh-CN" dirty="0" err="1" smtClean="0"/>
              <a:t>unique_lock</a:t>
            </a:r>
            <a:r>
              <a:rPr lang="zh-CN" altLang="en-US" dirty="0" smtClean="0"/>
              <a:t>的局部变量，作用域结束时可以自动释放锁。</a:t>
            </a:r>
            <a:endParaRPr lang="en-US" altLang="zh-CN" dirty="0" smtClean="0"/>
          </a:p>
          <a:p>
            <a:r>
              <a:rPr lang="zh-CN" altLang="en-US" dirty="0" smtClean="0"/>
              <a:t>而直接使用</a:t>
            </a:r>
            <a:r>
              <a:rPr lang="en-US" altLang="zh-CN" dirty="0" err="1" smtClean="0"/>
              <a:t>mutex</a:t>
            </a:r>
            <a:r>
              <a:rPr lang="zh-CN" altLang="en-US" dirty="0" smtClean="0"/>
              <a:t>会有忘记</a:t>
            </a:r>
            <a:r>
              <a:rPr lang="en-US" altLang="zh-CN" dirty="0" smtClean="0"/>
              <a:t>unlock</a:t>
            </a:r>
            <a:r>
              <a:rPr lang="zh-CN" altLang="en-US" dirty="0" smtClean="0"/>
              <a:t>的问题。</a:t>
            </a:r>
            <a:endParaRPr lang="en-US" altLang="zh-CN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641843" y="2314832"/>
            <a:ext cx="775251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{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const</a:t>
            </a:r>
            <a:r>
              <a:rPr lang="en-US" altLang="zh-CN" dirty="0"/>
              <a:t>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lock_guard</a:t>
            </a:r>
            <a:r>
              <a:rPr lang="en-US" altLang="zh-CN" dirty="0"/>
              <a:t>&lt;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mutex</a:t>
            </a:r>
            <a:r>
              <a:rPr lang="en-US" altLang="zh-CN" dirty="0"/>
              <a:t>&gt; lock(</a:t>
            </a:r>
            <a:r>
              <a:rPr lang="en-US" altLang="zh-CN" dirty="0" err="1"/>
              <a:t>g_i_mutex</a:t>
            </a:r>
            <a:r>
              <a:rPr lang="en-US" altLang="zh-CN" dirty="0" smtClean="0"/>
              <a:t>);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 ….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// </a:t>
            </a:r>
            <a:r>
              <a:rPr lang="zh-CN" altLang="en-US" dirty="0" smtClean="0"/>
              <a:t>自动解锁</a:t>
            </a:r>
            <a:endParaRPr lang="en-US" altLang="zh-CN" dirty="0"/>
          </a:p>
          <a:p>
            <a:r>
              <a:rPr lang="en-US" altLang="zh-CN" dirty="0" smtClean="0"/>
              <a:t>}</a:t>
            </a:r>
          </a:p>
          <a:p>
            <a:endParaRPr lang="en-US" altLang="zh-CN" dirty="0"/>
          </a:p>
          <a:p>
            <a:r>
              <a:rPr lang="en-US" altLang="zh-CN" dirty="0" smtClean="0"/>
              <a:t>{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std</a:t>
            </a:r>
            <a:r>
              <a:rPr lang="en-US" altLang="zh-CN" dirty="0" smtClean="0"/>
              <a:t>::</a:t>
            </a:r>
            <a:r>
              <a:rPr lang="en-US" altLang="zh-CN" dirty="0" err="1" smtClean="0"/>
              <a:t>unique_lock</a:t>
            </a:r>
            <a:r>
              <a:rPr lang="en-US" altLang="zh-CN" dirty="0" smtClean="0"/>
              <a:t>&lt;</a:t>
            </a:r>
            <a:r>
              <a:rPr lang="en-US" altLang="zh-CN" dirty="0" err="1" smtClean="0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mutex</a:t>
            </a:r>
            <a:r>
              <a:rPr lang="en-US" altLang="zh-CN" dirty="0"/>
              <a:t>&gt; </a:t>
            </a:r>
            <a:r>
              <a:rPr lang="en-US" altLang="zh-CN" dirty="0" smtClean="0"/>
              <a:t>lock1(</a:t>
            </a:r>
            <a:r>
              <a:rPr lang="en-US" altLang="zh-CN" dirty="0" err="1" smtClean="0"/>
              <a:t>mutex</a:t>
            </a:r>
            <a:r>
              <a:rPr lang="en-US" altLang="zh-CN" dirty="0" smtClean="0"/>
              <a:t>);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…..</a:t>
            </a:r>
          </a:p>
          <a:p>
            <a:r>
              <a:rPr lang="en-US" altLang="zh-CN" dirty="0"/>
              <a:t> </a:t>
            </a:r>
            <a:r>
              <a:rPr lang="en-US" altLang="zh-CN" dirty="0"/>
              <a:t> </a:t>
            </a:r>
            <a:r>
              <a:rPr lang="en-US" altLang="zh-CN" dirty="0" smtClean="0"/>
              <a:t> lock1.unlock</a:t>
            </a:r>
            <a:r>
              <a:rPr lang="en-US" altLang="zh-CN" dirty="0"/>
              <a:t>();</a:t>
            </a:r>
          </a:p>
          <a:p>
            <a:r>
              <a:rPr lang="en-US" altLang="zh-CN" dirty="0" smtClean="0"/>
              <a:t>   lock1.lock();//</a:t>
            </a:r>
            <a:r>
              <a:rPr lang="en-US" altLang="zh-CN" dirty="0" err="1" smtClean="0"/>
              <a:t>unique_lock</a:t>
            </a:r>
            <a:r>
              <a:rPr lang="zh-CN" altLang="en-US" dirty="0" smtClean="0"/>
              <a:t>可以反复加锁、解锁，比</a:t>
            </a:r>
            <a:r>
              <a:rPr lang="en-US" altLang="zh-CN" dirty="0" err="1" smtClean="0"/>
              <a:t>lock_guard</a:t>
            </a:r>
            <a:r>
              <a:rPr lang="zh-CN" altLang="en-US" dirty="0" smtClean="0"/>
              <a:t>更灵活</a:t>
            </a:r>
            <a:endParaRPr lang="en-US" altLang="zh-CN" dirty="0"/>
          </a:p>
          <a:p>
            <a:r>
              <a:rPr lang="en-US" altLang="zh-CN" dirty="0" smtClean="0"/>
              <a:t>}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666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条件变量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53079" y="1046205"/>
            <a:ext cx="105938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condition_variable</a:t>
            </a:r>
            <a:r>
              <a:rPr lang="zh-CN" altLang="en-US" dirty="0"/>
              <a:t>条件变量可以阻塞（</a:t>
            </a:r>
            <a:r>
              <a:rPr lang="en-US" altLang="zh-CN" dirty="0"/>
              <a:t>wait</a:t>
            </a:r>
            <a:r>
              <a:rPr lang="zh-CN" altLang="en-US" dirty="0"/>
              <a:t>、</a:t>
            </a:r>
            <a:r>
              <a:rPr lang="en-US" altLang="zh-CN" dirty="0" err="1"/>
              <a:t>wait_for</a:t>
            </a:r>
            <a:r>
              <a:rPr lang="zh-CN" altLang="en-US" dirty="0"/>
              <a:t>、</a:t>
            </a:r>
            <a:r>
              <a:rPr lang="en-US" altLang="zh-CN" dirty="0" err="1"/>
              <a:t>wait_until</a:t>
            </a:r>
            <a:r>
              <a:rPr lang="zh-CN" altLang="en-US" dirty="0"/>
              <a:t>）调用的线程直到使用（</a:t>
            </a:r>
            <a:r>
              <a:rPr lang="en-US" altLang="zh-CN" dirty="0" err="1"/>
              <a:t>notify_one</a:t>
            </a:r>
            <a:r>
              <a:rPr lang="zh-CN" altLang="en-US" dirty="0"/>
              <a:t>或</a:t>
            </a:r>
            <a:r>
              <a:rPr lang="en-US" altLang="zh-CN" dirty="0" err="1"/>
              <a:t>notify_all</a:t>
            </a:r>
            <a:r>
              <a:rPr lang="zh-CN" altLang="en-US" dirty="0"/>
              <a:t>）通知恢复为止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当我们需要等一个任务执行结束，继续执行时，条件变量非常有用。</a:t>
            </a:r>
            <a:endParaRPr lang="en-US" altLang="zh-CN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453079" y="2405972"/>
            <a:ext cx="99595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unique_lock</a:t>
            </a:r>
            <a:r>
              <a:rPr lang="en-US" altLang="zh-CN" dirty="0"/>
              <a:t>&lt;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mutex</a:t>
            </a:r>
            <a:r>
              <a:rPr lang="en-US" altLang="zh-CN" dirty="0" smtClean="0"/>
              <a:t>&gt;);//</a:t>
            </a:r>
            <a:r>
              <a:rPr lang="zh-CN" altLang="en-US" dirty="0"/>
              <a:t>自动上锁</a:t>
            </a:r>
          </a:p>
          <a:p>
            <a:r>
              <a:rPr lang="en-US" altLang="zh-CN" dirty="0" err="1" smtClean="0"/>
              <a:t>cv.wait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lck</a:t>
            </a:r>
            <a:r>
              <a:rPr lang="en-US" altLang="zh-CN" dirty="0"/>
              <a:t>, </a:t>
            </a:r>
            <a:r>
              <a:rPr lang="en-US" altLang="zh-CN" dirty="0" smtClean="0"/>
              <a:t>[]{</a:t>
            </a:r>
            <a:r>
              <a:rPr lang="en-US" altLang="zh-CN" dirty="0" err="1"/>
              <a:t>lck</a:t>
            </a:r>
            <a:r>
              <a:rPr lang="en-US" altLang="zh-CN" dirty="0"/>
              <a:t>(</a:t>
            </a:r>
            <a:r>
              <a:rPr lang="en-US" altLang="zh-CN" dirty="0" err="1"/>
              <a:t>mtx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smtClean="0"/>
              <a:t>return </a:t>
            </a:r>
            <a:r>
              <a:rPr lang="en-US" altLang="zh-CN" dirty="0"/>
              <a:t>value != 0</a:t>
            </a:r>
            <a:r>
              <a:rPr lang="en-US" altLang="zh-CN" dirty="0" smtClean="0"/>
              <a:t>; //</a:t>
            </a:r>
            <a:r>
              <a:rPr lang="zh-CN" altLang="en-US" dirty="0" smtClean="0"/>
              <a:t>阻塞直到唤醒且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不为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。如果一开始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就不为</a:t>
            </a:r>
            <a:r>
              <a:rPr lang="en-US" altLang="zh-CN" dirty="0" smtClean="0"/>
              <a:t>0</a:t>
            </a:r>
            <a:r>
              <a:rPr lang="zh-CN" altLang="en-US" dirty="0" smtClean="0"/>
              <a:t>，也不会阻塞</a:t>
            </a:r>
            <a:endParaRPr lang="en-US" altLang="zh-CN" dirty="0"/>
          </a:p>
          <a:p>
            <a:r>
              <a:rPr lang="en-US" altLang="zh-CN" dirty="0" smtClean="0"/>
              <a:t>});</a:t>
            </a:r>
          </a:p>
          <a:p>
            <a:endParaRPr lang="en-US" altLang="zh-CN" dirty="0"/>
          </a:p>
          <a:p>
            <a:r>
              <a:rPr lang="en-US" altLang="zh-CN" dirty="0" smtClean="0"/>
              <a:t>// </a:t>
            </a:r>
            <a:r>
              <a:rPr lang="zh-CN" altLang="en-US" dirty="0" smtClean="0"/>
              <a:t>另外一个线程</a:t>
            </a:r>
            <a:endParaRPr lang="en-US" altLang="zh-CN" dirty="0" smtClean="0"/>
          </a:p>
          <a:p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lock_guard</a:t>
            </a:r>
            <a:r>
              <a:rPr lang="en-US" altLang="zh-CN" dirty="0"/>
              <a:t>&lt;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mutex</a:t>
            </a:r>
            <a:r>
              <a:rPr lang="en-US" altLang="zh-CN" dirty="0"/>
              <a:t>&gt; </a:t>
            </a:r>
            <a:r>
              <a:rPr lang="en-US" altLang="zh-CN" dirty="0" smtClean="0"/>
              <a:t>l(</a:t>
            </a:r>
            <a:r>
              <a:rPr lang="en-US" altLang="zh-CN" dirty="0" err="1" smtClean="0"/>
              <a:t>mtx</a:t>
            </a:r>
            <a:r>
              <a:rPr lang="en-US" altLang="zh-CN" dirty="0" smtClean="0"/>
              <a:t>);</a:t>
            </a:r>
          </a:p>
          <a:p>
            <a:r>
              <a:rPr lang="en-US" altLang="zh-CN" dirty="0" err="1"/>
              <a:t>cv.notify_one</a:t>
            </a:r>
            <a:r>
              <a:rPr lang="en-US" altLang="zh-CN" dirty="0"/>
              <a:t>();</a:t>
            </a: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453079" y="5099222"/>
            <a:ext cx="103220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wait</a:t>
            </a:r>
            <a:r>
              <a:rPr lang="zh-CN" altLang="en-US" dirty="0" smtClean="0"/>
              <a:t>的过程</a:t>
            </a:r>
            <a:r>
              <a:rPr lang="zh-CN" altLang="en-US" dirty="0"/>
              <a:t>伴随着锁的释放、重新上锁，所以和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condition_variable.wait</a:t>
            </a:r>
            <a:r>
              <a:rPr lang="zh-CN" altLang="en-US" dirty="0"/>
              <a:t>一起使用的是</a:t>
            </a:r>
            <a:r>
              <a:rPr lang="en-US" altLang="zh-CN" dirty="0" err="1">
                <a:solidFill>
                  <a:srgbClr val="FF0000"/>
                </a:solidFill>
              </a:rPr>
              <a:t>unique_lock</a:t>
            </a:r>
            <a:r>
              <a:rPr lang="zh-CN" altLang="en-US" dirty="0"/>
              <a:t>而</a:t>
            </a:r>
            <a:r>
              <a:rPr lang="zh-CN" altLang="en-US" dirty="0" smtClean="0">
                <a:solidFill>
                  <a:srgbClr val="FF0000"/>
                </a:solidFill>
              </a:rPr>
              <a:t>不</a:t>
            </a:r>
            <a:r>
              <a:rPr lang="zh-CN" altLang="en-US" dirty="0">
                <a:solidFill>
                  <a:srgbClr val="FF0000"/>
                </a:solidFill>
              </a:rPr>
              <a:t>能</a:t>
            </a:r>
            <a:r>
              <a:rPr lang="zh-CN" altLang="en-US" dirty="0" smtClean="0"/>
              <a:t>是</a:t>
            </a:r>
            <a:r>
              <a:rPr lang="en-US" altLang="zh-CN" dirty="0" err="1"/>
              <a:t>lock_guard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9862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原子变量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9557" y="1252152"/>
            <a:ext cx="93169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</a:t>
            </a:r>
            <a:r>
              <a:rPr lang="en-US" altLang="zh-CN" dirty="0"/>
              <a:t>++</a:t>
            </a:r>
            <a:r>
              <a:rPr lang="zh-CN" altLang="en-US" dirty="0"/>
              <a:t>、</a:t>
            </a:r>
            <a:r>
              <a:rPr lang="en-US" altLang="zh-CN" dirty="0"/>
              <a:t>++</a:t>
            </a:r>
            <a:r>
              <a:rPr lang="en-US" altLang="zh-CN" dirty="0" err="1"/>
              <a:t>i</a:t>
            </a:r>
            <a:r>
              <a:rPr lang="zh-CN" altLang="en-US" dirty="0"/>
              <a:t>、</a:t>
            </a:r>
            <a:r>
              <a:rPr lang="en-US" altLang="zh-CN" dirty="0"/>
              <a:t>i+1</a:t>
            </a:r>
            <a:r>
              <a:rPr lang="zh-CN" altLang="en-US" dirty="0"/>
              <a:t>、</a:t>
            </a:r>
            <a:r>
              <a:rPr lang="en-US" altLang="zh-CN" dirty="0" err="1"/>
              <a:t>i</a:t>
            </a:r>
            <a:r>
              <a:rPr lang="en-US" altLang="zh-CN" dirty="0"/>
              <a:t>=i+1</a:t>
            </a:r>
            <a:r>
              <a:rPr lang="zh-CN" altLang="en-US" dirty="0"/>
              <a:t>、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=1</a:t>
            </a:r>
            <a:r>
              <a:rPr lang="zh-CN" altLang="en-US" dirty="0"/>
              <a:t>等语句，</a:t>
            </a:r>
            <a:r>
              <a:rPr lang="en-US" altLang="zh-CN" dirty="0"/>
              <a:t>C++</a:t>
            </a:r>
            <a:r>
              <a:rPr lang="zh-CN" altLang="en-US" dirty="0"/>
              <a:t>里面其实都不能保证一定是原子</a:t>
            </a:r>
            <a:r>
              <a:rPr lang="zh-CN" altLang="en-US" dirty="0" smtClean="0"/>
              <a:t>操作，所以有需求必须使用原子变量。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en-US" dirty="0" smtClean="0"/>
              <a:t>另外</a:t>
            </a:r>
            <a:r>
              <a:rPr lang="zh-CN" altLang="en-US" dirty="0"/>
              <a:t>原子</a:t>
            </a:r>
            <a:r>
              <a:rPr lang="zh-CN" altLang="en-US" dirty="0" smtClean="0"/>
              <a:t>变量还可以用来实现无锁队列。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/>
              <a:t>C++</a:t>
            </a:r>
            <a:r>
              <a:rPr lang="zh-CN" altLang="en-US" dirty="0"/>
              <a:t>标准库提供的原子类型，包括整型、指针、布尔值等，使用方法也非常简单，只需要通过</a:t>
            </a:r>
            <a:r>
              <a:rPr lang="en-US" altLang="zh-CN" dirty="0"/>
              <a:t>`</a:t>
            </a:r>
            <a:r>
              <a:rPr lang="en-US" altLang="zh-CN" dirty="0" err="1"/>
              <a:t>std</a:t>
            </a:r>
            <a:r>
              <a:rPr lang="en-US" altLang="zh-CN" dirty="0"/>
              <a:t>::atomic&lt;T&gt;`</a:t>
            </a:r>
            <a:r>
              <a:rPr lang="zh-CN" altLang="en-US" dirty="0"/>
              <a:t>定义一个原子变量即可，其中</a:t>
            </a:r>
            <a:r>
              <a:rPr lang="en-US" altLang="zh-CN" dirty="0"/>
              <a:t>T</a:t>
            </a:r>
            <a:r>
              <a:rPr lang="zh-CN" altLang="en-US" dirty="0"/>
              <a:t>表示变量的类型</a:t>
            </a:r>
            <a:endParaRPr lang="en-US" altLang="zh-CN" dirty="0" smtClean="0"/>
          </a:p>
        </p:txBody>
      </p:sp>
      <p:sp>
        <p:nvSpPr>
          <p:cNvPr id="3" name="文本框 2"/>
          <p:cNvSpPr txBox="1"/>
          <p:nvPr/>
        </p:nvSpPr>
        <p:spPr>
          <a:xfrm>
            <a:off x="543697" y="3377014"/>
            <a:ext cx="846026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示例：</a:t>
            </a:r>
            <a:endParaRPr lang="en-US" altLang="zh-CN" dirty="0" smtClean="0"/>
          </a:p>
          <a:p>
            <a:r>
              <a:rPr lang="en-US" altLang="zh-CN" dirty="0" err="1" smtClean="0"/>
              <a:t>atomic_int</a:t>
            </a:r>
            <a:r>
              <a:rPr lang="en-US" altLang="zh-CN" dirty="0" smtClean="0"/>
              <a:t> </a:t>
            </a:r>
            <a:r>
              <a:rPr lang="en-US" altLang="zh-CN" dirty="0" err="1"/>
              <a:t>total_a</a:t>
            </a:r>
            <a:r>
              <a:rPr lang="en-US" altLang="zh-CN" dirty="0"/>
              <a:t>(0);//</a:t>
            </a:r>
            <a:r>
              <a:rPr lang="en-US" altLang="zh-CN" dirty="0" err="1"/>
              <a:t>atomic_int</a:t>
            </a:r>
            <a:r>
              <a:rPr lang="zh-CN" altLang="en-US" dirty="0"/>
              <a:t>是</a:t>
            </a:r>
            <a:r>
              <a:rPr lang="en-US" altLang="zh-CN" dirty="0"/>
              <a:t>atomic&lt;</a:t>
            </a:r>
            <a:r>
              <a:rPr lang="en-US" altLang="zh-CN" dirty="0" err="1"/>
              <a:t>int</a:t>
            </a:r>
            <a:r>
              <a:rPr lang="en-US" altLang="zh-CN" dirty="0"/>
              <a:t>&gt;</a:t>
            </a:r>
            <a:r>
              <a:rPr lang="zh-CN" altLang="en-US" dirty="0"/>
              <a:t>的别名</a:t>
            </a:r>
          </a:p>
          <a:p>
            <a:endParaRPr lang="zh-CN" altLang="en-US" dirty="0"/>
          </a:p>
          <a:p>
            <a:r>
              <a:rPr lang="en-US" altLang="zh-CN" dirty="0"/>
              <a:t>void thread_task3() {</a:t>
            </a:r>
          </a:p>
          <a:p>
            <a:r>
              <a:rPr lang="en-US" altLang="zh-CN" dirty="0"/>
              <a:t>    for (</a:t>
            </a:r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i</a:t>
            </a:r>
            <a:r>
              <a:rPr lang="en-US" altLang="zh-CN" dirty="0"/>
              <a:t> = 0; </a:t>
            </a:r>
            <a:r>
              <a:rPr lang="en-US" altLang="zh-CN" dirty="0" err="1"/>
              <a:t>i</a:t>
            </a:r>
            <a:r>
              <a:rPr lang="en-US" altLang="zh-CN" dirty="0"/>
              <a:t> &lt; MAX; </a:t>
            </a:r>
            <a:r>
              <a:rPr lang="en-US" altLang="zh-CN" dirty="0" err="1"/>
              <a:t>i</a:t>
            </a:r>
            <a:r>
              <a:rPr lang="en-US" altLang="zh-CN" dirty="0"/>
              <a:t>++) {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total_a</a:t>
            </a:r>
            <a:r>
              <a:rPr lang="en-US" altLang="zh-CN" dirty="0"/>
              <a:t> += 1;</a:t>
            </a:r>
          </a:p>
          <a:p>
            <a:r>
              <a:rPr lang="en-US" altLang="zh-CN" dirty="0"/>
              <a:t>        </a:t>
            </a:r>
            <a:r>
              <a:rPr lang="en-US" altLang="zh-CN" dirty="0" err="1"/>
              <a:t>total_a</a:t>
            </a:r>
            <a:r>
              <a:rPr lang="en-US" altLang="zh-CN" dirty="0"/>
              <a:t> -= 1</a:t>
            </a:r>
            <a:r>
              <a:rPr lang="en-US" altLang="zh-CN" dirty="0" smtClean="0"/>
              <a:t>; // atomic</a:t>
            </a:r>
            <a:r>
              <a:rPr lang="zh-CN" altLang="en-US" dirty="0" smtClean="0"/>
              <a:t>类重载了</a:t>
            </a:r>
            <a:r>
              <a:rPr lang="en-US" altLang="zh-CN" dirty="0" smtClean="0"/>
              <a:t>+</a:t>
            </a:r>
            <a:r>
              <a:rPr lang="zh-CN" altLang="en-US" dirty="0" smtClean="0"/>
              <a:t>、</a:t>
            </a:r>
            <a:r>
              <a:rPr lang="en-US" altLang="zh-CN" dirty="0" smtClean="0"/>
              <a:t>-</a:t>
            </a:r>
            <a:endParaRPr lang="en-US" altLang="zh-CN" dirty="0"/>
          </a:p>
          <a:p>
            <a:r>
              <a:rPr lang="en-US" altLang="zh-CN" dirty="0"/>
              <a:t>    }</a:t>
            </a:r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543697" y="6055874"/>
            <a:ext cx="6075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Atomic</a:t>
            </a:r>
            <a:r>
              <a:rPr lang="zh-CN" altLang="en-US" dirty="0" smtClean="0"/>
              <a:t>提供的更多函数请参考标准文档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68153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内存序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032" y="1208560"/>
            <a:ext cx="906162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所有函数都有一个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memory_order</a:t>
            </a:r>
            <a:r>
              <a:rPr lang="en-US" altLang="zh-CN" dirty="0"/>
              <a:t> </a:t>
            </a:r>
            <a:r>
              <a:rPr lang="zh-CN" altLang="en-US" dirty="0"/>
              <a:t>参数。如果</a:t>
            </a:r>
            <a:r>
              <a:rPr lang="zh-CN" altLang="en-US" dirty="0" smtClean="0"/>
              <a:t>不熟悉，可以一律</a:t>
            </a:r>
            <a:r>
              <a:rPr lang="zh-CN" altLang="en-US" dirty="0"/>
              <a:t>传</a:t>
            </a:r>
            <a:r>
              <a:rPr lang="en-US" altLang="zh-CN" dirty="0" err="1" smtClean="0"/>
              <a:t>memory_order_seq_cst</a:t>
            </a:r>
            <a:r>
              <a:rPr lang="zh-CN" altLang="en-US" dirty="0" smtClean="0"/>
              <a:t>。或者忽略</a:t>
            </a:r>
            <a:r>
              <a:rPr lang="zh-CN" altLang="en-US" dirty="0"/>
              <a:t>不传入</a:t>
            </a:r>
            <a:r>
              <a:rPr lang="zh-CN" altLang="en-US" dirty="0" smtClean="0"/>
              <a:t>参数，因为</a:t>
            </a:r>
            <a:r>
              <a:rPr lang="en-US" altLang="zh-CN" dirty="0" err="1" smtClean="0"/>
              <a:t>memory_order_seq_cst</a:t>
            </a:r>
            <a:r>
              <a:rPr lang="zh-CN" altLang="en-US" dirty="0"/>
              <a:t>就是参数的默认</a:t>
            </a:r>
            <a:r>
              <a:rPr lang="zh-CN" altLang="en-US" dirty="0" smtClean="0"/>
              <a:t>值。</a:t>
            </a:r>
            <a:endParaRPr lang="en-US" altLang="zh-CN" dirty="0" smtClean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32" y="2453683"/>
            <a:ext cx="10761905" cy="3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6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en-US" altLang="zh-CN" sz="2400" b="1" spc="-5" dirty="0" err="1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std</a:t>
            </a:r>
            <a:r>
              <a:rPr lang="en-US" altLang="zh-CN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::future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032" y="1208560"/>
            <a:ext cx="90616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子线程执行的函数可以有返回值，那么怎么获取这个返回值？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486032" y="1899685"/>
            <a:ext cx="83037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c++11还提供了异步接口`std::async`，它返回一个`std::future`，这个`future`中存储了线程函数返回的结果。需要线程函数的结果时，通过`future.get()`拿到结果。如果调用future.get()的时候，线程还没返回，会阻塞在这里等到线程结束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486032" y="3146854"/>
            <a:ext cx="855911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int</a:t>
            </a:r>
            <a:r>
              <a:rPr lang="en-US" altLang="zh-CN" dirty="0"/>
              <a:t> </a:t>
            </a:r>
            <a:r>
              <a:rPr lang="en-US" altLang="zh-CN" dirty="0" err="1"/>
              <a:t>mythread</a:t>
            </a:r>
            <a:r>
              <a:rPr lang="en-US" altLang="zh-CN" dirty="0"/>
              <a:t>()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err="1" smtClean="0"/>
              <a:t>cout</a:t>
            </a:r>
            <a:r>
              <a:rPr lang="en-US" altLang="zh-CN" dirty="0" smtClean="0"/>
              <a:t> </a:t>
            </a:r>
            <a:r>
              <a:rPr lang="en-US" altLang="zh-CN" dirty="0"/>
              <a:t>&lt;&lt; "</a:t>
            </a:r>
            <a:r>
              <a:rPr lang="en-US" altLang="zh-CN" dirty="0" err="1"/>
              <a:t>mythread</a:t>
            </a:r>
            <a:r>
              <a:rPr lang="en-US" altLang="zh-CN" dirty="0"/>
              <a:t> start" &lt;&lt; "</a:t>
            </a:r>
            <a:r>
              <a:rPr lang="en-US" altLang="zh-CN" dirty="0" err="1"/>
              <a:t>threadid</a:t>
            </a:r>
            <a:r>
              <a:rPr lang="en-US" altLang="zh-CN" dirty="0"/>
              <a:t>= " &lt;&lt;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this_thread</a:t>
            </a:r>
            <a:r>
              <a:rPr lang="en-US" altLang="zh-CN" dirty="0"/>
              <a:t>::</a:t>
            </a:r>
            <a:r>
              <a:rPr lang="en-US" altLang="zh-CN" dirty="0" err="1"/>
              <a:t>get_id</a:t>
            </a:r>
            <a:r>
              <a:rPr lang="en-US" altLang="zh-CN" dirty="0"/>
              <a:t>() &lt;&lt; </a:t>
            </a:r>
            <a:r>
              <a:rPr lang="en-US" altLang="zh-CN" dirty="0" err="1"/>
              <a:t>endl</a:t>
            </a:r>
            <a:r>
              <a:rPr lang="en-US" altLang="zh-CN" dirty="0" smtClean="0"/>
              <a:t>;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 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chrono</a:t>
            </a:r>
            <a:r>
              <a:rPr lang="en-US" altLang="zh-CN" dirty="0"/>
              <a:t>::milliseconds </a:t>
            </a:r>
            <a:r>
              <a:rPr lang="en-US" altLang="zh-CN" dirty="0" err="1"/>
              <a:t>dura</a:t>
            </a:r>
            <a:r>
              <a:rPr lang="en-US" altLang="zh-CN" dirty="0"/>
              <a:t>(5000); </a:t>
            </a:r>
            <a:endParaRPr lang="en-US" altLang="zh-CN" dirty="0" smtClean="0"/>
          </a:p>
          <a:p>
            <a:r>
              <a:rPr lang="en-US" altLang="zh-CN" dirty="0"/>
              <a:t> </a:t>
            </a:r>
            <a:r>
              <a:rPr lang="en-US" altLang="zh-CN" dirty="0" smtClean="0"/>
              <a:t>  return </a:t>
            </a:r>
            <a:r>
              <a:rPr lang="en-US" altLang="zh-CN" dirty="0"/>
              <a:t>5</a:t>
            </a:r>
            <a:r>
              <a:rPr lang="en-US" altLang="zh-CN" dirty="0" smtClean="0"/>
              <a:t>;</a:t>
            </a:r>
          </a:p>
          <a:p>
            <a:r>
              <a:rPr lang="en-US" altLang="zh-CN" dirty="0" smtClean="0"/>
              <a:t>}</a:t>
            </a:r>
          </a:p>
          <a:p>
            <a:endParaRPr lang="en-US" altLang="zh-CN" dirty="0"/>
          </a:p>
          <a:p>
            <a:r>
              <a:rPr lang="en-US" altLang="zh-CN" dirty="0" err="1"/>
              <a:t>std</a:t>
            </a:r>
            <a:r>
              <a:rPr lang="en-US" altLang="zh-CN" dirty="0"/>
              <a:t>::future&lt;</a:t>
            </a:r>
            <a:r>
              <a:rPr lang="en-US" altLang="zh-CN" dirty="0" err="1"/>
              <a:t>int</a:t>
            </a:r>
            <a:r>
              <a:rPr lang="en-US" altLang="zh-CN" dirty="0"/>
              <a:t>&gt; result = 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async</a:t>
            </a:r>
            <a:r>
              <a:rPr lang="en-US" altLang="zh-CN" dirty="0"/>
              <a:t>(</a:t>
            </a:r>
            <a:r>
              <a:rPr lang="en-US" altLang="zh-CN" dirty="0" err="1"/>
              <a:t>std</a:t>
            </a:r>
            <a:r>
              <a:rPr lang="en-US" altLang="zh-CN" dirty="0"/>
              <a:t>::launch::</a:t>
            </a:r>
            <a:r>
              <a:rPr lang="en-US" altLang="zh-CN" dirty="0" err="1" smtClean="0"/>
              <a:t>deferred,mythread</a:t>
            </a:r>
            <a:r>
              <a:rPr lang="en-US" altLang="zh-CN" dirty="0" smtClean="0"/>
              <a:t>);</a:t>
            </a:r>
          </a:p>
          <a:p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future_status</a:t>
            </a:r>
            <a:r>
              <a:rPr lang="en-US" altLang="zh-CN" dirty="0"/>
              <a:t> status = </a:t>
            </a:r>
            <a:r>
              <a:rPr lang="en-US" altLang="zh-CN" dirty="0" err="1"/>
              <a:t>result.wait_for</a:t>
            </a:r>
            <a:r>
              <a:rPr lang="en-US" altLang="zh-CN" dirty="0"/>
              <a:t>(</a:t>
            </a:r>
            <a:r>
              <a:rPr lang="en-US" altLang="zh-CN" dirty="0" err="1"/>
              <a:t>std</a:t>
            </a:r>
            <a:r>
              <a:rPr lang="en-US" altLang="zh-CN" dirty="0"/>
              <a:t>::</a:t>
            </a:r>
            <a:r>
              <a:rPr lang="en-US" altLang="zh-CN" dirty="0" err="1"/>
              <a:t>chrono</a:t>
            </a:r>
            <a:r>
              <a:rPr lang="en-US" altLang="zh-CN" dirty="0"/>
              <a:t>::seconds(3</a:t>
            </a:r>
            <a:r>
              <a:rPr lang="en-US" altLang="zh-CN" dirty="0" smtClean="0"/>
              <a:t>));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21675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线程池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4270" y="1092377"/>
            <a:ext cx="966298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如果</a:t>
            </a:r>
            <a:r>
              <a:rPr lang="zh-CN" altLang="en-US" dirty="0"/>
              <a:t>我们需要多次使用线程，这就意味着，需要多次的创建并销毁线程。而创建并销毁线程的过程势必会消耗内存，线程过多会带来调动的开销，进而影响缓存局部性和整体性能。线程的创建并销毁有以下一些缺点：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创建</a:t>
            </a:r>
            <a:r>
              <a:rPr lang="zh-CN" altLang="en-US" dirty="0"/>
              <a:t>太多线程，将会浪费一定的资源，有些线程未被充分使用。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销毁</a:t>
            </a:r>
            <a:r>
              <a:rPr lang="zh-CN" altLang="en-US" dirty="0"/>
              <a:t>太多线程，将导致之后浪费时间再次创建它们。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创建</a:t>
            </a:r>
            <a:r>
              <a:rPr lang="zh-CN" altLang="en-US" dirty="0"/>
              <a:t>线程太慢，将会导致长时间的等待，性能变差。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销毁</a:t>
            </a:r>
            <a:r>
              <a:rPr lang="zh-CN" altLang="en-US" dirty="0"/>
              <a:t>线程太慢，导致其它线程资源饥饿。</a:t>
            </a:r>
          </a:p>
          <a:p>
            <a:endParaRPr lang="zh-CN" altLang="en-US" dirty="0"/>
          </a:p>
          <a:p>
            <a:r>
              <a:rPr lang="zh-CN" altLang="en-US" dirty="0"/>
              <a:t>线程池维护着多个线程，这避免了在处理短时间任务时，创建与销毁线程的代价。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51935" y="4753232"/>
            <a:ext cx="9498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（也就是说</a:t>
            </a:r>
            <a:r>
              <a:rPr lang="zh-CN" altLang="en-US" dirty="0" smtClean="0">
                <a:solidFill>
                  <a:srgbClr val="FF0000"/>
                </a:solidFill>
              </a:rPr>
              <a:t>，</a:t>
            </a:r>
            <a:r>
              <a:rPr lang="zh-CN" altLang="en-US" dirty="0">
                <a:solidFill>
                  <a:srgbClr val="FF0000"/>
                </a:solidFill>
              </a:rPr>
              <a:t>当</a:t>
            </a:r>
            <a:r>
              <a:rPr lang="zh-CN" altLang="en-US" dirty="0" smtClean="0">
                <a:solidFill>
                  <a:srgbClr val="FF0000"/>
                </a:solidFill>
              </a:rPr>
              <a:t>你频繁</a:t>
            </a:r>
            <a:r>
              <a:rPr lang="zh-CN" altLang="en-US" dirty="0">
                <a:solidFill>
                  <a:srgbClr val="FF0000"/>
                </a:solidFill>
              </a:rPr>
              <a:t>的创建、结束线程，</a:t>
            </a:r>
            <a:r>
              <a:rPr lang="zh-CN" altLang="en-US" dirty="0" smtClean="0">
                <a:solidFill>
                  <a:srgbClr val="FF0000"/>
                </a:solidFill>
              </a:rPr>
              <a:t>你才需要</a:t>
            </a:r>
            <a:r>
              <a:rPr lang="zh-CN" altLang="en-US" dirty="0">
                <a:solidFill>
                  <a:srgbClr val="FF0000"/>
                </a:solidFill>
              </a:rPr>
              <a:t>考虑使用线程</a:t>
            </a:r>
            <a:r>
              <a:rPr lang="zh-CN" altLang="en-US" dirty="0" smtClean="0">
                <a:solidFill>
                  <a:srgbClr val="FF0000"/>
                </a:solidFill>
              </a:rPr>
              <a:t>池）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193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线程池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4270" y="1092377"/>
            <a:ext cx="9662984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一般线程池都会有以下几个部分构成：</a:t>
            </a:r>
          </a:p>
          <a:p>
            <a:endParaRPr lang="zh-CN" altLang="en-US" dirty="0"/>
          </a:p>
          <a:p>
            <a:r>
              <a:rPr lang="en-US" altLang="zh-CN" dirty="0"/>
              <a:t>1. </a:t>
            </a:r>
            <a:r>
              <a:rPr lang="zh-CN" altLang="en-US" dirty="0"/>
              <a:t>线程池管理器（</a:t>
            </a:r>
            <a:r>
              <a:rPr lang="en-US" altLang="zh-CN" dirty="0" err="1"/>
              <a:t>ThreadPoolManager</a:t>
            </a:r>
            <a:r>
              <a:rPr lang="zh-CN" altLang="en-US" dirty="0"/>
              <a:t>）</a:t>
            </a:r>
            <a:r>
              <a:rPr lang="en-US" altLang="zh-CN" dirty="0"/>
              <a:t>:</a:t>
            </a:r>
            <a:r>
              <a:rPr lang="zh-CN" altLang="en-US" dirty="0"/>
              <a:t>用于创建并管理线程池，也就是线程池类</a:t>
            </a:r>
          </a:p>
          <a:p>
            <a:r>
              <a:rPr lang="en-US" altLang="zh-CN" dirty="0"/>
              <a:t>2. </a:t>
            </a:r>
            <a:r>
              <a:rPr lang="zh-CN" altLang="en-US" dirty="0"/>
              <a:t>工作线程（</a:t>
            </a:r>
            <a:r>
              <a:rPr lang="en-US" altLang="zh-CN" dirty="0" err="1"/>
              <a:t>WorkThread</a:t>
            </a:r>
            <a:r>
              <a:rPr lang="zh-CN" altLang="en-US" dirty="0"/>
              <a:t>）</a:t>
            </a:r>
            <a:r>
              <a:rPr lang="en-US" altLang="zh-CN" dirty="0"/>
              <a:t>: </a:t>
            </a:r>
            <a:r>
              <a:rPr lang="zh-CN" altLang="en-US" dirty="0"/>
              <a:t>线程池中线程</a:t>
            </a:r>
          </a:p>
          <a:p>
            <a:r>
              <a:rPr lang="en-US" altLang="zh-CN" dirty="0"/>
              <a:t>3. </a:t>
            </a:r>
            <a:r>
              <a:rPr lang="zh-CN" altLang="en-US" dirty="0"/>
              <a:t>任务队列</a:t>
            </a:r>
            <a:r>
              <a:rPr lang="en-US" altLang="zh-CN" dirty="0"/>
              <a:t>task: </a:t>
            </a:r>
            <a:r>
              <a:rPr lang="zh-CN" altLang="en-US" dirty="0"/>
              <a:t>用于存放没有处理的任务。提供一种缓冲机制。</a:t>
            </a:r>
          </a:p>
          <a:p>
            <a:r>
              <a:rPr lang="en-US" altLang="zh-CN" dirty="0"/>
              <a:t>4. append</a:t>
            </a:r>
            <a:r>
              <a:rPr lang="zh-CN" altLang="en-US" dirty="0"/>
              <a:t>：用于添加任务的接口</a:t>
            </a:r>
          </a:p>
          <a:p>
            <a:endParaRPr lang="zh-CN" altLang="en-US" dirty="0"/>
          </a:p>
          <a:p>
            <a:r>
              <a:rPr lang="en-US" altLang="zh-CN" dirty="0"/>
              <a:t>C++</a:t>
            </a:r>
            <a:r>
              <a:rPr lang="zh-CN" altLang="en-US" dirty="0"/>
              <a:t>并没有在语言级别上支持线程池技术，但是我们可以利用条件变量和互斥锁自己实现一个线程池。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83741" y="4267200"/>
            <a:ext cx="4028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附件给出一个线程池示例：</a:t>
            </a:r>
            <a:endParaRPr lang="zh-CN" altLang="en-US" dirty="0"/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864231"/>
              </p:ext>
            </p:extLst>
          </p:nvPr>
        </p:nvGraphicFramePr>
        <p:xfrm>
          <a:off x="494270" y="4976000"/>
          <a:ext cx="1306513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2" name="包装程序外壳对象" showAsIcon="1" r:id="rId5" imgW="1305720" imgH="500400" progId="Package">
                  <p:embed/>
                </p:oleObj>
              </mc:Choice>
              <mc:Fallback>
                <p:oleObj name="包装程序外壳对象" showAsIcon="1" r:id="rId5" imgW="1305720" imgH="50040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4270" y="4976000"/>
                        <a:ext cx="1306513" cy="500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42956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生产者</a:t>
            </a:r>
            <a:r>
              <a:rPr lang="en-US" altLang="zh-CN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-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消费者模型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94270" y="1092377"/>
            <a:ext cx="9662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</a:t>
            </a:r>
            <a:r>
              <a:rPr lang="zh-CN" altLang="en-US" dirty="0" smtClean="0"/>
              <a:t>模型是多线程里最常见的模型。比如消息对列就是一个</a:t>
            </a:r>
            <a:r>
              <a:rPr lang="zh-CN" altLang="en-US" dirty="0"/>
              <a:t>生产者</a:t>
            </a:r>
            <a:r>
              <a:rPr lang="en-US" altLang="zh-CN" dirty="0"/>
              <a:t>-</a:t>
            </a:r>
            <a:r>
              <a:rPr lang="zh-CN" altLang="en-US" dirty="0"/>
              <a:t>消费者</a:t>
            </a:r>
            <a:r>
              <a:rPr lang="zh-CN" altLang="en-US" dirty="0" smtClean="0"/>
              <a:t>模型。</a:t>
            </a:r>
            <a:endParaRPr lang="en-US" altLang="zh-CN" dirty="0" smtClean="0"/>
          </a:p>
          <a:p>
            <a:r>
              <a:rPr lang="en-US" altLang="zh-CN" dirty="0" smtClean="0"/>
              <a:t>C++</a:t>
            </a:r>
            <a:r>
              <a:rPr lang="zh-CN" altLang="en-US" dirty="0" smtClean="0"/>
              <a:t>需要借助条件</a:t>
            </a:r>
            <a:r>
              <a:rPr lang="zh-CN" altLang="en-US" dirty="0"/>
              <a:t>变量来实现。主要是用</a:t>
            </a:r>
            <a:r>
              <a:rPr lang="en-US" altLang="zh-CN" dirty="0"/>
              <a:t>wait()</a:t>
            </a:r>
            <a:r>
              <a:rPr lang="zh-CN" altLang="en-US" dirty="0"/>
              <a:t>和</a:t>
            </a:r>
            <a:r>
              <a:rPr lang="en-US" altLang="zh-CN" dirty="0" err="1"/>
              <a:t>notify_one</a:t>
            </a:r>
            <a:r>
              <a:rPr lang="en-US" altLang="zh-CN" dirty="0"/>
              <a:t>()</a:t>
            </a:r>
            <a:r>
              <a:rPr lang="zh-CN" altLang="en-US" dirty="0"/>
              <a:t>两个函数</a:t>
            </a:r>
          </a:p>
        </p:txBody>
      </p:sp>
    </p:spTree>
    <p:extLst>
      <p:ext uri="{BB962C8B-B14F-4D97-AF65-F5344CB8AC3E}">
        <p14:creationId xmlns:p14="http://schemas.microsoft.com/office/powerpoint/2010/main" val="135511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8" y="425102"/>
            <a:ext cx="3180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死锁问题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7795" y="1175081"/>
            <a:ext cx="1096456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zh-CN" altLang="en-US" dirty="0" smtClean="0"/>
              <a:t>每次</a:t>
            </a:r>
            <a:r>
              <a:rPr lang="zh-CN" altLang="en-US" dirty="0"/>
              <a:t>都先锁同一个锁。每次都先锁mt1</a:t>
            </a:r>
            <a:r>
              <a:rPr lang="zh-CN" altLang="en-US" dirty="0" smtClean="0"/>
              <a:t>，再锁</a:t>
            </a:r>
            <a:r>
              <a:rPr lang="zh-CN" altLang="en-US" dirty="0"/>
              <a:t>mt2，就不会发生死锁</a:t>
            </a:r>
            <a:r>
              <a:rPr lang="zh-CN" altLang="en-US" dirty="0" smtClean="0"/>
              <a:t>现象</a:t>
            </a:r>
            <a:endParaRPr lang="en-US" altLang="zh-CN" dirty="0" smtClean="0"/>
          </a:p>
          <a:p>
            <a:pPr marL="342900" indent="-342900">
              <a:buAutoNum type="arabicPeriod"/>
            </a:pPr>
            <a:r>
              <a:rPr lang="zh-CN" altLang="en-US" dirty="0" smtClean="0"/>
              <a:t> </a:t>
            </a:r>
            <a:r>
              <a:rPr lang="zh-CN" altLang="en-US" dirty="0"/>
              <a:t>C++标准库中提供了std::lock()函数，能够保证将多个互斥锁同时上锁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	</a:t>
            </a:r>
            <a:r>
              <a:rPr lang="zh-CN" altLang="en-US" dirty="0" smtClean="0"/>
              <a:t>std</a:t>
            </a:r>
            <a:r>
              <a:rPr lang="zh-CN" altLang="en-US" dirty="0"/>
              <a:t>::lock(mt1, mt2)</a:t>
            </a:r>
            <a:r>
              <a:rPr lang="zh-CN" altLang="en-US" dirty="0" smtClean="0"/>
              <a:t>;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lock</a:t>
            </a:r>
            <a:r>
              <a:rPr lang="zh-CN" altLang="en-US" dirty="0"/>
              <a:t>_guard会在构造函数里上锁，加个std::adopt_lock就可以</a:t>
            </a:r>
            <a:r>
              <a:rPr lang="zh-CN" altLang="en-US" dirty="0" smtClean="0"/>
              <a:t>了</a:t>
            </a:r>
            <a:r>
              <a:rPr lang="en-US" altLang="zh-CN" dirty="0" smtClean="0"/>
              <a:t>.</a:t>
            </a:r>
          </a:p>
          <a:p>
            <a:pPr lvl="1"/>
            <a:r>
              <a:rPr lang="zh-CN" altLang="en-US" dirty="0" smtClean="0"/>
              <a:t>     std</a:t>
            </a:r>
            <a:r>
              <a:rPr lang="zh-CN" altLang="en-US" dirty="0"/>
              <a:t>::lock_guard&lt;mutex&gt; guard1(mt1, std::adopt_lock)</a:t>
            </a:r>
            <a:r>
              <a:rPr lang="zh-CN" altLang="en-US" dirty="0" smtClean="0"/>
              <a:t>;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std</a:t>
            </a:r>
            <a:r>
              <a:rPr lang="zh-CN" altLang="en-US" dirty="0"/>
              <a:t>::lock_guard&lt;mutex&gt; guard2(mt1, std::adopt_lock)</a:t>
            </a:r>
            <a:r>
              <a:rPr lang="zh-CN" altLang="en-US" dirty="0" smtClean="0"/>
              <a:t>;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  <a:r>
              <a:rPr lang="zh-CN" altLang="en-US" dirty="0" smtClean="0"/>
              <a:t>std</a:t>
            </a:r>
            <a:r>
              <a:rPr lang="zh-CN" altLang="en-US" dirty="0"/>
              <a:t>::lock(guard1, guard2)</a:t>
            </a:r>
            <a:r>
              <a:rPr lang="zh-CN" altLang="en-US" dirty="0" smtClean="0"/>
              <a:t>;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pPr lvl="1"/>
            <a:r>
              <a:rPr lang="zh-CN" altLang="en-US" dirty="0" smtClean="0"/>
              <a:t>unique</a:t>
            </a:r>
            <a:r>
              <a:rPr lang="zh-CN" altLang="en-US" dirty="0"/>
              <a:t>_lock也是同样要延迟加锁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std</a:t>
            </a:r>
            <a:r>
              <a:rPr lang="zh-CN" altLang="en-US" dirty="0"/>
              <a:t>::unique_lock&lt;std::mutex&gt; lock1(from.m, std::defer_lock)</a:t>
            </a:r>
            <a:r>
              <a:rPr lang="zh-CN" altLang="en-US" dirty="0" smtClean="0"/>
              <a:t>;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std</a:t>
            </a:r>
            <a:r>
              <a:rPr lang="zh-CN" altLang="en-US" dirty="0"/>
              <a:t>::unique_lock&lt;std::mutex&gt; lock2(to.m, std::defer_lock)</a:t>
            </a:r>
            <a:r>
              <a:rPr lang="zh-CN" altLang="en-US" dirty="0" smtClean="0"/>
              <a:t>;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//</a:t>
            </a:r>
            <a:r>
              <a:rPr lang="zh-CN" altLang="en-US" dirty="0"/>
              <a:t>两个同时</a:t>
            </a:r>
            <a:r>
              <a:rPr lang="zh-CN" altLang="en-US" dirty="0" smtClean="0"/>
              <a:t>加锁</a:t>
            </a:r>
            <a:endParaRPr lang="en-US" altLang="zh-CN" dirty="0" smtClean="0"/>
          </a:p>
          <a:p>
            <a:pPr lvl="1"/>
            <a:r>
              <a:rPr lang="en-US" altLang="zh-CN" dirty="0"/>
              <a:t> </a:t>
            </a:r>
            <a:r>
              <a:rPr lang="en-US" altLang="zh-CN" dirty="0" smtClean="0"/>
              <a:t>   </a:t>
            </a:r>
            <a:r>
              <a:rPr lang="zh-CN" altLang="en-US" dirty="0" smtClean="0"/>
              <a:t>std</a:t>
            </a:r>
            <a:r>
              <a:rPr lang="zh-CN" altLang="en-US" dirty="0"/>
              <a:t>::lock(lock1, lock2)</a:t>
            </a:r>
            <a:r>
              <a:rPr lang="zh-CN" altLang="en-US" dirty="0" smtClean="0"/>
              <a:t>;</a:t>
            </a:r>
            <a:endParaRPr lang="en-US" altLang="zh-CN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477795" y="5214551"/>
            <a:ext cx="96135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zh-CN" altLang="en-US" dirty="0"/>
              <a:t>总结：尽量不要一段定义域内多次使用互斥锁，如果不可避免的要使用，一定要记得给锁定义顺序，或者使用要使用std::lock()上锁。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3595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7" y="425102"/>
            <a:ext cx="5602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实现基于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锁的安全队列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7795" y="1175081"/>
            <a:ext cx="109645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 err="1" smtClean="0"/>
              <a:t>std</a:t>
            </a:r>
            <a:r>
              <a:rPr lang="en-US" altLang="zh-CN" b="1" dirty="0"/>
              <a:t>::</a:t>
            </a:r>
            <a:r>
              <a:rPr lang="en-US" altLang="zh-CN" b="1" dirty="0" smtClean="0"/>
              <a:t>queue</a:t>
            </a:r>
            <a:r>
              <a:rPr lang="zh-CN" altLang="en-US" dirty="0" smtClean="0"/>
              <a:t>是</a:t>
            </a:r>
            <a:r>
              <a:rPr lang="en-US" altLang="zh-CN" dirty="0"/>
              <a:t>C++</a:t>
            </a:r>
            <a:r>
              <a:rPr lang="zh-CN" altLang="en-US" dirty="0"/>
              <a:t>标准库中的队列容器，它不是线程安全的。把它包装一下，并对每个操作加锁，就得到</a:t>
            </a:r>
            <a:r>
              <a:rPr lang="en-US" altLang="zh-CN" dirty="0" err="1"/>
              <a:t>thread_safe</a:t>
            </a:r>
            <a:r>
              <a:rPr lang="zh-CN" altLang="en-US" dirty="0"/>
              <a:t>的队列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419886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229767" y="425102"/>
            <a:ext cx="56026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2730">
              <a:tabLst>
                <a:tab pos="774700" algn="l"/>
              </a:tabLst>
            </a:pPr>
            <a:r>
              <a:rPr lang="zh-CN" altLang="en-US" sz="2400" b="1" spc="-5" dirty="0" smtClean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无锁</a:t>
            </a:r>
            <a:r>
              <a:rPr lang="zh-CN" altLang="en-US" sz="2400" b="1" spc="-5" dirty="0">
                <a:solidFill>
                  <a:srgbClr val="0070C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/>
                <a:sym typeface="Arial" panose="020B0604020202020204" pitchFamily="34" charset="0"/>
              </a:rPr>
              <a:t>的安全队列</a:t>
            </a:r>
            <a:endParaRPr lang="en-US" altLang="zh-CN" sz="2400" b="1" spc="-5" dirty="0">
              <a:solidFill>
                <a:srgbClr val="0070C0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77795" y="977373"/>
            <a:ext cx="1096456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有锁队列相比无锁队列，有以下问题：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*如果</a:t>
            </a:r>
            <a:r>
              <a:rPr lang="zh-CN" altLang="en-US" dirty="0"/>
              <a:t>锁使用不当，容易出现死锁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高</a:t>
            </a:r>
            <a:r>
              <a:rPr lang="zh-CN" altLang="en-US" dirty="0"/>
              <a:t>并发下，多个线程竞争同一把锁，容易导致性能下降</a:t>
            </a:r>
          </a:p>
          <a:p>
            <a:endParaRPr lang="zh-CN" altLang="en-US" dirty="0"/>
          </a:p>
          <a:p>
            <a:r>
              <a:rPr lang="zh-CN" altLang="en-US" dirty="0"/>
              <a:t>优点是简单易实现，可靠性高。</a:t>
            </a:r>
          </a:p>
          <a:p>
            <a:endParaRPr lang="zh-CN" altLang="en-US" dirty="0"/>
          </a:p>
          <a:p>
            <a:r>
              <a:rPr lang="zh-CN" altLang="en-US" dirty="0"/>
              <a:t>无锁队列问题：</a:t>
            </a:r>
          </a:p>
          <a:p>
            <a:endParaRPr lang="zh-CN" alt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 smtClean="0"/>
              <a:t>实现</a:t>
            </a:r>
            <a:r>
              <a:rPr lang="zh-CN" altLang="en-US" dirty="0"/>
              <a:t>复杂，需要考虑线程间竞争、内存模型等</a:t>
            </a:r>
            <a:r>
              <a:rPr lang="zh-CN" altLang="en-US" dirty="0" smtClean="0"/>
              <a:t>问题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 smtClean="0"/>
              <a:t>ABA</a:t>
            </a:r>
            <a:r>
              <a:rPr lang="zh-CN" altLang="en-US" dirty="0"/>
              <a:t>问题需要额外的解决</a:t>
            </a:r>
          </a:p>
          <a:p>
            <a:endParaRPr lang="zh-CN" altLang="en-US" dirty="0"/>
          </a:p>
          <a:p>
            <a:r>
              <a:rPr lang="zh-CN" altLang="en-US" dirty="0"/>
              <a:t>优点是高并发性，无阻塞。</a:t>
            </a:r>
          </a:p>
          <a:p>
            <a:endParaRPr lang="zh-CN" altLang="en-US" dirty="0"/>
          </a:p>
          <a:p>
            <a:r>
              <a:rPr lang="zh-CN" altLang="en-US" dirty="0"/>
              <a:t>无锁队列主要通过原子变量和“内存序”特性来构建。</a:t>
            </a:r>
            <a:endParaRPr lang="en-US" altLang="zh-CN" dirty="0" smtClean="0"/>
          </a:p>
        </p:txBody>
      </p:sp>
      <p:sp>
        <p:nvSpPr>
          <p:cNvPr id="4" name="文本框 3"/>
          <p:cNvSpPr txBox="1"/>
          <p:nvPr/>
        </p:nvSpPr>
        <p:spPr>
          <a:xfrm>
            <a:off x="477795" y="5585254"/>
            <a:ext cx="95888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鉴于无锁队列实现比较复杂，细节很多，极容易写出问题，建议大家直接使用现成的成熟代码，不要自己造轮子。本</a:t>
            </a:r>
            <a:r>
              <a:rPr lang="en-US" altLang="zh-CN" dirty="0" err="1" smtClean="0"/>
              <a:t>ppt</a:t>
            </a:r>
            <a:r>
              <a:rPr lang="zh-CN" altLang="en-US" dirty="0" smtClean="0"/>
              <a:t>不深入介绍。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4992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4570391" y="3105835"/>
            <a:ext cx="73879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Thank You</a:t>
            </a:r>
            <a:endParaRPr lang="zh-CN" altLang="en-US" sz="3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THEME" val="a18adb86-5929-4bf5-a1c6-bcf101f86030"/>
  <p:tag name="KSO_WPP_MARK_KEY" val="bfaec05c-b6b6-4739-a45d-7df803bfcfeb"/>
  <p:tag name="COMMONDATA" val="eyJoZGlkIjoiNzk2OWRhOWE1YzhjODRjY2FlNmJmOWJlNTJiNzUyYW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969b7ff7-461c-4c06-8a93-c57159ac15d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主题5">
  <a:themeElements>
    <a:clrScheme name="自定义 26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698FCE"/>
      </a:accent1>
      <a:accent2>
        <a:srgbClr val="969EC2"/>
      </a:accent2>
      <a:accent3>
        <a:srgbClr val="85C2BC"/>
      </a:accent3>
      <a:accent4>
        <a:srgbClr val="FAD25F"/>
      </a:accent4>
      <a:accent5>
        <a:srgbClr val="99CAE6"/>
      </a:accent5>
      <a:accent6>
        <a:srgbClr val="8491CB"/>
      </a:accent6>
      <a:hlink>
        <a:srgbClr val="7DC8EB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marL="171450" indent="-171450">
          <a:lnSpc>
            <a:spcPct val="150000"/>
          </a:lnSpc>
          <a:buFont typeface="Arial" panose="020B0604020202020204" pitchFamily="34" charset="0"/>
          <a:buChar char="•"/>
          <a:defRPr sz="1100" dirty="0">
            <a:latin typeface="+mn-ea"/>
            <a:sym typeface="Arial" panose="020B0604020202020204" pitchFamily="34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1588</Words>
  <Application>Microsoft Office PowerPoint</Application>
  <PresentationFormat>宽屏</PresentationFormat>
  <Paragraphs>170</Paragraphs>
  <Slides>21</Slides>
  <Notes>19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宋体</vt:lpstr>
      <vt:lpstr>微软雅黑</vt:lpstr>
      <vt:lpstr>微软雅黑 Light</vt:lpstr>
      <vt:lpstr>Arial</vt:lpstr>
      <vt:lpstr>Calibri</vt:lpstr>
      <vt:lpstr>Calibri Light</vt:lpstr>
      <vt:lpstr>主题5</vt:lpstr>
      <vt:lpstr>自定义设计方案</vt:lpstr>
      <vt:lpstr>程序包</vt:lpstr>
      <vt:lpstr>C++多线程简介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iSlide</Manager>
  <Company>iSlide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iSlide</dc:creator>
  <cp:lastModifiedBy>薛翔宇</cp:lastModifiedBy>
  <cp:revision>3893</cp:revision>
  <cp:lastPrinted>2019-12-11T08:28:00Z</cp:lastPrinted>
  <dcterms:created xsi:type="dcterms:W3CDTF">2018-02-05T16:00:00Z</dcterms:created>
  <dcterms:modified xsi:type="dcterms:W3CDTF">2023-12-14T12:49:17Z</dcterms:modified>
  <cp:category>business proposal;oral defense;training courseware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a18adb86-5929-4bf5-a1c6-bcf101f86030</vt:lpwstr>
  </property>
  <property fmtid="{D5CDD505-2E9C-101B-9397-08002B2CF9AE}" pid="3" name="KSOProductBuildVer">
    <vt:lpwstr>2052-11.1.0.14309</vt:lpwstr>
  </property>
  <property fmtid="{D5CDD505-2E9C-101B-9397-08002B2CF9AE}" pid="4" name="ICV">
    <vt:lpwstr>D06307BE6881495B829DC0950AFDCCDF</vt:lpwstr>
  </property>
</Properties>
</file>