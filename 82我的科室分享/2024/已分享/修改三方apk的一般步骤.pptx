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90" r:id="rId3"/>
    <p:sldId id="315" r:id="rId4"/>
    <p:sldId id="341" r:id="rId5"/>
    <p:sldId id="306" r:id="rId6"/>
    <p:sldId id="332" r:id="rId7"/>
    <p:sldId id="333" r:id="rId8"/>
    <p:sldId id="272" r:id="rId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61" autoAdjust="0"/>
    <p:restoredTop sz="94712" autoAdjust="0"/>
  </p:normalViewPr>
  <p:slideViewPr>
    <p:cSldViewPr>
      <p:cViewPr varScale="1">
        <p:scale>
          <a:sx n="116" d="100"/>
          <a:sy n="116" d="100"/>
        </p:scale>
        <p:origin x="148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149F0E-5FC9-4776-8E1A-89FF7E51029B}" type="datetimeFigureOut">
              <a:rPr lang="zh-CN" altLang="en-US" smtClean="0"/>
              <a:t>2024/7/1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40BE65-9758-4DE9-9F00-F2710704B0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864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0BE65-9758-4DE9-9F00-F2710704B02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506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0BE65-9758-4DE9-9F00-F2710704B02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7529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0BE65-9758-4DE9-9F00-F2710704B02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76870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0BE65-9758-4DE9-9F00-F2710704B02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5159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0BE65-9758-4DE9-9F00-F2710704B02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38169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0BE65-9758-4DE9-9F00-F2710704B02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32418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0BE65-9758-4DE9-9F00-F2710704B02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8615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7"/>
          <p:cNvSpPr/>
          <p:nvPr userDrawn="1"/>
        </p:nvSpPr>
        <p:spPr>
          <a:xfrm>
            <a:off x="6637336" y="3"/>
            <a:ext cx="1157991" cy="409039"/>
          </a:xfrm>
          <a:custGeom>
            <a:avLst/>
            <a:gdLst/>
            <a:ahLst/>
            <a:cxnLst/>
            <a:rect l="l" t="t" r="r" b="b"/>
            <a:pathLst>
              <a:path w="4724750" h="1668933">
                <a:moveTo>
                  <a:pt x="633670" y="0"/>
                </a:moveTo>
                <a:lnTo>
                  <a:pt x="4724750" y="0"/>
                </a:lnTo>
                <a:lnTo>
                  <a:pt x="4091079" y="1668933"/>
                </a:lnTo>
                <a:lnTo>
                  <a:pt x="0" y="1668933"/>
                </a:lnTo>
                <a:close/>
              </a:path>
            </a:pathLst>
          </a:custGeom>
          <a:blipFill>
            <a:blip r:embed="rId2" cstate="email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0"/>
          <p:cNvSpPr/>
          <p:nvPr userDrawn="1"/>
        </p:nvSpPr>
        <p:spPr>
          <a:xfrm>
            <a:off x="7666913" y="1"/>
            <a:ext cx="662532" cy="409040"/>
          </a:xfrm>
          <a:custGeom>
            <a:avLst/>
            <a:gdLst/>
            <a:ahLst/>
            <a:cxnLst/>
            <a:rect l="l" t="t" r="r" b="b"/>
            <a:pathLst>
              <a:path w="2703213" h="1668932">
                <a:moveTo>
                  <a:pt x="628357" y="0"/>
                </a:moveTo>
                <a:lnTo>
                  <a:pt x="2703213" y="0"/>
                </a:lnTo>
                <a:lnTo>
                  <a:pt x="2069543" y="1668932"/>
                </a:lnTo>
                <a:lnTo>
                  <a:pt x="0" y="1668932"/>
                </a:lnTo>
                <a:lnTo>
                  <a:pt x="0" y="1654938"/>
                </a:lnTo>
                <a:close/>
              </a:path>
            </a:pathLst>
          </a:custGeom>
          <a:blipFill dpi="0" rotWithShape="1">
            <a:blip r:embed="rId3" cstate="email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7"/>
          <p:cNvSpPr/>
          <p:nvPr userDrawn="1"/>
        </p:nvSpPr>
        <p:spPr>
          <a:xfrm>
            <a:off x="8191242" y="3"/>
            <a:ext cx="952758" cy="409039"/>
          </a:xfrm>
          <a:custGeom>
            <a:avLst/>
            <a:gdLst/>
            <a:ahLst/>
            <a:cxnLst/>
            <a:rect l="l" t="t" r="r" b="b"/>
            <a:pathLst>
              <a:path w="2843807" h="1220905">
                <a:moveTo>
                  <a:pt x="463561" y="0"/>
                </a:moveTo>
                <a:lnTo>
                  <a:pt x="2843807" y="0"/>
                </a:lnTo>
                <a:lnTo>
                  <a:pt x="2843807" y="1220905"/>
                </a:lnTo>
                <a:lnTo>
                  <a:pt x="0" y="1220905"/>
                </a:lnTo>
                <a:close/>
              </a:path>
            </a:pathLst>
          </a:custGeom>
          <a:solidFill>
            <a:srgbClr val="558ED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7"/>
          <p:cNvSpPr/>
          <p:nvPr userDrawn="1"/>
        </p:nvSpPr>
        <p:spPr>
          <a:xfrm>
            <a:off x="6" y="-1"/>
            <a:ext cx="6770939" cy="409040"/>
          </a:xfrm>
          <a:custGeom>
            <a:avLst/>
            <a:gdLst/>
            <a:ahLst/>
            <a:cxnLst/>
            <a:rect l="l" t="t" r="r" b="b"/>
            <a:pathLst>
              <a:path w="6770939" h="409040">
                <a:moveTo>
                  <a:pt x="0" y="0"/>
                </a:moveTo>
                <a:lnTo>
                  <a:pt x="5760043" y="0"/>
                </a:lnTo>
                <a:lnTo>
                  <a:pt x="5768255" y="0"/>
                </a:lnTo>
                <a:lnTo>
                  <a:pt x="5868144" y="0"/>
                </a:lnTo>
                <a:lnTo>
                  <a:pt x="6359516" y="0"/>
                </a:lnTo>
                <a:lnTo>
                  <a:pt x="6770939" y="0"/>
                </a:lnTo>
                <a:lnTo>
                  <a:pt x="6615633" y="409039"/>
                </a:lnTo>
                <a:lnTo>
                  <a:pt x="6204210" y="409039"/>
                </a:lnTo>
                <a:lnTo>
                  <a:pt x="5868144" y="409039"/>
                </a:lnTo>
                <a:lnTo>
                  <a:pt x="5868144" y="409040"/>
                </a:lnTo>
                <a:lnTo>
                  <a:pt x="0" y="409040"/>
                </a:lnTo>
                <a:close/>
              </a:path>
            </a:pathLst>
          </a:custGeom>
          <a:solidFill>
            <a:schemeClr val="bg1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876256" y="6521639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3032B2-4DBE-4785-835A-DDEAC061235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1" name="矩形 7"/>
          <p:cNvSpPr/>
          <p:nvPr userDrawn="1"/>
        </p:nvSpPr>
        <p:spPr>
          <a:xfrm>
            <a:off x="4427989" y="-1"/>
            <a:ext cx="2342955" cy="409040"/>
          </a:xfrm>
          <a:custGeom>
            <a:avLst/>
            <a:gdLst/>
            <a:ahLst/>
            <a:cxnLst/>
            <a:rect l="l" t="t" r="r" b="b"/>
            <a:pathLst>
              <a:path w="2342955" h="409040">
                <a:moveTo>
                  <a:pt x="902795" y="0"/>
                </a:moveTo>
                <a:lnTo>
                  <a:pt x="1332059" y="0"/>
                </a:lnTo>
                <a:lnTo>
                  <a:pt x="1340271" y="0"/>
                </a:lnTo>
                <a:lnTo>
                  <a:pt x="1440160" y="0"/>
                </a:lnTo>
                <a:lnTo>
                  <a:pt x="1931532" y="0"/>
                </a:lnTo>
                <a:lnTo>
                  <a:pt x="2342955" y="0"/>
                </a:lnTo>
                <a:lnTo>
                  <a:pt x="2187649" y="409039"/>
                </a:lnTo>
                <a:lnTo>
                  <a:pt x="1776226" y="409039"/>
                </a:lnTo>
                <a:lnTo>
                  <a:pt x="1440160" y="409039"/>
                </a:lnTo>
                <a:lnTo>
                  <a:pt x="1440160" y="409040"/>
                </a:lnTo>
                <a:lnTo>
                  <a:pt x="0" y="409040"/>
                </a:lnTo>
                <a:lnTo>
                  <a:pt x="0" y="409039"/>
                </a:lnTo>
                <a:lnTo>
                  <a:pt x="336066" y="409039"/>
                </a:lnTo>
                <a:lnTo>
                  <a:pt x="747489" y="409039"/>
                </a:lnTo>
                <a:close/>
              </a:path>
            </a:pathLst>
          </a:custGeom>
          <a:solidFill>
            <a:srgbClr val="558ED5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0" y="6525344"/>
            <a:ext cx="6912000" cy="1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矩形 22"/>
          <p:cNvSpPr/>
          <p:nvPr userDrawn="1"/>
        </p:nvSpPr>
        <p:spPr>
          <a:xfrm>
            <a:off x="6948264" y="6525345"/>
            <a:ext cx="2195736" cy="18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2024/7/1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Relationship Id="rId9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7"/>
          <p:cNvSpPr/>
          <p:nvPr/>
        </p:nvSpPr>
        <p:spPr>
          <a:xfrm>
            <a:off x="2343642" y="1804954"/>
            <a:ext cx="3215737" cy="1135901"/>
          </a:xfrm>
          <a:custGeom>
            <a:avLst/>
            <a:gdLst/>
            <a:ahLst/>
            <a:cxnLst/>
            <a:rect l="l" t="t" r="r" b="b"/>
            <a:pathLst>
              <a:path w="4724750" h="1668933">
                <a:moveTo>
                  <a:pt x="633670" y="0"/>
                </a:moveTo>
                <a:lnTo>
                  <a:pt x="4724750" y="0"/>
                </a:lnTo>
                <a:lnTo>
                  <a:pt x="4091079" y="1668933"/>
                </a:lnTo>
                <a:lnTo>
                  <a:pt x="0" y="1668933"/>
                </a:lnTo>
                <a:close/>
              </a:path>
            </a:pathLst>
          </a:custGeom>
          <a:blipFill dpi="0" rotWithShape="1">
            <a:blip r:embed="rId6" cstate="print"/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10"/>
          <p:cNvSpPr/>
          <p:nvPr/>
        </p:nvSpPr>
        <p:spPr>
          <a:xfrm>
            <a:off x="5158815" y="1804954"/>
            <a:ext cx="1839848" cy="1135901"/>
          </a:xfrm>
          <a:custGeom>
            <a:avLst/>
            <a:gdLst/>
            <a:ahLst/>
            <a:cxnLst/>
            <a:rect l="l" t="t" r="r" b="b"/>
            <a:pathLst>
              <a:path w="2703213" h="1668932">
                <a:moveTo>
                  <a:pt x="628357" y="0"/>
                </a:moveTo>
                <a:lnTo>
                  <a:pt x="2703213" y="0"/>
                </a:lnTo>
                <a:lnTo>
                  <a:pt x="2069543" y="1668932"/>
                </a:lnTo>
                <a:lnTo>
                  <a:pt x="0" y="1668932"/>
                </a:lnTo>
                <a:lnTo>
                  <a:pt x="0" y="1654938"/>
                </a:lnTo>
                <a:close/>
              </a:path>
            </a:pathLst>
          </a:custGeom>
          <a:blipFill dpi="0" rotWithShape="1">
            <a:blip r:embed="rId7" cstate="print"/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7"/>
          <p:cNvSpPr/>
          <p:nvPr/>
        </p:nvSpPr>
        <p:spPr>
          <a:xfrm>
            <a:off x="6162746" y="1660936"/>
            <a:ext cx="2981261" cy="1279917"/>
          </a:xfrm>
          <a:custGeom>
            <a:avLst/>
            <a:gdLst/>
            <a:ahLst/>
            <a:cxnLst/>
            <a:rect l="l" t="t" r="r" b="b"/>
            <a:pathLst>
              <a:path w="2843807" h="1220905">
                <a:moveTo>
                  <a:pt x="463561" y="0"/>
                </a:moveTo>
                <a:lnTo>
                  <a:pt x="2843807" y="0"/>
                </a:lnTo>
                <a:lnTo>
                  <a:pt x="2843807" y="1220905"/>
                </a:lnTo>
                <a:lnTo>
                  <a:pt x="0" y="1220905"/>
                </a:lnTo>
                <a:close/>
              </a:path>
            </a:pathLst>
          </a:custGeom>
          <a:solidFill>
            <a:srgbClr val="558ED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7"/>
          <p:cNvSpPr/>
          <p:nvPr/>
        </p:nvSpPr>
        <p:spPr>
          <a:xfrm>
            <a:off x="7" y="1804951"/>
            <a:ext cx="3203279" cy="1296144"/>
          </a:xfrm>
          <a:custGeom>
            <a:avLst/>
            <a:gdLst/>
            <a:ahLst/>
            <a:cxnLst/>
            <a:rect l="l" t="t" r="r" b="b"/>
            <a:pathLst>
              <a:path w="3063717" h="1239673">
                <a:moveTo>
                  <a:pt x="0" y="0"/>
                </a:moveTo>
                <a:lnTo>
                  <a:pt x="24887" y="0"/>
                </a:lnTo>
                <a:lnTo>
                  <a:pt x="1816819" y="0"/>
                </a:lnTo>
                <a:lnTo>
                  <a:pt x="3063717" y="0"/>
                </a:lnTo>
                <a:lnTo>
                  <a:pt x="2593030" y="1239673"/>
                </a:lnTo>
                <a:lnTo>
                  <a:pt x="1346133" y="1239673"/>
                </a:lnTo>
                <a:lnTo>
                  <a:pt x="0" y="1239673"/>
                </a:lnTo>
                <a:close/>
              </a:path>
            </a:pathLst>
          </a:custGeom>
          <a:solidFill>
            <a:srgbClr val="0070C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Picture 4" descr="F:\朱建华工作文档\公司餐椅\航盛LOGO.png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200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1554" y="117766"/>
            <a:ext cx="2528596" cy="696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矩形 7"/>
          <p:cNvSpPr/>
          <p:nvPr/>
        </p:nvSpPr>
        <p:spPr>
          <a:xfrm>
            <a:off x="3049247" y="0"/>
            <a:ext cx="3113499" cy="866630"/>
          </a:xfrm>
          <a:custGeom>
            <a:avLst/>
            <a:gdLst/>
            <a:ahLst/>
            <a:cxnLst/>
            <a:rect l="l" t="t" r="r" b="b"/>
            <a:pathLst>
              <a:path w="3113499" h="866630">
                <a:moveTo>
                  <a:pt x="329047" y="0"/>
                </a:moveTo>
                <a:lnTo>
                  <a:pt x="3113499" y="0"/>
                </a:lnTo>
                <a:lnTo>
                  <a:pt x="2784451" y="866630"/>
                </a:lnTo>
                <a:lnTo>
                  <a:pt x="0" y="866630"/>
                </a:lnTo>
                <a:close/>
              </a:path>
            </a:pathLst>
          </a:custGeom>
          <a:solidFill>
            <a:schemeClr val="bg1">
              <a:lumMod val="9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7"/>
          <p:cNvSpPr/>
          <p:nvPr/>
        </p:nvSpPr>
        <p:spPr>
          <a:xfrm>
            <a:off x="971600" y="5717301"/>
            <a:ext cx="3215737" cy="1135901"/>
          </a:xfrm>
          <a:custGeom>
            <a:avLst/>
            <a:gdLst/>
            <a:ahLst/>
            <a:cxnLst/>
            <a:rect l="l" t="t" r="r" b="b"/>
            <a:pathLst>
              <a:path w="4724750" h="1668933">
                <a:moveTo>
                  <a:pt x="633670" y="0"/>
                </a:moveTo>
                <a:lnTo>
                  <a:pt x="4724750" y="0"/>
                </a:lnTo>
                <a:lnTo>
                  <a:pt x="4091079" y="1668933"/>
                </a:lnTo>
                <a:lnTo>
                  <a:pt x="0" y="1668933"/>
                </a:lnTo>
                <a:close/>
              </a:path>
            </a:pathLst>
          </a:custGeom>
          <a:solidFill>
            <a:schemeClr val="bg1">
              <a:lumMod val="8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7"/>
          <p:cNvSpPr/>
          <p:nvPr/>
        </p:nvSpPr>
        <p:spPr>
          <a:xfrm>
            <a:off x="0" y="3284984"/>
            <a:ext cx="2343636" cy="1135901"/>
          </a:xfrm>
          <a:custGeom>
            <a:avLst/>
            <a:gdLst/>
            <a:ahLst/>
            <a:cxnLst/>
            <a:rect l="l" t="t" r="r" b="b"/>
            <a:pathLst>
              <a:path w="2343636" h="1135901">
                <a:moveTo>
                  <a:pt x="0" y="0"/>
                </a:moveTo>
                <a:lnTo>
                  <a:pt x="2343636" y="0"/>
                </a:lnTo>
                <a:lnTo>
                  <a:pt x="1912350" y="1135901"/>
                </a:lnTo>
                <a:lnTo>
                  <a:pt x="0" y="1135901"/>
                </a:lnTo>
                <a:close/>
              </a:path>
            </a:pathLst>
          </a:custGeom>
          <a:solidFill>
            <a:schemeClr val="bg1">
              <a:lumMod val="9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899592" y="3573016"/>
            <a:ext cx="7884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修改三方</a:t>
            </a:r>
            <a:r>
              <a:rPr lang="en-US" altLang="zh-CN" sz="3200" dirty="0" err="1" smtClean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apk</a:t>
            </a:r>
            <a:r>
              <a:rPr lang="zh-CN" altLang="en-US" sz="3200" dirty="0" smtClean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的一般步骤</a:t>
            </a:r>
            <a:endParaRPr lang="en-US" altLang="zh-CN" sz="3200" dirty="0"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948264" y="5661248"/>
            <a:ext cx="18356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dirty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编写</a:t>
            </a:r>
            <a:r>
              <a:rPr lang="zh-CN" altLang="en-US" dirty="0" smtClean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人：薛翔宇</a:t>
            </a:r>
            <a:endParaRPr lang="en-US" altLang="zh-CN" dirty="0"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 rot="10800000" flipV="1">
            <a:off x="2178380" y="1891914"/>
            <a:ext cx="568308" cy="566515"/>
          </a:xfrm>
          <a:prstGeom prst="ellipse">
            <a:avLst/>
          </a:prstGeom>
          <a:solidFill>
            <a:srgbClr val="005A9E"/>
          </a:solidFill>
          <a:ln>
            <a:noFill/>
          </a:ln>
          <a:effectLst>
            <a:outerShdw blurRad="292100" dist="215900" dir="708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600" b="1" dirty="0" smtClean="0"/>
              <a:t>01</a:t>
            </a:r>
            <a:endParaRPr kumimoji="1" lang="zh-CN" altLang="en-US" sz="1600" b="1" dirty="0"/>
          </a:p>
        </p:txBody>
      </p:sp>
      <p:sp>
        <p:nvSpPr>
          <p:cNvPr id="7" name="椭圆 6"/>
          <p:cNvSpPr/>
          <p:nvPr/>
        </p:nvSpPr>
        <p:spPr>
          <a:xfrm rot="10800000" flipV="1">
            <a:off x="2201167" y="3764824"/>
            <a:ext cx="568308" cy="566515"/>
          </a:xfrm>
          <a:prstGeom prst="ellipse">
            <a:avLst/>
          </a:prstGeom>
          <a:solidFill>
            <a:srgbClr val="005A9E"/>
          </a:solidFill>
          <a:ln>
            <a:noFill/>
          </a:ln>
          <a:effectLst>
            <a:outerShdw blurRad="292100" dist="215900" dir="708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600" b="1" dirty="0" smtClean="0"/>
              <a:t>03</a:t>
            </a:r>
            <a:endParaRPr kumimoji="1" lang="zh-CN" altLang="en-US" sz="1600" b="1" dirty="0"/>
          </a:p>
        </p:txBody>
      </p:sp>
      <p:sp>
        <p:nvSpPr>
          <p:cNvPr id="8" name="文本框 79"/>
          <p:cNvSpPr txBox="1"/>
          <p:nvPr/>
        </p:nvSpPr>
        <p:spPr>
          <a:xfrm>
            <a:off x="3003336" y="1944338"/>
            <a:ext cx="5504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问题背景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39"/>
          <p:cNvSpPr txBox="1"/>
          <p:nvPr/>
        </p:nvSpPr>
        <p:spPr>
          <a:xfrm>
            <a:off x="806907" y="2061530"/>
            <a:ext cx="842013" cy="156966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  <a:endParaRPr lang="en-US" altLang="zh-CN" sz="4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4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2032940" y="1268760"/>
            <a:ext cx="45574" cy="446449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3240"/>
            <a:ext cx="1648920" cy="2088232"/>
          </a:xfrm>
          <a:prstGeom prst="rect">
            <a:avLst/>
          </a:prstGeom>
        </p:spPr>
      </p:pic>
      <p:sp>
        <p:nvSpPr>
          <p:cNvPr id="12" name="文本框 79"/>
          <p:cNvSpPr txBox="1"/>
          <p:nvPr/>
        </p:nvSpPr>
        <p:spPr>
          <a:xfrm>
            <a:off x="2987824" y="3817248"/>
            <a:ext cx="5504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反编译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椭圆 12"/>
          <p:cNvSpPr/>
          <p:nvPr/>
        </p:nvSpPr>
        <p:spPr>
          <a:xfrm rot="10800000" flipV="1">
            <a:off x="2189197" y="2758983"/>
            <a:ext cx="568308" cy="566515"/>
          </a:xfrm>
          <a:prstGeom prst="ellipse">
            <a:avLst/>
          </a:prstGeom>
          <a:solidFill>
            <a:srgbClr val="005A9E"/>
          </a:solidFill>
          <a:ln>
            <a:noFill/>
          </a:ln>
          <a:effectLst>
            <a:outerShdw blurRad="292100" dist="215900" dir="708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600" b="1" dirty="0" smtClean="0"/>
              <a:t>02</a:t>
            </a:r>
            <a:endParaRPr kumimoji="1" lang="zh-CN" altLang="en-US" sz="1600" b="1" dirty="0"/>
          </a:p>
        </p:txBody>
      </p:sp>
      <p:sp>
        <p:nvSpPr>
          <p:cNvPr id="14" name="文本框 79"/>
          <p:cNvSpPr txBox="1"/>
          <p:nvPr/>
        </p:nvSpPr>
        <p:spPr>
          <a:xfrm>
            <a:off x="2987824" y="2811408"/>
            <a:ext cx="5504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15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15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/>
      <p:bldP spid="9" grpId="0"/>
      <p:bldP spid="12" grpId="0"/>
      <p:bldP spid="13" grpId="0" animBg="1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504" y="0"/>
            <a:ext cx="56166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79512" y="461664"/>
            <a:ext cx="83529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/>
              <a:t>日产的</a:t>
            </a:r>
            <a:r>
              <a:rPr lang="en-US" altLang="zh-CN" sz="2800" dirty="0" err="1" smtClean="0"/>
              <a:t>DFL_CarControl.apk</a:t>
            </a:r>
            <a:r>
              <a:rPr lang="zh-CN" altLang="en-US" sz="2800" dirty="0" smtClean="0"/>
              <a:t>临时拿到本田上面演示，需要抹掉所有</a:t>
            </a:r>
            <a:r>
              <a:rPr lang="en-US" altLang="zh-CN" sz="2800" dirty="0" smtClean="0"/>
              <a:t>Nissan</a:t>
            </a:r>
            <a:r>
              <a:rPr lang="zh-CN" altLang="en-US" sz="2800" dirty="0" smtClean="0"/>
              <a:t>字样、图片。</a:t>
            </a:r>
            <a:endParaRPr lang="en-US" altLang="zh-CN" sz="2800" dirty="0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auto">
          <a:xfrm>
            <a:off x="161781" y="2984552"/>
            <a:ext cx="1028952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1962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504" y="0"/>
            <a:ext cx="56166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auto">
          <a:xfrm>
            <a:off x="161781" y="2984552"/>
            <a:ext cx="1028952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664" y="188640"/>
            <a:ext cx="5105400" cy="6552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223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504" y="0"/>
            <a:ext cx="38164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79512" y="461664"/>
            <a:ext cx="8568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         </a:t>
            </a:r>
            <a:endParaRPr lang="en-US" altLang="zh-CN" sz="2800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323528" y="3429039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 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5536" y="692696"/>
            <a:ext cx="835292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示例：</a:t>
            </a: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zh-CN" altLang="en-US" dirty="0" smtClean="0"/>
              <a:t>生成</a:t>
            </a:r>
            <a:r>
              <a:rPr lang="en-US" altLang="zh-CN" dirty="0" smtClean="0"/>
              <a:t>R.java</a:t>
            </a:r>
          </a:p>
          <a:p>
            <a:r>
              <a:rPr lang="en-US" altLang="zh-CN" dirty="0" err="1" smtClean="0"/>
              <a:t>aapt</a:t>
            </a:r>
            <a:r>
              <a:rPr lang="en-US" altLang="zh-CN" dirty="0" smtClean="0"/>
              <a:t> </a:t>
            </a:r>
            <a:r>
              <a:rPr lang="en-US" altLang="zh-CN" dirty="0"/>
              <a:t>package -m -J &lt;R.java</a:t>
            </a:r>
            <a:r>
              <a:rPr lang="zh-CN" altLang="en-US" dirty="0"/>
              <a:t>目录</a:t>
            </a:r>
            <a:r>
              <a:rPr lang="en-US" altLang="zh-CN" dirty="0"/>
              <a:t>&gt; -S &lt;res</a:t>
            </a:r>
            <a:r>
              <a:rPr lang="zh-CN" altLang="en-US" dirty="0"/>
              <a:t>目录</a:t>
            </a:r>
            <a:r>
              <a:rPr lang="en-US" altLang="zh-CN" dirty="0"/>
              <a:t>&gt; -I &lt;android.jar</a:t>
            </a:r>
            <a:r>
              <a:rPr lang="zh-CN" altLang="en-US" dirty="0"/>
              <a:t>目录</a:t>
            </a:r>
            <a:r>
              <a:rPr lang="en-US" altLang="zh-CN" dirty="0"/>
              <a:t>&gt;  -M &lt;AndroidManifest.xml</a:t>
            </a:r>
            <a:r>
              <a:rPr lang="zh-CN" altLang="en-US" dirty="0"/>
              <a:t>目录</a:t>
            </a:r>
            <a:r>
              <a:rPr lang="en-US" altLang="zh-CN" dirty="0"/>
              <a:t>&gt;</a:t>
            </a:r>
            <a:endParaRPr lang="en-US" altLang="zh-CN" dirty="0" smtClean="0"/>
          </a:p>
          <a:p>
            <a:r>
              <a:rPr lang="en-US" altLang="zh-CN" dirty="0" smtClean="0"/>
              <a:t>2. </a:t>
            </a:r>
            <a:r>
              <a:rPr lang="zh-CN" altLang="en-US" dirty="0" smtClean="0"/>
              <a:t>资源文件生成</a:t>
            </a:r>
            <a:r>
              <a:rPr lang="en-US" altLang="zh-CN" dirty="0" err="1" smtClean="0"/>
              <a:t>apk</a:t>
            </a:r>
            <a:endParaRPr lang="en-US" altLang="zh-CN" dirty="0" smtClean="0"/>
          </a:p>
          <a:p>
            <a:r>
              <a:rPr lang="en-US" altLang="zh-CN" dirty="0" err="1"/>
              <a:t>aapt</a:t>
            </a:r>
            <a:r>
              <a:rPr lang="en-US" altLang="zh-CN" dirty="0"/>
              <a:t> package -m -J gen -S res -I D:\android-sdk\platforms\android-29\android.jar -M  AndroidManifest.xml -f -F </a:t>
            </a:r>
            <a:r>
              <a:rPr lang="en-US" altLang="zh-CN" dirty="0" err="1" smtClean="0"/>
              <a:t>xxx.apk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en-US" altLang="zh-CN" dirty="0"/>
              <a:t>. </a:t>
            </a:r>
            <a:r>
              <a:rPr lang="en-US" altLang="zh-CN" dirty="0" err="1"/>
              <a:t>aidl</a:t>
            </a:r>
            <a:r>
              <a:rPr lang="zh-CN" altLang="en-US" dirty="0"/>
              <a:t>转成</a:t>
            </a:r>
            <a:r>
              <a:rPr lang="en-US" altLang="zh-CN" dirty="0" smtClean="0"/>
              <a:t>java</a:t>
            </a:r>
          </a:p>
          <a:p>
            <a:r>
              <a:rPr lang="en-US" altLang="zh-CN" dirty="0" err="1"/>
              <a:t>aidl</a:t>
            </a:r>
            <a:r>
              <a:rPr lang="en-US" altLang="zh-CN" dirty="0"/>
              <a:t> -</a:t>
            </a:r>
            <a:r>
              <a:rPr lang="en-US" altLang="zh-CN" dirty="0" err="1"/>
              <a:t>Isrc</a:t>
            </a:r>
            <a:r>
              <a:rPr lang="en-US" altLang="zh-CN" dirty="0"/>
              <a:t> -</a:t>
            </a:r>
            <a:r>
              <a:rPr lang="en-US" altLang="zh-CN" dirty="0" err="1"/>
              <a:t>ogen</a:t>
            </a:r>
            <a:r>
              <a:rPr lang="en-US" altLang="zh-CN" dirty="0"/>
              <a:t> </a:t>
            </a:r>
            <a:r>
              <a:rPr lang="en-US" altLang="zh-CN" dirty="0" err="1" smtClean="0"/>
              <a:t>src</a:t>
            </a:r>
            <a:r>
              <a:rPr lang="en-US" altLang="zh-CN" dirty="0" smtClean="0"/>
              <a:t>\xxx\</a:t>
            </a:r>
            <a:r>
              <a:rPr lang="en-US" altLang="zh-CN" dirty="0" err="1" smtClean="0"/>
              <a:t>xxx.aidl</a:t>
            </a:r>
            <a:endParaRPr lang="en-US" altLang="zh-CN" dirty="0" smtClean="0"/>
          </a:p>
          <a:p>
            <a:r>
              <a:rPr lang="en-US" altLang="zh-CN" dirty="0" smtClean="0"/>
              <a:t>4.</a:t>
            </a:r>
            <a:r>
              <a:rPr lang="zh-CN" altLang="en-US" dirty="0"/>
              <a:t>编译</a:t>
            </a:r>
            <a:r>
              <a:rPr lang="en-US" altLang="zh-CN" dirty="0"/>
              <a:t>java</a:t>
            </a:r>
            <a:r>
              <a:rPr lang="zh-CN" altLang="en-US" dirty="0" smtClean="0"/>
              <a:t>代码</a:t>
            </a:r>
            <a:endParaRPr lang="en-US" altLang="zh-CN" dirty="0" smtClean="0"/>
          </a:p>
          <a:p>
            <a:r>
              <a:rPr lang="en-US" altLang="zh-CN" dirty="0" err="1"/>
              <a:t>javac</a:t>
            </a:r>
            <a:r>
              <a:rPr lang="en-US" altLang="zh-CN" dirty="0"/>
              <a:t> -encoding UTF-8 -target 11 -</a:t>
            </a:r>
            <a:r>
              <a:rPr lang="en-US" altLang="zh-CN" dirty="0" err="1"/>
              <a:t>classpath</a:t>
            </a:r>
            <a:r>
              <a:rPr lang="en-US" altLang="zh-CN" dirty="0"/>
              <a:t>  /e/</a:t>
            </a:r>
            <a:r>
              <a:rPr lang="en-US" altLang="zh-CN" dirty="0" err="1"/>
              <a:t>sdk</a:t>
            </a:r>
            <a:r>
              <a:rPr lang="en-US" altLang="zh-CN" dirty="0"/>
              <a:t>/framework.jar:/e/</a:t>
            </a:r>
            <a:r>
              <a:rPr lang="en-US" altLang="zh-CN" dirty="0" err="1"/>
              <a:t>AutoSdk</a:t>
            </a:r>
            <a:r>
              <a:rPr lang="en-US" altLang="zh-CN" dirty="0"/>
              <a:t>/libs/libProtocolService.jar  -d out/ `find ./</a:t>
            </a:r>
            <a:r>
              <a:rPr lang="en-US" altLang="zh-CN" dirty="0" err="1"/>
              <a:t>src</a:t>
            </a:r>
            <a:r>
              <a:rPr lang="en-US" altLang="zh-CN" dirty="0"/>
              <a:t> -name *.java` `find ./gen -name *.java</a:t>
            </a:r>
            <a:r>
              <a:rPr lang="en-US" altLang="zh-CN" dirty="0" smtClean="0"/>
              <a:t>`</a:t>
            </a:r>
          </a:p>
          <a:p>
            <a:r>
              <a:rPr lang="en-US" altLang="zh-CN" dirty="0" smtClean="0"/>
              <a:t>5. </a:t>
            </a:r>
            <a:r>
              <a:rPr lang="zh-CN" altLang="en-US" dirty="0" smtClean="0"/>
              <a:t>转成</a:t>
            </a:r>
            <a:r>
              <a:rPr lang="en-US" altLang="zh-CN" dirty="0" err="1" smtClean="0"/>
              <a:t>dex</a:t>
            </a:r>
            <a:endParaRPr lang="en-US" altLang="zh-CN" dirty="0" smtClean="0"/>
          </a:p>
          <a:p>
            <a:r>
              <a:rPr lang="en-US" altLang="zh-CN" dirty="0"/>
              <a:t>dx.bat --</a:t>
            </a:r>
            <a:r>
              <a:rPr lang="en-US" altLang="zh-CN" dirty="0" err="1"/>
              <a:t>dex</a:t>
            </a:r>
            <a:r>
              <a:rPr lang="en-US" altLang="zh-CN" dirty="0"/>
              <a:t> --output=</a:t>
            </a:r>
            <a:r>
              <a:rPr lang="en-US" altLang="zh-CN" dirty="0" err="1"/>
              <a:t>classes.dex</a:t>
            </a:r>
            <a:r>
              <a:rPr lang="en-US" altLang="zh-CN" dirty="0"/>
              <a:t> --min-</a:t>
            </a:r>
            <a:r>
              <a:rPr lang="en-US" altLang="zh-CN" dirty="0" err="1"/>
              <a:t>sdk</a:t>
            </a:r>
            <a:r>
              <a:rPr lang="en-US" altLang="zh-CN" dirty="0"/>
              <a:t>-version=26 </a:t>
            </a:r>
            <a:r>
              <a:rPr lang="en-US" altLang="zh-CN" dirty="0" smtClean="0"/>
              <a:t>out</a:t>
            </a:r>
          </a:p>
          <a:p>
            <a:r>
              <a:rPr lang="en-US" altLang="zh-CN" dirty="0" smtClean="0"/>
              <a:t>6. </a:t>
            </a:r>
            <a:r>
              <a:rPr lang="en-US" altLang="zh-CN" dirty="0" err="1" smtClean="0"/>
              <a:t>Dex</a:t>
            </a:r>
            <a:r>
              <a:rPr lang="zh-CN" altLang="en-US" dirty="0" smtClean="0"/>
              <a:t>添加到</a:t>
            </a:r>
            <a:r>
              <a:rPr lang="en-US" altLang="zh-CN" dirty="0" err="1" smtClean="0"/>
              <a:t>apk</a:t>
            </a:r>
            <a:endParaRPr lang="en-US" altLang="zh-CN" dirty="0" smtClean="0"/>
          </a:p>
          <a:p>
            <a:r>
              <a:rPr lang="en-US" altLang="zh-CN" dirty="0" smtClean="0"/>
              <a:t>7. </a:t>
            </a:r>
            <a:r>
              <a:rPr lang="zh-CN" altLang="en-US" dirty="0" smtClean="0"/>
              <a:t>签名</a:t>
            </a:r>
            <a:endParaRPr lang="en-US" altLang="zh-CN" dirty="0" smtClean="0"/>
          </a:p>
          <a:p>
            <a:r>
              <a:rPr lang="en-US" altLang="zh-CN" dirty="0" smtClean="0"/>
              <a:t>8. 4</a:t>
            </a:r>
            <a:r>
              <a:rPr lang="zh-CN" altLang="en-US" dirty="0" smtClean="0"/>
              <a:t>字节对齐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137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504" y="0"/>
            <a:ext cx="38164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098" name="Picture 2" descr="native-resource://sdk/image?resource_type=image&amp;key=img_v3_02b7_b292eb0f-950f-49d2-89df-07c1c94fd64g_MIDDLE_WEBP&amp;width=1147&amp;height=480&amp;gif_optimize=tru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373" y="117122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279373" y="620688"/>
            <a:ext cx="83970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签名</a:t>
            </a:r>
            <a:endParaRPr lang="zh-CN" altLang="en-US" dirty="0"/>
          </a:p>
          <a:p>
            <a:endParaRPr lang="zh-CN" altLang="en-US" dirty="0"/>
          </a:p>
          <a:p>
            <a:r>
              <a:rPr lang="en-US" altLang="zh-CN" dirty="0"/>
              <a:t>- v1 </a:t>
            </a:r>
            <a:r>
              <a:rPr lang="zh-CN" altLang="en-US" dirty="0"/>
              <a:t>方案：基于 </a:t>
            </a:r>
            <a:r>
              <a:rPr lang="en-US" altLang="zh-CN" dirty="0"/>
              <a:t>JAR </a:t>
            </a:r>
            <a:r>
              <a:rPr lang="zh-CN" altLang="en-US" dirty="0"/>
              <a:t>签名，采用的签名工具为 </a:t>
            </a:r>
            <a:r>
              <a:rPr lang="en-US" altLang="zh-CN" dirty="0"/>
              <a:t>`</a:t>
            </a:r>
            <a:r>
              <a:rPr lang="en-US" altLang="zh-CN" dirty="0" err="1"/>
              <a:t>jarsigner</a:t>
            </a:r>
            <a:r>
              <a:rPr lang="en-US" altLang="zh-CN" dirty="0"/>
              <a:t>`</a:t>
            </a:r>
          </a:p>
          <a:p>
            <a:r>
              <a:rPr lang="en-US" altLang="zh-CN" dirty="0"/>
              <a:t>- v2 </a:t>
            </a:r>
            <a:r>
              <a:rPr lang="zh-CN" altLang="en-US" dirty="0"/>
              <a:t>方案：</a:t>
            </a:r>
            <a:r>
              <a:rPr lang="en-US" altLang="zh-CN" dirty="0"/>
              <a:t>APK </a:t>
            </a:r>
            <a:r>
              <a:rPr lang="zh-CN" altLang="en-US" dirty="0"/>
              <a:t>签名方案 </a:t>
            </a:r>
            <a:r>
              <a:rPr lang="en-US" altLang="zh-CN" dirty="0"/>
              <a:t>v2</a:t>
            </a:r>
            <a:r>
              <a:rPr lang="zh-CN" altLang="en-US" dirty="0"/>
              <a:t>，在 </a:t>
            </a:r>
            <a:r>
              <a:rPr lang="en-US" altLang="zh-CN" dirty="0"/>
              <a:t>Android 7.0 </a:t>
            </a:r>
            <a:r>
              <a:rPr lang="zh-CN" altLang="en-US" dirty="0"/>
              <a:t>引入，采用的签名工具为 </a:t>
            </a:r>
            <a:r>
              <a:rPr lang="en-US" altLang="zh-CN" dirty="0"/>
              <a:t>`</a:t>
            </a:r>
            <a:r>
              <a:rPr lang="en-US" altLang="zh-CN" dirty="0" err="1"/>
              <a:t>apksigner</a:t>
            </a:r>
            <a:r>
              <a:rPr lang="en-US" altLang="zh-CN" dirty="0"/>
              <a:t>`</a:t>
            </a:r>
          </a:p>
          <a:p>
            <a:r>
              <a:rPr lang="en-US" altLang="zh-CN" dirty="0"/>
              <a:t>- v3 </a:t>
            </a:r>
            <a:r>
              <a:rPr lang="zh-CN" altLang="en-US" dirty="0"/>
              <a:t>方案：</a:t>
            </a:r>
            <a:r>
              <a:rPr lang="en-US" altLang="zh-CN" dirty="0"/>
              <a:t>APK </a:t>
            </a:r>
            <a:r>
              <a:rPr lang="zh-CN" altLang="en-US" dirty="0"/>
              <a:t>签名方案</a:t>
            </a:r>
            <a:r>
              <a:rPr lang="en-US" altLang="zh-CN" dirty="0"/>
              <a:t>v3</a:t>
            </a:r>
            <a:r>
              <a:rPr lang="zh-CN" altLang="en-US" dirty="0"/>
              <a:t>，在 </a:t>
            </a:r>
            <a:r>
              <a:rPr lang="en-US" altLang="zh-CN" dirty="0"/>
              <a:t>Android 9.0 </a:t>
            </a:r>
            <a:r>
              <a:rPr lang="zh-CN" altLang="en-US" dirty="0"/>
              <a:t>引入，采用的签名工具为 </a:t>
            </a:r>
            <a:r>
              <a:rPr lang="en-US" altLang="zh-CN" dirty="0"/>
              <a:t>`</a:t>
            </a:r>
            <a:r>
              <a:rPr lang="en-US" altLang="zh-CN" dirty="0" err="1"/>
              <a:t>apksigner</a:t>
            </a:r>
            <a:r>
              <a:rPr lang="en-US" altLang="zh-CN" dirty="0"/>
              <a:t>`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294592" y="2648556"/>
            <a:ext cx="80938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/>
              <a:t>V2</a:t>
            </a:r>
            <a:r>
              <a:rPr lang="zh-CN" altLang="en-US" dirty="0"/>
              <a:t>签名会破坏原来的</a:t>
            </a:r>
            <a:r>
              <a:rPr lang="en-US" altLang="zh-CN" dirty="0"/>
              <a:t>zip</a:t>
            </a:r>
            <a:r>
              <a:rPr lang="zh-CN" altLang="en-US" dirty="0"/>
              <a:t>包，即</a:t>
            </a:r>
            <a:r>
              <a:rPr lang="en-US" altLang="zh-CN" dirty="0"/>
              <a:t>V2</a:t>
            </a:r>
            <a:r>
              <a:rPr lang="zh-CN" altLang="en-US" dirty="0"/>
              <a:t>签名后，</a:t>
            </a:r>
            <a:r>
              <a:rPr lang="en-US" altLang="zh-CN" dirty="0" err="1"/>
              <a:t>apk</a:t>
            </a:r>
            <a:r>
              <a:rPr lang="zh-CN" altLang="en-US" dirty="0"/>
              <a:t>就不是标准的</a:t>
            </a:r>
            <a:r>
              <a:rPr lang="en-US" altLang="zh-CN" dirty="0"/>
              <a:t>zip</a:t>
            </a:r>
            <a:r>
              <a:rPr lang="zh-CN" altLang="en-US" dirty="0"/>
              <a:t>格式</a:t>
            </a:r>
            <a:r>
              <a:rPr lang="zh-CN" altLang="en-US" dirty="0" smtClean="0"/>
              <a:t>了，</a:t>
            </a:r>
            <a:r>
              <a:rPr lang="zh-CN" altLang="en-US" dirty="0"/>
              <a:t>所以</a:t>
            </a:r>
            <a:r>
              <a:rPr lang="en-US" altLang="zh-CN" dirty="0"/>
              <a:t>4</a:t>
            </a:r>
            <a:r>
              <a:rPr lang="zh-CN" altLang="en-US" dirty="0"/>
              <a:t>字节对齐要在</a:t>
            </a:r>
            <a:r>
              <a:rPr lang="en-US" altLang="zh-CN" dirty="0"/>
              <a:t>V2</a:t>
            </a:r>
            <a:r>
              <a:rPr lang="zh-CN" altLang="en-US" dirty="0"/>
              <a:t>签名的前面执行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如果</a:t>
            </a:r>
            <a:r>
              <a:rPr lang="zh-CN" altLang="en-US" dirty="0"/>
              <a:t>先</a:t>
            </a:r>
            <a:r>
              <a:rPr lang="zh-CN" altLang="en-US" dirty="0" smtClean="0"/>
              <a:t>签名再</a:t>
            </a:r>
            <a:r>
              <a:rPr lang="en-US" altLang="zh-CN" dirty="0" err="1" smtClean="0"/>
              <a:t>zipalign</a:t>
            </a:r>
            <a:r>
              <a:rPr lang="zh-CN" altLang="en-US" dirty="0"/>
              <a:t>，签名</a:t>
            </a:r>
            <a:r>
              <a:rPr lang="zh-CN" altLang="en-US" dirty="0" smtClean="0"/>
              <a:t>失效，同时应用可能无法安装。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0435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504" y="0"/>
            <a:ext cx="38164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反编译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098" name="Picture 2" descr="native-resource://sdk/image?resource_type=image&amp;key=img_v3_02b7_b292eb0f-950f-49d2-89df-07c1c94fd64g_MIDDLE_WEBP&amp;width=1147&amp;height=480&amp;gif_optimize=tru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373" y="117122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-10490" y="640295"/>
            <a:ext cx="8406276" cy="661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反</a:t>
            </a:r>
            <a:r>
              <a:rPr lang="zh-CN" altLang="en-US" dirty="0" smtClean="0">
                <a:latin typeface="+mn-lt"/>
              </a:rPr>
              <a:t>编译</a:t>
            </a:r>
            <a:r>
              <a:rPr lang="zh-CN" altLang="en-US" dirty="0">
                <a:latin typeface="+mn-lt"/>
              </a:rPr>
              <a:t>工具很多</a:t>
            </a:r>
            <a:r>
              <a:rPr lang="zh-CN" altLang="en-US" dirty="0" smtClean="0">
                <a:latin typeface="+mn-lt"/>
              </a:rPr>
              <a:t>，</a:t>
            </a:r>
            <a:r>
              <a:rPr lang="en-US" altLang="zh-CN" dirty="0" err="1" smtClean="0">
                <a:latin typeface="+mn-lt"/>
              </a:rPr>
              <a:t>apktool</a:t>
            </a:r>
            <a:r>
              <a:rPr lang="zh-CN" altLang="en-US" dirty="0" smtClean="0">
                <a:latin typeface="+mn-lt"/>
              </a:rPr>
              <a:t>可以导出反编译后的内容、修改资源、重新打包回</a:t>
            </a:r>
            <a:r>
              <a:rPr lang="en-US" altLang="zh-CN" dirty="0" err="1" smtClean="0">
                <a:latin typeface="+mn-lt"/>
              </a:rPr>
              <a:t>apk</a:t>
            </a:r>
            <a:r>
              <a:rPr lang="zh-CN" altLang="en-US" dirty="0">
                <a:latin typeface="+mn-lt"/>
              </a:rPr>
              <a:t>。</a:t>
            </a:r>
            <a:endParaRPr lang="zh-CN" altLang="en-US" dirty="0"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0" lang="zh-CN" alt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kumimoji="0" lang="zh-CN" altLang="en-US" sz="245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122" name="Picture 2" descr="native-resource://sdk/image?resource_type=image&amp;key=img_v3_02b7_305b8a30-df88-4d02-967a-c85348ef104g_MIDDLE_WEBP&amp;width=660&amp;height=413&amp;gif_optimize=tru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84" y="117122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203894" y="1412776"/>
            <a:ext cx="804051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/>
              <a:t>1. </a:t>
            </a:r>
            <a:r>
              <a:rPr lang="zh-CN" altLang="en-US" dirty="0" smtClean="0"/>
              <a:t>反编译</a:t>
            </a:r>
            <a:endParaRPr lang="zh-CN" altLang="en-US" dirty="0"/>
          </a:p>
          <a:p>
            <a:r>
              <a:rPr lang="zh-CN" altLang="en-US" dirty="0"/>
              <a:t>.\apktool.bat d .\DocumentsUI.apk 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2. </a:t>
            </a:r>
            <a:r>
              <a:rPr lang="zh-CN" altLang="en-US" dirty="0" smtClean="0"/>
              <a:t>替换图片、修改</a:t>
            </a:r>
            <a:r>
              <a:rPr lang="en-US" altLang="zh-CN" dirty="0" smtClean="0"/>
              <a:t>xml</a:t>
            </a:r>
            <a:r>
              <a:rPr lang="zh-CN" altLang="en-US" dirty="0" smtClean="0"/>
              <a:t>等</a:t>
            </a:r>
            <a:endParaRPr lang="en-US" altLang="zh-CN" dirty="0" smtClean="0"/>
          </a:p>
          <a:p>
            <a:endParaRPr lang="zh-CN" altLang="en-US" dirty="0"/>
          </a:p>
          <a:p>
            <a:r>
              <a:rPr lang="en-US" altLang="zh-CN" dirty="0" smtClean="0"/>
              <a:t>3. </a:t>
            </a:r>
            <a:r>
              <a:rPr lang="zh-CN" altLang="en-US" dirty="0" smtClean="0"/>
              <a:t>重新</a:t>
            </a:r>
            <a:r>
              <a:rPr lang="zh-CN" altLang="en-US" dirty="0"/>
              <a:t>打包成APK</a:t>
            </a:r>
          </a:p>
          <a:p>
            <a:r>
              <a:rPr lang="zh-CN" altLang="en-US" dirty="0"/>
              <a:t>.\apktool.bat b .\DFL_CarControl -o .\DFL_CarControl_mod.</a:t>
            </a:r>
            <a:r>
              <a:rPr lang="zh-CN" altLang="en-US" dirty="0" smtClean="0"/>
              <a:t>apk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/>
              <a:t>4. </a:t>
            </a:r>
            <a:r>
              <a:rPr lang="en-US" altLang="zh-CN" dirty="0" smtClean="0"/>
              <a:t> 4</a:t>
            </a:r>
            <a:r>
              <a:rPr lang="zh-CN" altLang="en-US" dirty="0" smtClean="0"/>
              <a:t>字节对齐</a:t>
            </a:r>
            <a:endParaRPr lang="en-US" altLang="zh-CN" dirty="0" smtClean="0"/>
          </a:p>
          <a:p>
            <a:r>
              <a:rPr lang="en-US" altLang="zh-CN" dirty="0" err="1" smtClean="0"/>
              <a:t>zipalign</a:t>
            </a:r>
            <a:r>
              <a:rPr lang="en-US" altLang="zh-CN" dirty="0" smtClean="0"/>
              <a:t> </a:t>
            </a:r>
            <a:r>
              <a:rPr lang="en-US" altLang="zh-CN" dirty="0"/>
              <a:t>-p -f -v 4 </a:t>
            </a:r>
            <a:r>
              <a:rPr lang="en-US" altLang="zh-CN" dirty="0" err="1"/>
              <a:t>DFL_CarControl_mod.apk</a:t>
            </a:r>
            <a:r>
              <a:rPr lang="en-US" altLang="zh-CN" dirty="0"/>
              <a:t> </a:t>
            </a:r>
            <a:r>
              <a:rPr lang="en-US" altLang="zh-CN" dirty="0" err="1" smtClean="0"/>
              <a:t>DFL_CarControl_mod_align.apk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5. </a:t>
            </a:r>
            <a:r>
              <a:rPr lang="zh-CN" altLang="en-US" dirty="0" smtClean="0"/>
              <a:t>签名</a:t>
            </a:r>
            <a:endParaRPr lang="en-US" altLang="zh-CN" dirty="0" smtClean="0"/>
          </a:p>
          <a:p>
            <a:r>
              <a:rPr lang="en-US" altLang="zh-CN" dirty="0" err="1"/>
              <a:t>apksigner</a:t>
            </a:r>
            <a:r>
              <a:rPr lang="en-US" altLang="zh-CN" dirty="0"/>
              <a:t> sign --</a:t>
            </a:r>
            <a:r>
              <a:rPr lang="en-US" altLang="zh-CN" dirty="0" err="1"/>
              <a:t>ks</a:t>
            </a:r>
            <a:r>
              <a:rPr lang="en-US" altLang="zh-CN" dirty="0"/>
              <a:t> </a:t>
            </a:r>
            <a:r>
              <a:rPr lang="en-US" altLang="zh-CN" dirty="0" err="1" smtClean="0"/>
              <a:t>platform.keystore</a:t>
            </a:r>
            <a:r>
              <a:rPr lang="en-US" altLang="zh-CN" dirty="0" smtClean="0"/>
              <a:t> </a:t>
            </a:r>
            <a:r>
              <a:rPr lang="en-US" altLang="zh-CN" dirty="0"/>
              <a:t>--</a:t>
            </a:r>
            <a:r>
              <a:rPr lang="en-US" altLang="zh-CN" dirty="0" err="1"/>
              <a:t>ks</a:t>
            </a:r>
            <a:r>
              <a:rPr lang="en-US" altLang="zh-CN" dirty="0"/>
              <a:t>-key-alias android --</a:t>
            </a:r>
            <a:r>
              <a:rPr lang="en-US" altLang="zh-CN" dirty="0" err="1"/>
              <a:t>ks</a:t>
            </a:r>
            <a:r>
              <a:rPr lang="en-US" altLang="zh-CN" dirty="0"/>
              <a:t>-pass </a:t>
            </a:r>
            <a:r>
              <a:rPr lang="en-US" altLang="zh-CN" dirty="0" err="1"/>
              <a:t>pass:android</a:t>
            </a:r>
            <a:r>
              <a:rPr lang="en-US" altLang="zh-CN" dirty="0"/>
              <a:t> --key-pass </a:t>
            </a:r>
            <a:r>
              <a:rPr lang="en-US" altLang="zh-CN" dirty="0" err="1"/>
              <a:t>pass:android</a:t>
            </a:r>
            <a:r>
              <a:rPr lang="en-US" altLang="zh-CN" dirty="0"/>
              <a:t> --out </a:t>
            </a:r>
            <a:r>
              <a:rPr lang="en-US" altLang="zh-CN" dirty="0" err="1"/>
              <a:t>DFL_CarControl_mod_sign.apk</a:t>
            </a:r>
            <a:r>
              <a:rPr lang="en-US" altLang="zh-CN" dirty="0"/>
              <a:t> </a:t>
            </a:r>
            <a:r>
              <a:rPr lang="en-US" altLang="zh-CN" dirty="0" err="1"/>
              <a:t>DFL_CarControl_mod_align.apk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4219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6"/>
          <p:cNvSpPr txBox="1"/>
          <p:nvPr/>
        </p:nvSpPr>
        <p:spPr>
          <a:xfrm>
            <a:off x="2411760" y="2392432"/>
            <a:ext cx="5112568" cy="89255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  <a:sym typeface="Arial" panose="020B0604020202020204" pitchFamily="34" charset="0"/>
              </a:rPr>
              <a:t>感谢聆听 批评指导</a:t>
            </a:r>
            <a:endParaRPr lang="en-US" sz="4000" dirty="0">
              <a:solidFill>
                <a:schemeClr val="bg1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  <a:sym typeface="Arial" panose="020B0604020202020204" pitchFamily="34" charset="0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/>
        </p:nvSpPr>
        <p:spPr bwMode="auto">
          <a:xfrm>
            <a:off x="2095500" y="2641600"/>
            <a:ext cx="5644852" cy="631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50181" tIns="75091" rIns="150181" bIns="75091"/>
          <a:lstStyle/>
          <a:p>
            <a:pPr defTabSz="882650">
              <a:spcBef>
                <a:spcPct val="20000"/>
              </a:spcBef>
            </a:pPr>
            <a:r>
              <a:rPr lang="zh-CN" altLang="en-US" sz="4000" dirty="0">
                <a:solidFill>
                  <a:schemeClr val="bg1"/>
                </a:solidFill>
                <a:latin typeface="Calibri" panose="020F0502020204030204" pitchFamily="34" charset="0"/>
              </a:rPr>
              <a:t>会议结束，谢谢大家</a:t>
            </a:r>
          </a:p>
        </p:txBody>
      </p:sp>
      <p:sp>
        <p:nvSpPr>
          <p:cNvPr id="14" name="文本框 1"/>
          <p:cNvSpPr txBox="1"/>
          <p:nvPr/>
        </p:nvSpPr>
        <p:spPr>
          <a:xfrm>
            <a:off x="2595155" y="2875002"/>
            <a:ext cx="39536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6600" dirty="0" smtClean="0">
                <a:solidFill>
                  <a:srgbClr val="0070C0"/>
                </a:solidFill>
              </a:rPr>
              <a:t>Thank you!</a:t>
            </a:r>
            <a:endParaRPr lang="zh-CN" altLang="en-US" sz="66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扬州航盛PPT标准化模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扬州航盛PPT标准化模版</Template>
  <TotalTime>5656</TotalTime>
  <Words>398</Words>
  <Application>Microsoft Office PowerPoint</Application>
  <PresentationFormat>全屏显示(4:3)</PresentationFormat>
  <Paragraphs>66</Paragraphs>
  <Slides>8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方正正准黑简体</vt:lpstr>
      <vt:lpstr>黑体</vt:lpstr>
      <vt:lpstr>宋体</vt:lpstr>
      <vt:lpstr>微软雅黑</vt:lpstr>
      <vt:lpstr>Arial</vt:lpstr>
      <vt:lpstr>Calibri</vt:lpstr>
      <vt:lpstr>Times New Roman</vt:lpstr>
      <vt:lpstr>扬州航盛PPT标准化模版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liqinwen</dc:creator>
  <cp:lastModifiedBy>薛翔宇</cp:lastModifiedBy>
  <cp:revision>766</cp:revision>
  <dcterms:created xsi:type="dcterms:W3CDTF">2016-10-24T03:51:00Z</dcterms:created>
  <dcterms:modified xsi:type="dcterms:W3CDTF">2024-07-01T03:55:55Z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