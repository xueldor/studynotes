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55" r:id="rId5"/>
    <p:sldId id="353" r:id="rId6"/>
    <p:sldId id="361" r:id="rId7"/>
    <p:sldId id="348" r:id="rId8"/>
    <p:sldId id="350" r:id="rId9"/>
    <p:sldId id="349" r:id="rId10"/>
    <p:sldId id="356" r:id="rId11"/>
    <p:sldId id="357" r:id="rId12"/>
    <p:sldId id="358" r:id="rId13"/>
    <p:sldId id="359" r:id="rId14"/>
    <p:sldId id="360" r:id="rId15"/>
    <p:sldId id="362" r:id="rId16"/>
    <p:sldId id="325" r:id="rId17"/>
    <p:sldId id="327" r:id="rId18"/>
    <p:sldId id="328" r:id="rId19"/>
    <p:sldId id="330" r:id="rId20"/>
    <p:sldId id="331" r:id="rId21"/>
    <p:sldId id="340" r:id="rId22"/>
    <p:sldId id="313" r:id="rId23"/>
    <p:sldId id="351" r:id="rId24"/>
    <p:sldId id="352" r:id="rId25"/>
    <p:sldId id="345" r:id="rId26"/>
    <p:sldId id="363" r:id="rId27"/>
    <p:sldId id="316" r:id="rId28"/>
    <p:sldId id="289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9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2B1"/>
    <a:srgbClr val="0077FA"/>
    <a:srgbClr val="BFBFBF"/>
    <a:srgbClr val="3B3838"/>
    <a:srgbClr val="0053A3"/>
    <a:srgbClr val="7F7F7F"/>
    <a:srgbClr val="E44316"/>
    <a:srgbClr val="001833"/>
    <a:srgbClr val="404040"/>
    <a:srgbClr val="FFA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6552" autoAdjust="0"/>
  </p:normalViewPr>
  <p:slideViewPr>
    <p:cSldViewPr snapToGrid="0" snapToObjects="1" showGuides="1">
      <p:cViewPr varScale="1">
        <p:scale>
          <a:sx n="154" d="100"/>
          <a:sy n="154" d="100"/>
        </p:scale>
        <p:origin x="108" y="282"/>
      </p:cViewPr>
      <p:guideLst>
        <p:guide orient="horz" pos="2999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73" d="100"/>
          <a:sy n="73" d="100"/>
        </p:scale>
        <p:origin x="42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2E8DEE5-BC1B-693C-C63E-0A07140AEC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B5089F-4649-5D09-4A28-EBBFE7704F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983DF-C4AB-EF4D-B6FB-BA618DC78410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3FEF4A-E644-6705-E8A3-96229B8DFD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63CBAD-A410-2CA9-3660-787158B9C9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3A079-B074-C14B-B790-26C986323C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3171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ED9E5-CA01-B54F-8344-D238411FE1BC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CE063-EEA2-A74D-995E-8DD079905F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637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CE063-EEA2-A74D-995E-8DD079905F6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7418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655DC-ADC7-BA44-A376-4A59271E5CE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6703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655DC-ADC7-BA44-A376-4A59271E5CE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2353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655DC-ADC7-BA44-A376-4A59271E5CE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12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9B9D3-2907-4849-9887-A81C05F38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0354" y="322134"/>
            <a:ext cx="9144000" cy="46166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E5351-48B5-7AD1-2555-76F30162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B2E5F5-6C98-7852-9D19-48115B4E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5F5A6F-6B58-D51F-9552-DFEA67B2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945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7E99F2-2BAD-AE65-5861-90F3F4EE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1DA935-D080-6EED-DD5D-A2212109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93B3FA-8A9D-7558-80C5-D879F0F5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D43D948D-6586-8C1E-FD4F-918DD020D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0354" y="322134"/>
            <a:ext cx="9144000" cy="46166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2239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E9898-B9BB-4FAA-4D08-1AA873CA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12BA4C-581A-7C60-CBA2-68B1694D3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9EDF7-7CEE-13D0-5F87-68F8BC49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37A94-1BF3-7015-6123-1727DD2B9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8730E-7A2E-BD2C-E8B6-2CB418E4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995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5D0E5-C99A-BB30-7CF2-2C51C6C2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7F7708-896B-74C2-8A59-D5D8EB76B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99B304-C110-9A9D-BB62-B7D1EB73C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B27D33-42A6-1360-CCA1-A6EE6959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6EA6BD-4733-A78B-4C36-5B9329FF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A9A4F4-5CAD-DE24-9B62-B212B710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402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CF34D-698B-4EBD-B6B3-41FC04B6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B32502-DC05-EA2D-F4AD-8EA81BBA7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3E4C8-6961-BEAA-D65D-F5C0210DB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1735B9-9AD1-4E56-4E52-B2369A57D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B41B69-C57C-5599-8D6C-F78D7F6A7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8B3DFC-6DAD-57DD-8EFB-D00C5B69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A5D234-BEAA-C0C8-F90F-6CCA543D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02B6E1-F783-E898-B2F3-FC43120E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8242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DDCB8-3A6D-2714-F161-6FC61AC8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EF1771-9838-A40D-EB55-F5C656B4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3E29B7-92E6-980F-465E-BD299AE1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972E28-598E-6F0D-E5BB-0B90965D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683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1F6AED-D7BF-88B5-C3A3-868C067D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5651B5-72A1-8187-055B-B385A63E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D37069-8368-F069-FC28-76361AF1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8509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75E11-1FA3-B4DB-4440-A3264FBE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9B151C-4CE9-736B-CAB3-E49E5FAC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3FC06F-5C27-690D-628D-5116537CE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12D53A-5E7C-CBAE-4ED1-C1208EC3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C2010B-7BB6-BFE4-1D83-438C381F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96EE81-E21C-824F-411A-B07A6B64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717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35D40-6661-C3D8-4785-C20A4A9F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B507B09-DC01-D761-972D-C8EE86E80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F8EC5B-0F06-F68E-03D7-871526AFB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4EA28D-1C3B-CE1F-157F-54E2BBAF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2CDEC5-3B80-3274-A7F2-3C5A4B00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B4821-7B6A-C0AF-0773-D8033506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89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5C675-A0BA-A853-93D8-8A6CE6EE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8378B6-DB70-B8C8-34C7-6FF14CF82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F5C03-4B2E-E4D4-E379-BE469D21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BEAE10-77E8-A01E-9041-F8F7EFCE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6F950F-0AAF-5C3C-F97C-00DD36A4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560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0F70D5-D46F-737D-F2E6-BA0C5BF5F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07484-FCA2-90C6-A5CA-541E2A051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6DD179-80CA-DE27-7047-FE7D0434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D0A032-8AD6-40CD-EDA2-BE271A9D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303E00-9E73-D4CA-029A-DE8ACE537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881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F923B1F-A453-2402-3B9D-6A4C9929A76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9350" y="410189"/>
            <a:ext cx="2505697" cy="2792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15B2163-51AA-0357-DC6A-02A0D497EBB9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522" y="410189"/>
            <a:ext cx="523061" cy="270871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B6B49-F967-11E0-1CCA-1FFEC2402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D1E3E-4C61-7447-84AA-6ECBFD31216D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22CEFA-6489-6939-7952-DACA35C88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7E6295-CE86-5128-011E-27E661F4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B364D-7BF5-8244-8444-BECEAFA634B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1DED16-8C31-19C1-3BA0-B0E0C1976189}"/>
              </a:ext>
            </a:extLst>
          </p:cNvPr>
          <p:cNvSpPr txBox="1"/>
          <p:nvPr userDrawn="1"/>
        </p:nvSpPr>
        <p:spPr>
          <a:xfrm>
            <a:off x="9639133" y="6422408"/>
            <a:ext cx="3075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Copyright © AutoChips Inc . All rights reserved.</a:t>
            </a:r>
            <a:endParaRPr lang="zh-CN" altLang="en-US" sz="800" b="0" i="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charset="-122"/>
              <a:cs typeface="Arial" panose="020B0604020202020204" pitchFamily="34" charset="0"/>
            </a:endParaRPr>
          </a:p>
          <a:p>
            <a:endParaRPr lang="zh-CN" altLang="en-US" sz="1000" b="0" i="0" dirty="0">
              <a:solidFill>
                <a:schemeClr val="bg1">
                  <a:lumMod val="75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D53CC5-FECF-313B-AA88-B3D498921117}"/>
              </a:ext>
            </a:extLst>
          </p:cNvPr>
          <p:cNvSpPr txBox="1"/>
          <p:nvPr userDrawn="1"/>
        </p:nvSpPr>
        <p:spPr>
          <a:xfrm>
            <a:off x="10106490" y="6277300"/>
            <a:ext cx="1342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rgbClr val="BFBFBF"/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Internal Use</a:t>
            </a:r>
            <a:endParaRPr lang="zh-CN" altLang="en-US" sz="1000" b="0" i="0" dirty="0">
              <a:solidFill>
                <a:srgbClr val="BFBFBF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09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utochips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bbs.21ic.com/iclist-864-1.html" TargetMode="Externa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847A4A-3951-90E7-946C-BC9E07422D14}"/>
              </a:ext>
            </a:extLst>
          </p:cNvPr>
          <p:cNvSpPr/>
          <p:nvPr/>
        </p:nvSpPr>
        <p:spPr>
          <a:xfrm>
            <a:off x="0" y="0"/>
            <a:ext cx="12192000" cy="6866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2787AD-B7FA-8E38-D7D2-5223C698DD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6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88746" y="8025"/>
            <a:ext cx="10103254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18A5272-A967-19CD-168C-D7E48AFC20FA}"/>
              </a:ext>
            </a:extLst>
          </p:cNvPr>
          <p:cNvSpPr/>
          <p:nvPr/>
        </p:nvSpPr>
        <p:spPr>
          <a:xfrm>
            <a:off x="0" y="8025"/>
            <a:ext cx="12192000" cy="6866025"/>
          </a:xfrm>
          <a:prstGeom prst="rect">
            <a:avLst/>
          </a:prstGeom>
          <a:solidFill>
            <a:schemeClr val="bg1">
              <a:alpha val="818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12EA8CF5-D284-261D-6015-BA0C69C75C63}"/>
              </a:ext>
            </a:extLst>
          </p:cNvPr>
          <p:cNvSpPr txBox="1"/>
          <p:nvPr/>
        </p:nvSpPr>
        <p:spPr>
          <a:xfrm flipH="1">
            <a:off x="750594" y="1530839"/>
            <a:ext cx="10690812" cy="10895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5400" b="1" dirty="0">
                <a:solidFill>
                  <a:srgbClr val="0053A3"/>
                </a:solidFill>
                <a:latin typeface="Microsoft YaHei" charset="-122"/>
                <a:ea typeface="Microsoft YaHei" charset="-122"/>
                <a:cs typeface="Microsoft YaHei" charset="-122"/>
              </a:rPr>
              <a:t>AC8025 </a:t>
            </a:r>
            <a:r>
              <a:rPr kumimoji="1" lang="zh-CN" altLang="en-US" sz="5400" b="1" dirty="0">
                <a:solidFill>
                  <a:srgbClr val="0053A3"/>
                </a:solidFill>
                <a:latin typeface="Microsoft YaHei" charset="-122"/>
                <a:ea typeface="Microsoft YaHei" charset="-122"/>
                <a:cs typeface="Microsoft YaHei" charset="-122"/>
              </a:rPr>
              <a:t>代码目录结构及编译说明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4B7497-0334-64C5-E7DC-BD35B8B7CA0F}"/>
              </a:ext>
            </a:extLst>
          </p:cNvPr>
          <p:cNvSpPr/>
          <p:nvPr/>
        </p:nvSpPr>
        <p:spPr>
          <a:xfrm>
            <a:off x="5475069" y="4588134"/>
            <a:ext cx="1255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FE9974C-CE30-42CF-90FA-135DACBBB925}" type="datetime6">
              <a:rPr lang="zh-CN" altLang="en-US" smtClean="0">
                <a:solidFill>
                  <a:srgbClr val="3B3838"/>
                </a:solidFill>
              </a:rPr>
              <a:t>2025年4月</a:t>
            </a:fld>
            <a:endParaRPr lang="hr-HR" altLang="zh-CN" dirty="0">
              <a:solidFill>
                <a:srgbClr val="3B3838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AD6A69-9E86-CC92-B335-7479ACFD52D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9961" y="4260505"/>
            <a:ext cx="531827" cy="27541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CB9280B-4913-0D83-6E0D-934DABF117A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962" y="395271"/>
            <a:ext cx="2555118" cy="30342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4581CE1-906E-3804-DC7B-AED6DAD08D77}"/>
              </a:ext>
            </a:extLst>
          </p:cNvPr>
          <p:cNvSpPr txBox="1"/>
          <p:nvPr/>
        </p:nvSpPr>
        <p:spPr>
          <a:xfrm>
            <a:off x="9639133" y="6422408"/>
            <a:ext cx="238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Copyright © AutoChips Inc . All rights reserved.</a:t>
            </a:r>
            <a:endParaRPr lang="zh-CN" altLang="en-US" sz="800" b="0" i="0" dirty="0">
              <a:solidFill>
                <a:schemeClr val="tx1">
                  <a:lumMod val="75000"/>
                  <a:lumOff val="25000"/>
                  <a:alpha val="30000"/>
                </a:schemeClr>
              </a:solidFill>
              <a:latin typeface="Arial" panose="020B0604020202020204" pitchFamily="34" charset="0"/>
              <a:ea typeface="微软雅黑" charset="-122"/>
              <a:cs typeface="Arial" panose="020B0604020202020204" pitchFamily="34" charset="0"/>
            </a:endParaRPr>
          </a:p>
          <a:p>
            <a:endParaRPr lang="zh-CN" altLang="en-US" sz="1000" b="0" i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EBBF89-61DA-A1FA-F309-581893FD600D}"/>
              </a:ext>
            </a:extLst>
          </p:cNvPr>
          <p:cNvSpPr txBox="1"/>
          <p:nvPr/>
        </p:nvSpPr>
        <p:spPr>
          <a:xfrm>
            <a:off x="10106490" y="6277300"/>
            <a:ext cx="1342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rgbClr val="BFBFBF"/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Internal Use</a:t>
            </a:r>
            <a:endParaRPr lang="zh-CN" altLang="en-US" sz="1000" b="0" i="0" dirty="0">
              <a:solidFill>
                <a:srgbClr val="BFBFBF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4" name="TextBox 29">
            <a:extLst>
              <a:ext uri="{FF2B5EF4-FFF2-40B4-BE49-F238E27FC236}">
                <a16:creationId xmlns:a16="http://schemas.microsoft.com/office/drawing/2014/main" id="{12EA8CF5-D284-261D-6015-BA0C69C75C63}"/>
              </a:ext>
            </a:extLst>
          </p:cNvPr>
          <p:cNvSpPr txBox="1"/>
          <p:nvPr/>
        </p:nvSpPr>
        <p:spPr>
          <a:xfrm flipH="1">
            <a:off x="5222203" y="2862215"/>
            <a:ext cx="1747594" cy="83599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4400" dirty="0">
                <a:solidFill>
                  <a:srgbClr val="0053A3"/>
                </a:solidFill>
                <a:latin typeface="Microsoft YaHei" charset="-122"/>
                <a:ea typeface="Microsoft YaHei" charset="-122"/>
                <a:cs typeface="Microsoft YaHei" charset="-122"/>
              </a:rPr>
              <a:t>TMEC</a:t>
            </a:r>
            <a:endParaRPr kumimoji="1" lang="zh-CN" altLang="en-US" sz="4400" dirty="0">
              <a:solidFill>
                <a:srgbClr val="0053A3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580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797521-4912-FED7-32E6-082573B4B0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6308ABB-768B-503F-8672-2F8AFF56BC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304" y="0"/>
            <a:ext cx="11351392" cy="6858000"/>
          </a:xfrm>
          <a:prstGeom prst="rect">
            <a:avLst/>
          </a:prstGeom>
        </p:spPr>
      </p:pic>
      <p:sp>
        <p:nvSpPr>
          <p:cNvPr id="67" name="íṥḻïḍe">
            <a:extLst>
              <a:ext uri="{FF2B5EF4-FFF2-40B4-BE49-F238E27FC236}">
                <a16:creationId xmlns:a16="http://schemas.microsoft.com/office/drawing/2014/main" id="{0C00E0CD-A27A-70DA-82FE-854883A383EA}"/>
              </a:ext>
            </a:extLst>
          </p:cNvPr>
          <p:cNvSpPr txBox="1"/>
          <p:nvPr/>
        </p:nvSpPr>
        <p:spPr>
          <a:xfrm>
            <a:off x="3723152" y="2416484"/>
            <a:ext cx="1661524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4800" b="1" dirty="0">
                <a:solidFill>
                  <a:srgbClr val="0053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zh-CN" altLang="en-US" sz="4800" b="1" dirty="0">
              <a:solidFill>
                <a:srgbClr val="0053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ïṣļîḋé">
            <a:extLst>
              <a:ext uri="{FF2B5EF4-FFF2-40B4-BE49-F238E27FC236}">
                <a16:creationId xmlns:a16="http://schemas.microsoft.com/office/drawing/2014/main" id="{7A29FD51-4703-4055-7AA5-235D48CDCD34}"/>
              </a:ext>
            </a:extLst>
          </p:cNvPr>
          <p:cNvSpPr txBox="1"/>
          <p:nvPr/>
        </p:nvSpPr>
        <p:spPr>
          <a:xfrm>
            <a:off x="3723151" y="3359993"/>
            <a:ext cx="2075641" cy="463846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编译说明</a:t>
            </a:r>
            <a:endParaRPr lang="en-US" altLang="zh-CN" sz="2400" b="1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îsļiḓê">
            <a:extLst>
              <a:ext uri="{FF2B5EF4-FFF2-40B4-BE49-F238E27FC236}">
                <a16:creationId xmlns:a16="http://schemas.microsoft.com/office/drawing/2014/main" id="{0FD1A464-D03F-6322-260F-09053E1DF7C4}"/>
              </a:ext>
            </a:extLst>
          </p:cNvPr>
          <p:cNvSpPr txBox="1"/>
          <p:nvPr/>
        </p:nvSpPr>
        <p:spPr>
          <a:xfrm>
            <a:off x="1018994" y="2416484"/>
            <a:ext cx="1661524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4800" b="1" dirty="0">
                <a:solidFill>
                  <a:srgbClr val="0053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zh-CN" altLang="en-US" sz="4800" b="1" dirty="0">
              <a:solidFill>
                <a:srgbClr val="0053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i$ḻiḑé">
            <a:extLst>
              <a:ext uri="{FF2B5EF4-FFF2-40B4-BE49-F238E27FC236}">
                <a16:creationId xmlns:a16="http://schemas.microsoft.com/office/drawing/2014/main" id="{570B7E50-3AD8-5BBF-CCF1-232E41742A63}"/>
              </a:ext>
            </a:extLst>
          </p:cNvPr>
          <p:cNvSpPr txBox="1"/>
          <p:nvPr/>
        </p:nvSpPr>
        <p:spPr>
          <a:xfrm>
            <a:off x="1022427" y="3359993"/>
            <a:ext cx="1972896" cy="463846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r>
              <a:rPr lang="zh-CN" altLang="en-US" sz="2400" b="1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代码目录</a:t>
            </a:r>
            <a:endParaRPr lang="en-US" altLang="zh-CN" sz="2400" b="1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iṥḷíḓè">
            <a:extLst>
              <a:ext uri="{FF2B5EF4-FFF2-40B4-BE49-F238E27FC236}">
                <a16:creationId xmlns:a16="http://schemas.microsoft.com/office/drawing/2014/main" id="{9F3C2163-0362-1CCC-1CD8-E341A55C69C0}"/>
              </a:ext>
            </a:extLst>
          </p:cNvPr>
          <p:cNvSpPr/>
          <p:nvPr/>
        </p:nvSpPr>
        <p:spPr>
          <a:xfrm flipH="1">
            <a:off x="1018994" y="3849316"/>
            <a:ext cx="1976328" cy="84356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代码目录介绍</a:t>
            </a:r>
            <a:endParaRPr lang="en-US" altLang="zh-CN" sz="1400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常见配置路径</a:t>
            </a:r>
            <a:endParaRPr lang="en-US" altLang="zh-CN" sz="1400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6F99F53-7067-247C-C200-C6369F5311E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962" y="395271"/>
            <a:ext cx="2555118" cy="303421"/>
          </a:xfrm>
          <a:prstGeom prst="rect">
            <a:avLst/>
          </a:prstGeom>
          <a:noFill/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1BD2A6E-A333-0B04-5B4C-82314D910E98}"/>
              </a:ext>
            </a:extLst>
          </p:cNvPr>
          <p:cNvSpPr txBox="1"/>
          <p:nvPr/>
        </p:nvSpPr>
        <p:spPr>
          <a:xfrm>
            <a:off x="9639133" y="6422408"/>
            <a:ext cx="248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Copyright © AutoChips Inc . All rights reserved.</a:t>
            </a:r>
            <a:endParaRPr lang="zh-CN" altLang="en-US" sz="800" b="0" i="0" dirty="0">
              <a:solidFill>
                <a:schemeClr val="tx1">
                  <a:lumMod val="75000"/>
                  <a:lumOff val="25000"/>
                  <a:alpha val="30000"/>
                </a:schemeClr>
              </a:solidFill>
              <a:latin typeface="Arial" panose="020B0604020202020204" pitchFamily="34" charset="0"/>
              <a:ea typeface="微软雅黑" charset="-122"/>
              <a:cs typeface="Arial" panose="020B0604020202020204" pitchFamily="34" charset="0"/>
            </a:endParaRPr>
          </a:p>
          <a:p>
            <a:endParaRPr lang="zh-CN" altLang="en-US" sz="1000" b="0" i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74077F5-B384-28A5-0AC4-F155FE5D774C}"/>
              </a:ext>
            </a:extLst>
          </p:cNvPr>
          <p:cNvSpPr txBox="1"/>
          <p:nvPr/>
        </p:nvSpPr>
        <p:spPr>
          <a:xfrm>
            <a:off x="10106490" y="6277300"/>
            <a:ext cx="1342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rgbClr val="BFBFBF"/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Internal Use</a:t>
            </a:r>
            <a:endParaRPr lang="zh-CN" altLang="en-US" sz="1000" b="0" i="0" dirty="0">
              <a:solidFill>
                <a:srgbClr val="BFBFBF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pSp>
        <p:nvGrpSpPr>
          <p:cNvPr id="24" name="그룹 273">
            <a:extLst>
              <a:ext uri="{FF2B5EF4-FFF2-40B4-BE49-F238E27FC236}">
                <a16:creationId xmlns:a16="http://schemas.microsoft.com/office/drawing/2014/main" id="{5348DDB0-CCF3-5632-58EF-E6DF4096FC23}"/>
              </a:ext>
            </a:extLst>
          </p:cNvPr>
          <p:cNvGrpSpPr/>
          <p:nvPr/>
        </p:nvGrpSpPr>
        <p:grpSpPr>
          <a:xfrm>
            <a:off x="7004524" y="4947414"/>
            <a:ext cx="469535" cy="529309"/>
            <a:chOff x="773707" y="897064"/>
            <a:chExt cx="346424" cy="390525"/>
          </a:xfrm>
          <a:solidFill>
            <a:schemeClr val="bg1"/>
          </a:solidFill>
        </p:grpSpPr>
        <p:sp>
          <p:nvSpPr>
            <p:cNvPr id="25" name="자유형: 도형 274">
              <a:extLst>
                <a:ext uri="{FF2B5EF4-FFF2-40B4-BE49-F238E27FC236}">
                  <a16:creationId xmlns:a16="http://schemas.microsoft.com/office/drawing/2014/main" id="{B39A0CE5-DA0E-C9C9-7EFD-3BD98D5C1FC6}"/>
                </a:ext>
              </a:extLst>
            </p:cNvPr>
            <p:cNvSpPr/>
            <p:nvPr/>
          </p:nvSpPr>
          <p:spPr>
            <a:xfrm>
              <a:off x="929917" y="964692"/>
              <a:ext cx="76200" cy="76200"/>
            </a:xfrm>
            <a:custGeom>
              <a:avLst/>
              <a:gdLst>
                <a:gd name="connsiteX0" fmla="*/ 40577 w 76200"/>
                <a:gd name="connsiteY0" fmla="*/ 74009 h 76200"/>
                <a:gd name="connsiteX1" fmla="*/ 74009 w 76200"/>
                <a:gd name="connsiteY1" fmla="*/ 40576 h 76200"/>
                <a:gd name="connsiteX2" fmla="*/ 40577 w 76200"/>
                <a:gd name="connsiteY2" fmla="*/ 7144 h 76200"/>
                <a:gd name="connsiteX3" fmla="*/ 7144 w 76200"/>
                <a:gd name="connsiteY3" fmla="*/ 40576 h 76200"/>
                <a:gd name="connsiteX4" fmla="*/ 40577 w 76200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40577" y="74009"/>
                  </a:moveTo>
                  <a:cubicBezTo>
                    <a:pt x="59055" y="74009"/>
                    <a:pt x="74009" y="59055"/>
                    <a:pt x="74009" y="40576"/>
                  </a:cubicBezTo>
                  <a:cubicBezTo>
                    <a:pt x="74009" y="22098"/>
                    <a:pt x="59055" y="7144"/>
                    <a:pt x="40577" y="7144"/>
                  </a:cubicBezTo>
                  <a:cubicBezTo>
                    <a:pt x="22098" y="7144"/>
                    <a:pt x="7144" y="22098"/>
                    <a:pt x="7144" y="40576"/>
                  </a:cubicBezTo>
                  <a:cubicBezTo>
                    <a:pt x="7144" y="59055"/>
                    <a:pt x="22098" y="74009"/>
                    <a:pt x="40577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27" name="자유형: 도형 275">
              <a:extLst>
                <a:ext uri="{FF2B5EF4-FFF2-40B4-BE49-F238E27FC236}">
                  <a16:creationId xmlns:a16="http://schemas.microsoft.com/office/drawing/2014/main" id="{B92365AF-4CD8-BEAE-6B48-A497F9124615}"/>
                </a:ext>
              </a:extLst>
            </p:cNvPr>
            <p:cNvSpPr/>
            <p:nvPr/>
          </p:nvSpPr>
          <p:spPr>
            <a:xfrm>
              <a:off x="834381" y="897064"/>
              <a:ext cx="285750" cy="390525"/>
            </a:xfrm>
            <a:custGeom>
              <a:avLst/>
              <a:gdLst>
                <a:gd name="connsiteX0" fmla="*/ 269653 w 285750"/>
                <a:gd name="connsiteY0" fmla="*/ 7144 h 390525"/>
                <a:gd name="connsiteX1" fmla="*/ 24479 w 285750"/>
                <a:gd name="connsiteY1" fmla="*/ 7144 h 390525"/>
                <a:gd name="connsiteX2" fmla="*/ 13335 w 285750"/>
                <a:gd name="connsiteY2" fmla="*/ 18288 h 390525"/>
                <a:gd name="connsiteX3" fmla="*/ 13335 w 285750"/>
                <a:gd name="connsiteY3" fmla="*/ 365284 h 390525"/>
                <a:gd name="connsiteX4" fmla="*/ 7144 w 285750"/>
                <a:gd name="connsiteY4" fmla="*/ 387572 h 390525"/>
                <a:gd name="connsiteX5" fmla="*/ 225076 w 285750"/>
                <a:gd name="connsiteY5" fmla="*/ 387572 h 390525"/>
                <a:gd name="connsiteX6" fmla="*/ 280797 w 285750"/>
                <a:gd name="connsiteY6" fmla="*/ 331851 h 390525"/>
                <a:gd name="connsiteX7" fmla="*/ 280797 w 285750"/>
                <a:gd name="connsiteY7" fmla="*/ 18288 h 390525"/>
                <a:gd name="connsiteX8" fmla="*/ 269653 w 285750"/>
                <a:gd name="connsiteY8" fmla="*/ 7144 h 390525"/>
                <a:gd name="connsiteX9" fmla="*/ 136112 w 285750"/>
                <a:gd name="connsiteY9" fmla="*/ 52483 h 390525"/>
                <a:gd name="connsiteX10" fmla="*/ 191834 w 285750"/>
                <a:gd name="connsiteY10" fmla="*/ 108204 h 390525"/>
                <a:gd name="connsiteX11" fmla="*/ 177641 w 285750"/>
                <a:gd name="connsiteY11" fmla="*/ 144971 h 390525"/>
                <a:gd name="connsiteX12" fmla="*/ 211931 w 285750"/>
                <a:gd name="connsiteY12" fmla="*/ 190691 h 390525"/>
                <a:gd name="connsiteX13" fmla="*/ 209741 w 285750"/>
                <a:gd name="connsiteY13" fmla="*/ 206312 h 390525"/>
                <a:gd name="connsiteX14" fmla="*/ 194120 w 285750"/>
                <a:gd name="connsiteY14" fmla="*/ 204121 h 390525"/>
                <a:gd name="connsiteX15" fmla="*/ 159925 w 285750"/>
                <a:gd name="connsiteY15" fmla="*/ 158496 h 390525"/>
                <a:gd name="connsiteX16" fmla="*/ 136208 w 285750"/>
                <a:gd name="connsiteY16" fmla="*/ 164021 h 390525"/>
                <a:gd name="connsiteX17" fmla="*/ 80486 w 285750"/>
                <a:gd name="connsiteY17" fmla="*/ 108299 h 390525"/>
                <a:gd name="connsiteX18" fmla="*/ 136112 w 285750"/>
                <a:gd name="connsiteY18" fmla="*/ 52483 h 390525"/>
                <a:gd name="connsiteX19" fmla="*/ 225266 w 285750"/>
                <a:gd name="connsiteY19" fmla="*/ 342995 h 390525"/>
                <a:gd name="connsiteX20" fmla="*/ 69247 w 285750"/>
                <a:gd name="connsiteY20" fmla="*/ 342995 h 390525"/>
                <a:gd name="connsiteX21" fmla="*/ 58103 w 285750"/>
                <a:gd name="connsiteY21" fmla="*/ 331851 h 390525"/>
                <a:gd name="connsiteX22" fmla="*/ 69247 w 285750"/>
                <a:gd name="connsiteY22" fmla="*/ 320707 h 390525"/>
                <a:gd name="connsiteX23" fmla="*/ 225266 w 285750"/>
                <a:gd name="connsiteY23" fmla="*/ 320707 h 390525"/>
                <a:gd name="connsiteX24" fmla="*/ 236411 w 285750"/>
                <a:gd name="connsiteY24" fmla="*/ 331851 h 390525"/>
                <a:gd name="connsiteX25" fmla="*/ 225266 w 285750"/>
                <a:gd name="connsiteY25" fmla="*/ 342995 h 390525"/>
                <a:gd name="connsiteX26" fmla="*/ 225266 w 285750"/>
                <a:gd name="connsiteY26" fmla="*/ 298418 h 390525"/>
                <a:gd name="connsiteX27" fmla="*/ 69247 w 285750"/>
                <a:gd name="connsiteY27" fmla="*/ 298418 h 390525"/>
                <a:gd name="connsiteX28" fmla="*/ 58103 w 285750"/>
                <a:gd name="connsiteY28" fmla="*/ 287274 h 390525"/>
                <a:gd name="connsiteX29" fmla="*/ 69247 w 285750"/>
                <a:gd name="connsiteY29" fmla="*/ 276130 h 390525"/>
                <a:gd name="connsiteX30" fmla="*/ 225266 w 285750"/>
                <a:gd name="connsiteY30" fmla="*/ 276130 h 390525"/>
                <a:gd name="connsiteX31" fmla="*/ 236411 w 285750"/>
                <a:gd name="connsiteY31" fmla="*/ 287274 h 390525"/>
                <a:gd name="connsiteX32" fmla="*/ 225266 w 285750"/>
                <a:gd name="connsiteY32" fmla="*/ 298418 h 390525"/>
                <a:gd name="connsiteX33" fmla="*/ 225266 w 285750"/>
                <a:gd name="connsiteY33" fmla="*/ 253841 h 390525"/>
                <a:gd name="connsiteX34" fmla="*/ 69247 w 285750"/>
                <a:gd name="connsiteY34" fmla="*/ 253841 h 390525"/>
                <a:gd name="connsiteX35" fmla="*/ 58103 w 285750"/>
                <a:gd name="connsiteY35" fmla="*/ 242697 h 390525"/>
                <a:gd name="connsiteX36" fmla="*/ 69247 w 285750"/>
                <a:gd name="connsiteY36" fmla="*/ 231553 h 390525"/>
                <a:gd name="connsiteX37" fmla="*/ 225266 w 285750"/>
                <a:gd name="connsiteY37" fmla="*/ 231553 h 390525"/>
                <a:gd name="connsiteX38" fmla="*/ 236411 w 285750"/>
                <a:gd name="connsiteY38" fmla="*/ 242697 h 390525"/>
                <a:gd name="connsiteX39" fmla="*/ 225266 w 285750"/>
                <a:gd name="connsiteY39" fmla="*/ 253841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5750" h="390525">
                  <a:moveTo>
                    <a:pt x="269653" y="7144"/>
                  </a:moveTo>
                  <a:lnTo>
                    <a:pt x="24479" y="7144"/>
                  </a:lnTo>
                  <a:cubicBezTo>
                    <a:pt x="18288" y="7144"/>
                    <a:pt x="13335" y="12097"/>
                    <a:pt x="13335" y="18288"/>
                  </a:cubicBezTo>
                  <a:lnTo>
                    <a:pt x="13335" y="365284"/>
                  </a:lnTo>
                  <a:cubicBezTo>
                    <a:pt x="13335" y="373475"/>
                    <a:pt x="10954" y="381000"/>
                    <a:pt x="7144" y="387572"/>
                  </a:cubicBezTo>
                  <a:lnTo>
                    <a:pt x="225076" y="387572"/>
                  </a:lnTo>
                  <a:cubicBezTo>
                    <a:pt x="255842" y="387572"/>
                    <a:pt x="280797" y="362617"/>
                    <a:pt x="280797" y="331851"/>
                  </a:cubicBezTo>
                  <a:lnTo>
                    <a:pt x="280797" y="18288"/>
                  </a:lnTo>
                  <a:cubicBezTo>
                    <a:pt x="280797" y="12097"/>
                    <a:pt x="275749" y="7144"/>
                    <a:pt x="269653" y="7144"/>
                  </a:cubicBezTo>
                  <a:close/>
                  <a:moveTo>
                    <a:pt x="136112" y="52483"/>
                  </a:moveTo>
                  <a:cubicBezTo>
                    <a:pt x="166878" y="52483"/>
                    <a:pt x="191834" y="77438"/>
                    <a:pt x="191834" y="108204"/>
                  </a:cubicBezTo>
                  <a:cubicBezTo>
                    <a:pt x="191834" y="122396"/>
                    <a:pt x="186404" y="135160"/>
                    <a:pt x="177641" y="144971"/>
                  </a:cubicBezTo>
                  <a:lnTo>
                    <a:pt x="211931" y="190691"/>
                  </a:lnTo>
                  <a:cubicBezTo>
                    <a:pt x="215646" y="195644"/>
                    <a:pt x="214598" y="202597"/>
                    <a:pt x="209741" y="206312"/>
                  </a:cubicBezTo>
                  <a:cubicBezTo>
                    <a:pt x="204788" y="210026"/>
                    <a:pt x="197834" y="208979"/>
                    <a:pt x="194120" y="204121"/>
                  </a:cubicBezTo>
                  <a:lnTo>
                    <a:pt x="159925" y="158496"/>
                  </a:lnTo>
                  <a:cubicBezTo>
                    <a:pt x="152686" y="161925"/>
                    <a:pt x="144685" y="164021"/>
                    <a:pt x="136208" y="164021"/>
                  </a:cubicBezTo>
                  <a:cubicBezTo>
                    <a:pt x="105442" y="164021"/>
                    <a:pt x="80486" y="139065"/>
                    <a:pt x="80486" y="108299"/>
                  </a:cubicBezTo>
                  <a:cubicBezTo>
                    <a:pt x="80486" y="77534"/>
                    <a:pt x="105347" y="52483"/>
                    <a:pt x="136112" y="52483"/>
                  </a:cubicBezTo>
                  <a:close/>
                  <a:moveTo>
                    <a:pt x="225266" y="342995"/>
                  </a:moveTo>
                  <a:lnTo>
                    <a:pt x="69247" y="342995"/>
                  </a:lnTo>
                  <a:cubicBezTo>
                    <a:pt x="63056" y="342995"/>
                    <a:pt x="58103" y="338042"/>
                    <a:pt x="58103" y="331851"/>
                  </a:cubicBezTo>
                  <a:cubicBezTo>
                    <a:pt x="58103" y="325660"/>
                    <a:pt x="63056" y="320707"/>
                    <a:pt x="69247" y="320707"/>
                  </a:cubicBezTo>
                  <a:lnTo>
                    <a:pt x="225266" y="320707"/>
                  </a:lnTo>
                  <a:cubicBezTo>
                    <a:pt x="231458" y="320707"/>
                    <a:pt x="236411" y="325660"/>
                    <a:pt x="236411" y="331851"/>
                  </a:cubicBezTo>
                  <a:cubicBezTo>
                    <a:pt x="236411" y="338042"/>
                    <a:pt x="231362" y="342995"/>
                    <a:pt x="225266" y="342995"/>
                  </a:cubicBezTo>
                  <a:close/>
                  <a:moveTo>
                    <a:pt x="225266" y="298418"/>
                  </a:moveTo>
                  <a:lnTo>
                    <a:pt x="69247" y="298418"/>
                  </a:lnTo>
                  <a:cubicBezTo>
                    <a:pt x="63056" y="298418"/>
                    <a:pt x="58103" y="293465"/>
                    <a:pt x="58103" y="287274"/>
                  </a:cubicBezTo>
                  <a:cubicBezTo>
                    <a:pt x="58103" y="281083"/>
                    <a:pt x="63056" y="276130"/>
                    <a:pt x="69247" y="276130"/>
                  </a:cubicBezTo>
                  <a:lnTo>
                    <a:pt x="225266" y="276130"/>
                  </a:lnTo>
                  <a:cubicBezTo>
                    <a:pt x="231458" y="276130"/>
                    <a:pt x="236411" y="281083"/>
                    <a:pt x="236411" y="287274"/>
                  </a:cubicBezTo>
                  <a:cubicBezTo>
                    <a:pt x="236411" y="293370"/>
                    <a:pt x="231362" y="298418"/>
                    <a:pt x="225266" y="298418"/>
                  </a:cubicBezTo>
                  <a:close/>
                  <a:moveTo>
                    <a:pt x="225266" y="253841"/>
                  </a:moveTo>
                  <a:lnTo>
                    <a:pt x="69247" y="253841"/>
                  </a:lnTo>
                  <a:cubicBezTo>
                    <a:pt x="63056" y="253841"/>
                    <a:pt x="58103" y="248888"/>
                    <a:pt x="58103" y="242697"/>
                  </a:cubicBezTo>
                  <a:cubicBezTo>
                    <a:pt x="58103" y="236506"/>
                    <a:pt x="63056" y="231553"/>
                    <a:pt x="69247" y="231553"/>
                  </a:cubicBezTo>
                  <a:lnTo>
                    <a:pt x="225266" y="231553"/>
                  </a:lnTo>
                  <a:cubicBezTo>
                    <a:pt x="231458" y="231553"/>
                    <a:pt x="236411" y="236506"/>
                    <a:pt x="236411" y="242697"/>
                  </a:cubicBezTo>
                  <a:cubicBezTo>
                    <a:pt x="236411" y="248793"/>
                    <a:pt x="231362" y="253841"/>
                    <a:pt x="225266" y="2538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28" name="자유형: 도형 276">
              <a:extLst>
                <a:ext uri="{FF2B5EF4-FFF2-40B4-BE49-F238E27FC236}">
                  <a16:creationId xmlns:a16="http://schemas.microsoft.com/office/drawing/2014/main" id="{04C9C5F7-7EDF-0F2E-CABD-CC1A4580BE92}"/>
                </a:ext>
              </a:extLst>
            </p:cNvPr>
            <p:cNvSpPr/>
            <p:nvPr/>
          </p:nvSpPr>
          <p:spPr>
            <a:xfrm>
              <a:off x="773707" y="1076134"/>
              <a:ext cx="57150" cy="209550"/>
            </a:xfrm>
            <a:custGeom>
              <a:avLst/>
              <a:gdLst>
                <a:gd name="connsiteX0" fmla="*/ 7144 w 57150"/>
                <a:gd name="connsiteY0" fmla="*/ 18288 h 209550"/>
                <a:gd name="connsiteX1" fmla="*/ 7144 w 57150"/>
                <a:gd name="connsiteY1" fmla="*/ 185738 h 209550"/>
                <a:gd name="connsiteX2" fmla="*/ 27813 w 57150"/>
                <a:gd name="connsiteY2" fmla="*/ 208407 h 209550"/>
                <a:gd name="connsiteX3" fmla="*/ 51721 w 57150"/>
                <a:gd name="connsiteY3" fmla="*/ 186214 h 209550"/>
                <a:gd name="connsiteX4" fmla="*/ 51721 w 57150"/>
                <a:gd name="connsiteY4" fmla="*/ 7144 h 209550"/>
                <a:gd name="connsiteX5" fmla="*/ 18288 w 57150"/>
                <a:gd name="connsiteY5" fmla="*/ 7144 h 209550"/>
                <a:gd name="connsiteX6" fmla="*/ 7144 w 57150"/>
                <a:gd name="connsiteY6" fmla="*/ 18288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09550">
                  <a:moveTo>
                    <a:pt x="7144" y="18288"/>
                  </a:moveTo>
                  <a:lnTo>
                    <a:pt x="7144" y="185738"/>
                  </a:lnTo>
                  <a:cubicBezTo>
                    <a:pt x="7144" y="197453"/>
                    <a:pt x="16097" y="207550"/>
                    <a:pt x="27813" y="208407"/>
                  </a:cubicBezTo>
                  <a:cubicBezTo>
                    <a:pt x="40862" y="209360"/>
                    <a:pt x="51721" y="199073"/>
                    <a:pt x="51721" y="186214"/>
                  </a:cubicBezTo>
                  <a:lnTo>
                    <a:pt x="51721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</p:grpSp>
      <p:sp>
        <p:nvSpPr>
          <p:cNvPr id="38" name="자유형: 도형 483">
            <a:extLst>
              <a:ext uri="{FF2B5EF4-FFF2-40B4-BE49-F238E27FC236}">
                <a16:creationId xmlns:a16="http://schemas.microsoft.com/office/drawing/2014/main" id="{EDC8EF50-4DB3-53A8-9CEA-6FD75FFF800F}"/>
              </a:ext>
            </a:extLst>
          </p:cNvPr>
          <p:cNvSpPr/>
          <p:nvPr/>
        </p:nvSpPr>
        <p:spPr>
          <a:xfrm>
            <a:off x="4146674" y="4919634"/>
            <a:ext cx="555129" cy="490579"/>
          </a:xfrm>
          <a:custGeom>
            <a:avLst/>
            <a:gdLst>
              <a:gd name="connsiteX0" fmla="*/ 14264 w 409575"/>
              <a:gd name="connsiteY0" fmla="*/ 175166 h 361950"/>
              <a:gd name="connsiteX1" fmla="*/ 106942 w 409575"/>
              <a:gd name="connsiteY1" fmla="*/ 209741 h 361950"/>
              <a:gd name="connsiteX2" fmla="*/ 142851 w 409575"/>
              <a:gd name="connsiteY2" fmla="*/ 325089 h 361950"/>
              <a:gd name="connsiteX3" fmla="*/ 160187 w 409575"/>
              <a:gd name="connsiteY3" fmla="*/ 330328 h 361950"/>
              <a:gd name="connsiteX4" fmla="*/ 211908 w 409575"/>
              <a:gd name="connsiteY4" fmla="*/ 288227 h 361950"/>
              <a:gd name="connsiteX5" fmla="*/ 230672 w 409575"/>
              <a:gd name="connsiteY5" fmla="*/ 287656 h 361950"/>
              <a:gd name="connsiteX6" fmla="*/ 323826 w 409575"/>
              <a:gd name="connsiteY6" fmla="*/ 355283 h 361950"/>
              <a:gd name="connsiteX7" fmla="*/ 340971 w 409575"/>
              <a:gd name="connsiteY7" fmla="*/ 348711 h 361950"/>
              <a:gd name="connsiteX8" fmla="*/ 409265 w 409575"/>
              <a:gd name="connsiteY8" fmla="*/ 20289 h 361950"/>
              <a:gd name="connsiteX9" fmla="*/ 394597 w 409575"/>
              <a:gd name="connsiteY9" fmla="*/ 7907 h 361950"/>
              <a:gd name="connsiteX10" fmla="*/ 14169 w 409575"/>
              <a:gd name="connsiteY10" fmla="*/ 154687 h 361950"/>
              <a:gd name="connsiteX11" fmla="*/ 14264 w 409575"/>
              <a:gd name="connsiteY11" fmla="*/ 175166 h 361950"/>
              <a:gd name="connsiteX12" fmla="*/ 137041 w 409575"/>
              <a:gd name="connsiteY12" fmla="*/ 191358 h 361950"/>
              <a:gd name="connsiteX13" fmla="*/ 318206 w 409575"/>
              <a:gd name="connsiteY13" fmla="*/ 79820 h 361950"/>
              <a:gd name="connsiteX14" fmla="*/ 322017 w 409575"/>
              <a:gd name="connsiteY14" fmla="*/ 84773 h 361950"/>
              <a:gd name="connsiteX15" fmla="*/ 172474 w 409575"/>
              <a:gd name="connsiteY15" fmla="*/ 223743 h 361950"/>
              <a:gd name="connsiteX16" fmla="*/ 162854 w 409575"/>
              <a:gd name="connsiteY16" fmla="*/ 242317 h 361950"/>
              <a:gd name="connsiteX17" fmla="*/ 157806 w 409575"/>
              <a:gd name="connsiteY17" fmla="*/ 280036 h 361950"/>
              <a:gd name="connsiteX18" fmla="*/ 148661 w 409575"/>
              <a:gd name="connsiteY18" fmla="*/ 280703 h 361950"/>
              <a:gd name="connsiteX19" fmla="*/ 129040 w 409575"/>
              <a:gd name="connsiteY19" fmla="*/ 211837 h 361950"/>
              <a:gd name="connsiteX20" fmla="*/ 137041 w 409575"/>
              <a:gd name="connsiteY20" fmla="*/ 191358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575" h="361950">
                <a:moveTo>
                  <a:pt x="14264" y="175166"/>
                </a:moveTo>
                <a:lnTo>
                  <a:pt x="106942" y="209741"/>
                </a:lnTo>
                <a:lnTo>
                  <a:pt x="142851" y="325089"/>
                </a:lnTo>
                <a:cubicBezTo>
                  <a:pt x="145137" y="332519"/>
                  <a:pt x="154186" y="335186"/>
                  <a:pt x="160187" y="330328"/>
                </a:cubicBezTo>
                <a:lnTo>
                  <a:pt x="211908" y="288227"/>
                </a:lnTo>
                <a:cubicBezTo>
                  <a:pt x="217337" y="283846"/>
                  <a:pt x="225052" y="283560"/>
                  <a:pt x="230672" y="287656"/>
                </a:cubicBezTo>
                <a:lnTo>
                  <a:pt x="323826" y="355283"/>
                </a:lnTo>
                <a:cubicBezTo>
                  <a:pt x="330208" y="359951"/>
                  <a:pt x="339352" y="356426"/>
                  <a:pt x="340971" y="348711"/>
                </a:cubicBezTo>
                <a:lnTo>
                  <a:pt x="409265" y="20289"/>
                </a:lnTo>
                <a:cubicBezTo>
                  <a:pt x="410980" y="11812"/>
                  <a:pt x="402693" y="4763"/>
                  <a:pt x="394597" y="7907"/>
                </a:cubicBezTo>
                <a:lnTo>
                  <a:pt x="14169" y="154687"/>
                </a:lnTo>
                <a:cubicBezTo>
                  <a:pt x="4739" y="158306"/>
                  <a:pt x="4834" y="171641"/>
                  <a:pt x="14264" y="175166"/>
                </a:cubicBezTo>
                <a:close/>
                <a:moveTo>
                  <a:pt x="137041" y="191358"/>
                </a:moveTo>
                <a:lnTo>
                  <a:pt x="318206" y="79820"/>
                </a:lnTo>
                <a:cubicBezTo>
                  <a:pt x="321445" y="77820"/>
                  <a:pt x="324779" y="82202"/>
                  <a:pt x="322017" y="84773"/>
                </a:cubicBezTo>
                <a:lnTo>
                  <a:pt x="172474" y="223743"/>
                </a:lnTo>
                <a:cubicBezTo>
                  <a:pt x="167235" y="228601"/>
                  <a:pt x="163806" y="235173"/>
                  <a:pt x="162854" y="242317"/>
                </a:cubicBezTo>
                <a:lnTo>
                  <a:pt x="157806" y="280036"/>
                </a:lnTo>
                <a:cubicBezTo>
                  <a:pt x="157139" y="285084"/>
                  <a:pt x="150090" y="285560"/>
                  <a:pt x="148661" y="280703"/>
                </a:cubicBezTo>
                <a:lnTo>
                  <a:pt x="129040" y="211837"/>
                </a:lnTo>
                <a:cubicBezTo>
                  <a:pt x="126849" y="204026"/>
                  <a:pt x="130088" y="195644"/>
                  <a:pt x="137041" y="19135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rgbClr val="FAFBFC"/>
              </a:solidFill>
            </a:endParaRPr>
          </a:p>
        </p:txBody>
      </p:sp>
      <p:grpSp>
        <p:nvGrpSpPr>
          <p:cNvPr id="40" name="그룹 382">
            <a:extLst>
              <a:ext uri="{FF2B5EF4-FFF2-40B4-BE49-F238E27FC236}">
                <a16:creationId xmlns:a16="http://schemas.microsoft.com/office/drawing/2014/main" id="{C611B9E4-977E-B2F0-7EA6-C7E360C6E8EB}"/>
              </a:ext>
            </a:extLst>
          </p:cNvPr>
          <p:cNvGrpSpPr/>
          <p:nvPr/>
        </p:nvGrpSpPr>
        <p:grpSpPr>
          <a:xfrm>
            <a:off x="1529400" y="4942328"/>
            <a:ext cx="529309" cy="529309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41" name="자유형: 도형 383">
              <a:extLst>
                <a:ext uri="{FF2B5EF4-FFF2-40B4-BE49-F238E27FC236}">
                  <a16:creationId xmlns:a16="http://schemas.microsoft.com/office/drawing/2014/main" id="{46BCF877-8CC5-7C0B-3DC1-F0ED62A9D9A6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2" name="자유형: 도형 384">
              <a:extLst>
                <a:ext uri="{FF2B5EF4-FFF2-40B4-BE49-F238E27FC236}">
                  <a16:creationId xmlns:a16="http://schemas.microsoft.com/office/drawing/2014/main" id="{FDEBDC7D-4CDB-7141-3828-DC1159A53435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3" name="자유형: 도형 385">
              <a:extLst>
                <a:ext uri="{FF2B5EF4-FFF2-40B4-BE49-F238E27FC236}">
                  <a16:creationId xmlns:a16="http://schemas.microsoft.com/office/drawing/2014/main" id="{9DE23033-CBA5-977D-9158-4D8A571B1459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4" name="자유형: 도형 386">
              <a:extLst>
                <a:ext uri="{FF2B5EF4-FFF2-40B4-BE49-F238E27FC236}">
                  <a16:creationId xmlns:a16="http://schemas.microsoft.com/office/drawing/2014/main" id="{30BC9FD0-3F85-F74D-6D96-DC40A45CA567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5" name="자유형: 도형 387">
              <a:extLst>
                <a:ext uri="{FF2B5EF4-FFF2-40B4-BE49-F238E27FC236}">
                  <a16:creationId xmlns:a16="http://schemas.microsoft.com/office/drawing/2014/main" id="{124DDE88-FFBC-6C98-B099-94EF7881AC42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</p:grpSp>
      <p:sp>
        <p:nvSpPr>
          <p:cNvPr id="30" name="iṥḷíḓè">
            <a:extLst>
              <a:ext uri="{FF2B5EF4-FFF2-40B4-BE49-F238E27FC236}">
                <a16:creationId xmlns:a16="http://schemas.microsoft.com/office/drawing/2014/main" id="{9F3C2163-0362-1CCC-1CD8-E341A55C69C0}"/>
              </a:ext>
            </a:extLst>
          </p:cNvPr>
          <p:cNvSpPr/>
          <p:nvPr/>
        </p:nvSpPr>
        <p:spPr>
          <a:xfrm flipH="1">
            <a:off x="3772807" y="3849316"/>
            <a:ext cx="1976328" cy="84356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整体编译方法</a:t>
            </a:r>
            <a:endParaRPr lang="en-US" altLang="zh-CN" sz="1400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模块编译方法</a:t>
            </a:r>
            <a:endParaRPr lang="en-US" altLang="zh-CN" sz="1400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18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797521-4912-FED7-32E6-082573B4B0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6308ABB-768B-503F-8672-2F8AFF56BC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304" y="0"/>
            <a:ext cx="11351392" cy="6858000"/>
          </a:xfrm>
          <a:prstGeom prst="rect">
            <a:avLst/>
          </a:prstGeom>
        </p:spPr>
      </p:pic>
      <p:sp>
        <p:nvSpPr>
          <p:cNvPr id="67" name="íṥḻïḍe">
            <a:extLst>
              <a:ext uri="{FF2B5EF4-FFF2-40B4-BE49-F238E27FC236}">
                <a16:creationId xmlns:a16="http://schemas.microsoft.com/office/drawing/2014/main" id="{0C00E0CD-A27A-70DA-82FE-854883A383EA}"/>
              </a:ext>
            </a:extLst>
          </p:cNvPr>
          <p:cNvSpPr txBox="1"/>
          <p:nvPr/>
        </p:nvSpPr>
        <p:spPr>
          <a:xfrm>
            <a:off x="3723152" y="2416484"/>
            <a:ext cx="1661524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4800" b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zh-CN" altLang="en-US" sz="48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ïṣļîḋé">
            <a:extLst>
              <a:ext uri="{FF2B5EF4-FFF2-40B4-BE49-F238E27FC236}">
                <a16:creationId xmlns:a16="http://schemas.microsoft.com/office/drawing/2014/main" id="{7A29FD51-4703-4055-7AA5-235D48CDCD34}"/>
              </a:ext>
            </a:extLst>
          </p:cNvPr>
          <p:cNvSpPr txBox="1"/>
          <p:nvPr/>
        </p:nvSpPr>
        <p:spPr>
          <a:xfrm>
            <a:off x="3723151" y="3359993"/>
            <a:ext cx="2075641" cy="463846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编译说明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îsļiḓê">
            <a:extLst>
              <a:ext uri="{FF2B5EF4-FFF2-40B4-BE49-F238E27FC236}">
                <a16:creationId xmlns:a16="http://schemas.microsoft.com/office/drawing/2014/main" id="{0FD1A464-D03F-6322-260F-09053E1DF7C4}"/>
              </a:ext>
            </a:extLst>
          </p:cNvPr>
          <p:cNvSpPr txBox="1"/>
          <p:nvPr/>
        </p:nvSpPr>
        <p:spPr>
          <a:xfrm>
            <a:off x="1018994" y="2416484"/>
            <a:ext cx="1661524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4800" b="1" dirty="0">
                <a:solidFill>
                  <a:srgbClr val="0053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zh-CN" altLang="en-US" sz="4800" b="1" dirty="0">
              <a:solidFill>
                <a:srgbClr val="0053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i$ḻiḑé">
            <a:extLst>
              <a:ext uri="{FF2B5EF4-FFF2-40B4-BE49-F238E27FC236}">
                <a16:creationId xmlns:a16="http://schemas.microsoft.com/office/drawing/2014/main" id="{570B7E50-3AD8-5BBF-CCF1-232E41742A63}"/>
              </a:ext>
            </a:extLst>
          </p:cNvPr>
          <p:cNvSpPr txBox="1"/>
          <p:nvPr/>
        </p:nvSpPr>
        <p:spPr>
          <a:xfrm>
            <a:off x="1022427" y="3359993"/>
            <a:ext cx="1972896" cy="463846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r>
              <a:rPr lang="zh-CN" altLang="en-US" sz="2400" b="1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代码目录</a:t>
            </a:r>
            <a:endParaRPr lang="en-US" altLang="zh-CN" sz="2400" b="1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iṥḷíḓè">
            <a:extLst>
              <a:ext uri="{FF2B5EF4-FFF2-40B4-BE49-F238E27FC236}">
                <a16:creationId xmlns:a16="http://schemas.microsoft.com/office/drawing/2014/main" id="{9F3C2163-0362-1CCC-1CD8-E341A55C69C0}"/>
              </a:ext>
            </a:extLst>
          </p:cNvPr>
          <p:cNvSpPr/>
          <p:nvPr/>
        </p:nvSpPr>
        <p:spPr>
          <a:xfrm flipH="1">
            <a:off x="1018994" y="3849316"/>
            <a:ext cx="1976328" cy="84356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代码目录介绍</a:t>
            </a:r>
            <a:endParaRPr lang="en-US" altLang="zh-CN" sz="1400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常见配置路径</a:t>
            </a:r>
            <a:endParaRPr lang="en-US" altLang="zh-CN" sz="1400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6F99F53-7067-247C-C200-C6369F5311E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962" y="395271"/>
            <a:ext cx="2555118" cy="303421"/>
          </a:xfrm>
          <a:prstGeom prst="rect">
            <a:avLst/>
          </a:prstGeom>
          <a:noFill/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1BD2A6E-A333-0B04-5B4C-82314D910E98}"/>
              </a:ext>
            </a:extLst>
          </p:cNvPr>
          <p:cNvSpPr txBox="1"/>
          <p:nvPr/>
        </p:nvSpPr>
        <p:spPr>
          <a:xfrm>
            <a:off x="9639133" y="6422408"/>
            <a:ext cx="248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Copyright © AutoChips Inc . All rights reserved.</a:t>
            </a:r>
            <a:endParaRPr lang="zh-CN" altLang="en-US" sz="800" b="0" i="0" dirty="0">
              <a:solidFill>
                <a:schemeClr val="tx1">
                  <a:lumMod val="75000"/>
                  <a:lumOff val="25000"/>
                  <a:alpha val="30000"/>
                </a:schemeClr>
              </a:solidFill>
              <a:latin typeface="Arial" panose="020B0604020202020204" pitchFamily="34" charset="0"/>
              <a:ea typeface="微软雅黑" charset="-122"/>
              <a:cs typeface="Arial" panose="020B0604020202020204" pitchFamily="34" charset="0"/>
            </a:endParaRPr>
          </a:p>
          <a:p>
            <a:endParaRPr lang="zh-CN" altLang="en-US" sz="1000" b="0" i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74077F5-B384-28A5-0AC4-F155FE5D774C}"/>
              </a:ext>
            </a:extLst>
          </p:cNvPr>
          <p:cNvSpPr txBox="1"/>
          <p:nvPr/>
        </p:nvSpPr>
        <p:spPr>
          <a:xfrm>
            <a:off x="10106490" y="6277300"/>
            <a:ext cx="1342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rgbClr val="BFBFBF"/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Internal Use</a:t>
            </a:r>
            <a:endParaRPr lang="zh-CN" altLang="en-US" sz="1000" b="0" i="0" dirty="0">
              <a:solidFill>
                <a:srgbClr val="BFBFBF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pSp>
        <p:nvGrpSpPr>
          <p:cNvPr id="24" name="그룹 273">
            <a:extLst>
              <a:ext uri="{FF2B5EF4-FFF2-40B4-BE49-F238E27FC236}">
                <a16:creationId xmlns:a16="http://schemas.microsoft.com/office/drawing/2014/main" id="{5348DDB0-CCF3-5632-58EF-E6DF4096FC23}"/>
              </a:ext>
            </a:extLst>
          </p:cNvPr>
          <p:cNvGrpSpPr/>
          <p:nvPr/>
        </p:nvGrpSpPr>
        <p:grpSpPr>
          <a:xfrm>
            <a:off x="7004524" y="4947414"/>
            <a:ext cx="469535" cy="529309"/>
            <a:chOff x="773707" y="897064"/>
            <a:chExt cx="346424" cy="390525"/>
          </a:xfrm>
          <a:solidFill>
            <a:schemeClr val="bg1"/>
          </a:solidFill>
        </p:grpSpPr>
        <p:sp>
          <p:nvSpPr>
            <p:cNvPr id="25" name="자유형: 도형 274">
              <a:extLst>
                <a:ext uri="{FF2B5EF4-FFF2-40B4-BE49-F238E27FC236}">
                  <a16:creationId xmlns:a16="http://schemas.microsoft.com/office/drawing/2014/main" id="{B39A0CE5-DA0E-C9C9-7EFD-3BD98D5C1FC6}"/>
                </a:ext>
              </a:extLst>
            </p:cNvPr>
            <p:cNvSpPr/>
            <p:nvPr/>
          </p:nvSpPr>
          <p:spPr>
            <a:xfrm>
              <a:off x="929917" y="964692"/>
              <a:ext cx="76200" cy="76200"/>
            </a:xfrm>
            <a:custGeom>
              <a:avLst/>
              <a:gdLst>
                <a:gd name="connsiteX0" fmla="*/ 40577 w 76200"/>
                <a:gd name="connsiteY0" fmla="*/ 74009 h 76200"/>
                <a:gd name="connsiteX1" fmla="*/ 74009 w 76200"/>
                <a:gd name="connsiteY1" fmla="*/ 40576 h 76200"/>
                <a:gd name="connsiteX2" fmla="*/ 40577 w 76200"/>
                <a:gd name="connsiteY2" fmla="*/ 7144 h 76200"/>
                <a:gd name="connsiteX3" fmla="*/ 7144 w 76200"/>
                <a:gd name="connsiteY3" fmla="*/ 40576 h 76200"/>
                <a:gd name="connsiteX4" fmla="*/ 40577 w 76200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40577" y="74009"/>
                  </a:moveTo>
                  <a:cubicBezTo>
                    <a:pt x="59055" y="74009"/>
                    <a:pt x="74009" y="59055"/>
                    <a:pt x="74009" y="40576"/>
                  </a:cubicBezTo>
                  <a:cubicBezTo>
                    <a:pt x="74009" y="22098"/>
                    <a:pt x="59055" y="7144"/>
                    <a:pt x="40577" y="7144"/>
                  </a:cubicBezTo>
                  <a:cubicBezTo>
                    <a:pt x="22098" y="7144"/>
                    <a:pt x="7144" y="22098"/>
                    <a:pt x="7144" y="40576"/>
                  </a:cubicBezTo>
                  <a:cubicBezTo>
                    <a:pt x="7144" y="59055"/>
                    <a:pt x="22098" y="74009"/>
                    <a:pt x="40577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27" name="자유형: 도형 275">
              <a:extLst>
                <a:ext uri="{FF2B5EF4-FFF2-40B4-BE49-F238E27FC236}">
                  <a16:creationId xmlns:a16="http://schemas.microsoft.com/office/drawing/2014/main" id="{B92365AF-4CD8-BEAE-6B48-A497F9124615}"/>
                </a:ext>
              </a:extLst>
            </p:cNvPr>
            <p:cNvSpPr/>
            <p:nvPr/>
          </p:nvSpPr>
          <p:spPr>
            <a:xfrm>
              <a:off x="834381" y="897064"/>
              <a:ext cx="285750" cy="390525"/>
            </a:xfrm>
            <a:custGeom>
              <a:avLst/>
              <a:gdLst>
                <a:gd name="connsiteX0" fmla="*/ 269653 w 285750"/>
                <a:gd name="connsiteY0" fmla="*/ 7144 h 390525"/>
                <a:gd name="connsiteX1" fmla="*/ 24479 w 285750"/>
                <a:gd name="connsiteY1" fmla="*/ 7144 h 390525"/>
                <a:gd name="connsiteX2" fmla="*/ 13335 w 285750"/>
                <a:gd name="connsiteY2" fmla="*/ 18288 h 390525"/>
                <a:gd name="connsiteX3" fmla="*/ 13335 w 285750"/>
                <a:gd name="connsiteY3" fmla="*/ 365284 h 390525"/>
                <a:gd name="connsiteX4" fmla="*/ 7144 w 285750"/>
                <a:gd name="connsiteY4" fmla="*/ 387572 h 390525"/>
                <a:gd name="connsiteX5" fmla="*/ 225076 w 285750"/>
                <a:gd name="connsiteY5" fmla="*/ 387572 h 390525"/>
                <a:gd name="connsiteX6" fmla="*/ 280797 w 285750"/>
                <a:gd name="connsiteY6" fmla="*/ 331851 h 390525"/>
                <a:gd name="connsiteX7" fmla="*/ 280797 w 285750"/>
                <a:gd name="connsiteY7" fmla="*/ 18288 h 390525"/>
                <a:gd name="connsiteX8" fmla="*/ 269653 w 285750"/>
                <a:gd name="connsiteY8" fmla="*/ 7144 h 390525"/>
                <a:gd name="connsiteX9" fmla="*/ 136112 w 285750"/>
                <a:gd name="connsiteY9" fmla="*/ 52483 h 390525"/>
                <a:gd name="connsiteX10" fmla="*/ 191834 w 285750"/>
                <a:gd name="connsiteY10" fmla="*/ 108204 h 390525"/>
                <a:gd name="connsiteX11" fmla="*/ 177641 w 285750"/>
                <a:gd name="connsiteY11" fmla="*/ 144971 h 390525"/>
                <a:gd name="connsiteX12" fmla="*/ 211931 w 285750"/>
                <a:gd name="connsiteY12" fmla="*/ 190691 h 390525"/>
                <a:gd name="connsiteX13" fmla="*/ 209741 w 285750"/>
                <a:gd name="connsiteY13" fmla="*/ 206312 h 390525"/>
                <a:gd name="connsiteX14" fmla="*/ 194120 w 285750"/>
                <a:gd name="connsiteY14" fmla="*/ 204121 h 390525"/>
                <a:gd name="connsiteX15" fmla="*/ 159925 w 285750"/>
                <a:gd name="connsiteY15" fmla="*/ 158496 h 390525"/>
                <a:gd name="connsiteX16" fmla="*/ 136208 w 285750"/>
                <a:gd name="connsiteY16" fmla="*/ 164021 h 390525"/>
                <a:gd name="connsiteX17" fmla="*/ 80486 w 285750"/>
                <a:gd name="connsiteY17" fmla="*/ 108299 h 390525"/>
                <a:gd name="connsiteX18" fmla="*/ 136112 w 285750"/>
                <a:gd name="connsiteY18" fmla="*/ 52483 h 390525"/>
                <a:gd name="connsiteX19" fmla="*/ 225266 w 285750"/>
                <a:gd name="connsiteY19" fmla="*/ 342995 h 390525"/>
                <a:gd name="connsiteX20" fmla="*/ 69247 w 285750"/>
                <a:gd name="connsiteY20" fmla="*/ 342995 h 390525"/>
                <a:gd name="connsiteX21" fmla="*/ 58103 w 285750"/>
                <a:gd name="connsiteY21" fmla="*/ 331851 h 390525"/>
                <a:gd name="connsiteX22" fmla="*/ 69247 w 285750"/>
                <a:gd name="connsiteY22" fmla="*/ 320707 h 390525"/>
                <a:gd name="connsiteX23" fmla="*/ 225266 w 285750"/>
                <a:gd name="connsiteY23" fmla="*/ 320707 h 390525"/>
                <a:gd name="connsiteX24" fmla="*/ 236411 w 285750"/>
                <a:gd name="connsiteY24" fmla="*/ 331851 h 390525"/>
                <a:gd name="connsiteX25" fmla="*/ 225266 w 285750"/>
                <a:gd name="connsiteY25" fmla="*/ 342995 h 390525"/>
                <a:gd name="connsiteX26" fmla="*/ 225266 w 285750"/>
                <a:gd name="connsiteY26" fmla="*/ 298418 h 390525"/>
                <a:gd name="connsiteX27" fmla="*/ 69247 w 285750"/>
                <a:gd name="connsiteY27" fmla="*/ 298418 h 390525"/>
                <a:gd name="connsiteX28" fmla="*/ 58103 w 285750"/>
                <a:gd name="connsiteY28" fmla="*/ 287274 h 390525"/>
                <a:gd name="connsiteX29" fmla="*/ 69247 w 285750"/>
                <a:gd name="connsiteY29" fmla="*/ 276130 h 390525"/>
                <a:gd name="connsiteX30" fmla="*/ 225266 w 285750"/>
                <a:gd name="connsiteY30" fmla="*/ 276130 h 390525"/>
                <a:gd name="connsiteX31" fmla="*/ 236411 w 285750"/>
                <a:gd name="connsiteY31" fmla="*/ 287274 h 390525"/>
                <a:gd name="connsiteX32" fmla="*/ 225266 w 285750"/>
                <a:gd name="connsiteY32" fmla="*/ 298418 h 390525"/>
                <a:gd name="connsiteX33" fmla="*/ 225266 w 285750"/>
                <a:gd name="connsiteY33" fmla="*/ 253841 h 390525"/>
                <a:gd name="connsiteX34" fmla="*/ 69247 w 285750"/>
                <a:gd name="connsiteY34" fmla="*/ 253841 h 390525"/>
                <a:gd name="connsiteX35" fmla="*/ 58103 w 285750"/>
                <a:gd name="connsiteY35" fmla="*/ 242697 h 390525"/>
                <a:gd name="connsiteX36" fmla="*/ 69247 w 285750"/>
                <a:gd name="connsiteY36" fmla="*/ 231553 h 390525"/>
                <a:gd name="connsiteX37" fmla="*/ 225266 w 285750"/>
                <a:gd name="connsiteY37" fmla="*/ 231553 h 390525"/>
                <a:gd name="connsiteX38" fmla="*/ 236411 w 285750"/>
                <a:gd name="connsiteY38" fmla="*/ 242697 h 390525"/>
                <a:gd name="connsiteX39" fmla="*/ 225266 w 285750"/>
                <a:gd name="connsiteY39" fmla="*/ 253841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5750" h="390525">
                  <a:moveTo>
                    <a:pt x="269653" y="7144"/>
                  </a:moveTo>
                  <a:lnTo>
                    <a:pt x="24479" y="7144"/>
                  </a:lnTo>
                  <a:cubicBezTo>
                    <a:pt x="18288" y="7144"/>
                    <a:pt x="13335" y="12097"/>
                    <a:pt x="13335" y="18288"/>
                  </a:cubicBezTo>
                  <a:lnTo>
                    <a:pt x="13335" y="365284"/>
                  </a:lnTo>
                  <a:cubicBezTo>
                    <a:pt x="13335" y="373475"/>
                    <a:pt x="10954" y="381000"/>
                    <a:pt x="7144" y="387572"/>
                  </a:cubicBezTo>
                  <a:lnTo>
                    <a:pt x="225076" y="387572"/>
                  </a:lnTo>
                  <a:cubicBezTo>
                    <a:pt x="255842" y="387572"/>
                    <a:pt x="280797" y="362617"/>
                    <a:pt x="280797" y="331851"/>
                  </a:cubicBezTo>
                  <a:lnTo>
                    <a:pt x="280797" y="18288"/>
                  </a:lnTo>
                  <a:cubicBezTo>
                    <a:pt x="280797" y="12097"/>
                    <a:pt x="275749" y="7144"/>
                    <a:pt x="269653" y="7144"/>
                  </a:cubicBezTo>
                  <a:close/>
                  <a:moveTo>
                    <a:pt x="136112" y="52483"/>
                  </a:moveTo>
                  <a:cubicBezTo>
                    <a:pt x="166878" y="52483"/>
                    <a:pt x="191834" y="77438"/>
                    <a:pt x="191834" y="108204"/>
                  </a:cubicBezTo>
                  <a:cubicBezTo>
                    <a:pt x="191834" y="122396"/>
                    <a:pt x="186404" y="135160"/>
                    <a:pt x="177641" y="144971"/>
                  </a:cubicBezTo>
                  <a:lnTo>
                    <a:pt x="211931" y="190691"/>
                  </a:lnTo>
                  <a:cubicBezTo>
                    <a:pt x="215646" y="195644"/>
                    <a:pt x="214598" y="202597"/>
                    <a:pt x="209741" y="206312"/>
                  </a:cubicBezTo>
                  <a:cubicBezTo>
                    <a:pt x="204788" y="210026"/>
                    <a:pt x="197834" y="208979"/>
                    <a:pt x="194120" y="204121"/>
                  </a:cubicBezTo>
                  <a:lnTo>
                    <a:pt x="159925" y="158496"/>
                  </a:lnTo>
                  <a:cubicBezTo>
                    <a:pt x="152686" y="161925"/>
                    <a:pt x="144685" y="164021"/>
                    <a:pt x="136208" y="164021"/>
                  </a:cubicBezTo>
                  <a:cubicBezTo>
                    <a:pt x="105442" y="164021"/>
                    <a:pt x="80486" y="139065"/>
                    <a:pt x="80486" y="108299"/>
                  </a:cubicBezTo>
                  <a:cubicBezTo>
                    <a:pt x="80486" y="77534"/>
                    <a:pt x="105347" y="52483"/>
                    <a:pt x="136112" y="52483"/>
                  </a:cubicBezTo>
                  <a:close/>
                  <a:moveTo>
                    <a:pt x="225266" y="342995"/>
                  </a:moveTo>
                  <a:lnTo>
                    <a:pt x="69247" y="342995"/>
                  </a:lnTo>
                  <a:cubicBezTo>
                    <a:pt x="63056" y="342995"/>
                    <a:pt x="58103" y="338042"/>
                    <a:pt x="58103" y="331851"/>
                  </a:cubicBezTo>
                  <a:cubicBezTo>
                    <a:pt x="58103" y="325660"/>
                    <a:pt x="63056" y="320707"/>
                    <a:pt x="69247" y="320707"/>
                  </a:cubicBezTo>
                  <a:lnTo>
                    <a:pt x="225266" y="320707"/>
                  </a:lnTo>
                  <a:cubicBezTo>
                    <a:pt x="231458" y="320707"/>
                    <a:pt x="236411" y="325660"/>
                    <a:pt x="236411" y="331851"/>
                  </a:cubicBezTo>
                  <a:cubicBezTo>
                    <a:pt x="236411" y="338042"/>
                    <a:pt x="231362" y="342995"/>
                    <a:pt x="225266" y="342995"/>
                  </a:cubicBezTo>
                  <a:close/>
                  <a:moveTo>
                    <a:pt x="225266" y="298418"/>
                  </a:moveTo>
                  <a:lnTo>
                    <a:pt x="69247" y="298418"/>
                  </a:lnTo>
                  <a:cubicBezTo>
                    <a:pt x="63056" y="298418"/>
                    <a:pt x="58103" y="293465"/>
                    <a:pt x="58103" y="287274"/>
                  </a:cubicBezTo>
                  <a:cubicBezTo>
                    <a:pt x="58103" y="281083"/>
                    <a:pt x="63056" y="276130"/>
                    <a:pt x="69247" y="276130"/>
                  </a:cubicBezTo>
                  <a:lnTo>
                    <a:pt x="225266" y="276130"/>
                  </a:lnTo>
                  <a:cubicBezTo>
                    <a:pt x="231458" y="276130"/>
                    <a:pt x="236411" y="281083"/>
                    <a:pt x="236411" y="287274"/>
                  </a:cubicBezTo>
                  <a:cubicBezTo>
                    <a:pt x="236411" y="293370"/>
                    <a:pt x="231362" y="298418"/>
                    <a:pt x="225266" y="298418"/>
                  </a:cubicBezTo>
                  <a:close/>
                  <a:moveTo>
                    <a:pt x="225266" y="253841"/>
                  </a:moveTo>
                  <a:lnTo>
                    <a:pt x="69247" y="253841"/>
                  </a:lnTo>
                  <a:cubicBezTo>
                    <a:pt x="63056" y="253841"/>
                    <a:pt x="58103" y="248888"/>
                    <a:pt x="58103" y="242697"/>
                  </a:cubicBezTo>
                  <a:cubicBezTo>
                    <a:pt x="58103" y="236506"/>
                    <a:pt x="63056" y="231553"/>
                    <a:pt x="69247" y="231553"/>
                  </a:cubicBezTo>
                  <a:lnTo>
                    <a:pt x="225266" y="231553"/>
                  </a:lnTo>
                  <a:cubicBezTo>
                    <a:pt x="231458" y="231553"/>
                    <a:pt x="236411" y="236506"/>
                    <a:pt x="236411" y="242697"/>
                  </a:cubicBezTo>
                  <a:cubicBezTo>
                    <a:pt x="236411" y="248793"/>
                    <a:pt x="231362" y="253841"/>
                    <a:pt x="225266" y="2538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28" name="자유형: 도형 276">
              <a:extLst>
                <a:ext uri="{FF2B5EF4-FFF2-40B4-BE49-F238E27FC236}">
                  <a16:creationId xmlns:a16="http://schemas.microsoft.com/office/drawing/2014/main" id="{04C9C5F7-7EDF-0F2E-CABD-CC1A4580BE92}"/>
                </a:ext>
              </a:extLst>
            </p:cNvPr>
            <p:cNvSpPr/>
            <p:nvPr/>
          </p:nvSpPr>
          <p:spPr>
            <a:xfrm>
              <a:off x="773707" y="1076134"/>
              <a:ext cx="57150" cy="209550"/>
            </a:xfrm>
            <a:custGeom>
              <a:avLst/>
              <a:gdLst>
                <a:gd name="connsiteX0" fmla="*/ 7144 w 57150"/>
                <a:gd name="connsiteY0" fmla="*/ 18288 h 209550"/>
                <a:gd name="connsiteX1" fmla="*/ 7144 w 57150"/>
                <a:gd name="connsiteY1" fmla="*/ 185738 h 209550"/>
                <a:gd name="connsiteX2" fmla="*/ 27813 w 57150"/>
                <a:gd name="connsiteY2" fmla="*/ 208407 h 209550"/>
                <a:gd name="connsiteX3" fmla="*/ 51721 w 57150"/>
                <a:gd name="connsiteY3" fmla="*/ 186214 h 209550"/>
                <a:gd name="connsiteX4" fmla="*/ 51721 w 57150"/>
                <a:gd name="connsiteY4" fmla="*/ 7144 h 209550"/>
                <a:gd name="connsiteX5" fmla="*/ 18288 w 57150"/>
                <a:gd name="connsiteY5" fmla="*/ 7144 h 209550"/>
                <a:gd name="connsiteX6" fmla="*/ 7144 w 57150"/>
                <a:gd name="connsiteY6" fmla="*/ 18288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09550">
                  <a:moveTo>
                    <a:pt x="7144" y="18288"/>
                  </a:moveTo>
                  <a:lnTo>
                    <a:pt x="7144" y="185738"/>
                  </a:lnTo>
                  <a:cubicBezTo>
                    <a:pt x="7144" y="197453"/>
                    <a:pt x="16097" y="207550"/>
                    <a:pt x="27813" y="208407"/>
                  </a:cubicBezTo>
                  <a:cubicBezTo>
                    <a:pt x="40862" y="209360"/>
                    <a:pt x="51721" y="199073"/>
                    <a:pt x="51721" y="186214"/>
                  </a:cubicBezTo>
                  <a:lnTo>
                    <a:pt x="51721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</p:grpSp>
      <p:sp>
        <p:nvSpPr>
          <p:cNvPr id="38" name="자유형: 도형 483">
            <a:extLst>
              <a:ext uri="{FF2B5EF4-FFF2-40B4-BE49-F238E27FC236}">
                <a16:creationId xmlns:a16="http://schemas.microsoft.com/office/drawing/2014/main" id="{EDC8EF50-4DB3-53A8-9CEA-6FD75FFF800F}"/>
              </a:ext>
            </a:extLst>
          </p:cNvPr>
          <p:cNvSpPr/>
          <p:nvPr/>
        </p:nvSpPr>
        <p:spPr>
          <a:xfrm>
            <a:off x="4146674" y="4919634"/>
            <a:ext cx="555129" cy="490579"/>
          </a:xfrm>
          <a:custGeom>
            <a:avLst/>
            <a:gdLst>
              <a:gd name="connsiteX0" fmla="*/ 14264 w 409575"/>
              <a:gd name="connsiteY0" fmla="*/ 175166 h 361950"/>
              <a:gd name="connsiteX1" fmla="*/ 106942 w 409575"/>
              <a:gd name="connsiteY1" fmla="*/ 209741 h 361950"/>
              <a:gd name="connsiteX2" fmla="*/ 142851 w 409575"/>
              <a:gd name="connsiteY2" fmla="*/ 325089 h 361950"/>
              <a:gd name="connsiteX3" fmla="*/ 160187 w 409575"/>
              <a:gd name="connsiteY3" fmla="*/ 330328 h 361950"/>
              <a:gd name="connsiteX4" fmla="*/ 211908 w 409575"/>
              <a:gd name="connsiteY4" fmla="*/ 288227 h 361950"/>
              <a:gd name="connsiteX5" fmla="*/ 230672 w 409575"/>
              <a:gd name="connsiteY5" fmla="*/ 287656 h 361950"/>
              <a:gd name="connsiteX6" fmla="*/ 323826 w 409575"/>
              <a:gd name="connsiteY6" fmla="*/ 355283 h 361950"/>
              <a:gd name="connsiteX7" fmla="*/ 340971 w 409575"/>
              <a:gd name="connsiteY7" fmla="*/ 348711 h 361950"/>
              <a:gd name="connsiteX8" fmla="*/ 409265 w 409575"/>
              <a:gd name="connsiteY8" fmla="*/ 20289 h 361950"/>
              <a:gd name="connsiteX9" fmla="*/ 394597 w 409575"/>
              <a:gd name="connsiteY9" fmla="*/ 7907 h 361950"/>
              <a:gd name="connsiteX10" fmla="*/ 14169 w 409575"/>
              <a:gd name="connsiteY10" fmla="*/ 154687 h 361950"/>
              <a:gd name="connsiteX11" fmla="*/ 14264 w 409575"/>
              <a:gd name="connsiteY11" fmla="*/ 175166 h 361950"/>
              <a:gd name="connsiteX12" fmla="*/ 137041 w 409575"/>
              <a:gd name="connsiteY12" fmla="*/ 191358 h 361950"/>
              <a:gd name="connsiteX13" fmla="*/ 318206 w 409575"/>
              <a:gd name="connsiteY13" fmla="*/ 79820 h 361950"/>
              <a:gd name="connsiteX14" fmla="*/ 322017 w 409575"/>
              <a:gd name="connsiteY14" fmla="*/ 84773 h 361950"/>
              <a:gd name="connsiteX15" fmla="*/ 172474 w 409575"/>
              <a:gd name="connsiteY15" fmla="*/ 223743 h 361950"/>
              <a:gd name="connsiteX16" fmla="*/ 162854 w 409575"/>
              <a:gd name="connsiteY16" fmla="*/ 242317 h 361950"/>
              <a:gd name="connsiteX17" fmla="*/ 157806 w 409575"/>
              <a:gd name="connsiteY17" fmla="*/ 280036 h 361950"/>
              <a:gd name="connsiteX18" fmla="*/ 148661 w 409575"/>
              <a:gd name="connsiteY18" fmla="*/ 280703 h 361950"/>
              <a:gd name="connsiteX19" fmla="*/ 129040 w 409575"/>
              <a:gd name="connsiteY19" fmla="*/ 211837 h 361950"/>
              <a:gd name="connsiteX20" fmla="*/ 137041 w 409575"/>
              <a:gd name="connsiteY20" fmla="*/ 191358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575" h="361950">
                <a:moveTo>
                  <a:pt x="14264" y="175166"/>
                </a:moveTo>
                <a:lnTo>
                  <a:pt x="106942" y="209741"/>
                </a:lnTo>
                <a:lnTo>
                  <a:pt x="142851" y="325089"/>
                </a:lnTo>
                <a:cubicBezTo>
                  <a:pt x="145137" y="332519"/>
                  <a:pt x="154186" y="335186"/>
                  <a:pt x="160187" y="330328"/>
                </a:cubicBezTo>
                <a:lnTo>
                  <a:pt x="211908" y="288227"/>
                </a:lnTo>
                <a:cubicBezTo>
                  <a:pt x="217337" y="283846"/>
                  <a:pt x="225052" y="283560"/>
                  <a:pt x="230672" y="287656"/>
                </a:cubicBezTo>
                <a:lnTo>
                  <a:pt x="323826" y="355283"/>
                </a:lnTo>
                <a:cubicBezTo>
                  <a:pt x="330208" y="359951"/>
                  <a:pt x="339352" y="356426"/>
                  <a:pt x="340971" y="348711"/>
                </a:cubicBezTo>
                <a:lnTo>
                  <a:pt x="409265" y="20289"/>
                </a:lnTo>
                <a:cubicBezTo>
                  <a:pt x="410980" y="11812"/>
                  <a:pt x="402693" y="4763"/>
                  <a:pt x="394597" y="7907"/>
                </a:cubicBezTo>
                <a:lnTo>
                  <a:pt x="14169" y="154687"/>
                </a:lnTo>
                <a:cubicBezTo>
                  <a:pt x="4739" y="158306"/>
                  <a:pt x="4834" y="171641"/>
                  <a:pt x="14264" y="175166"/>
                </a:cubicBezTo>
                <a:close/>
                <a:moveTo>
                  <a:pt x="137041" y="191358"/>
                </a:moveTo>
                <a:lnTo>
                  <a:pt x="318206" y="79820"/>
                </a:lnTo>
                <a:cubicBezTo>
                  <a:pt x="321445" y="77820"/>
                  <a:pt x="324779" y="82202"/>
                  <a:pt x="322017" y="84773"/>
                </a:cubicBezTo>
                <a:lnTo>
                  <a:pt x="172474" y="223743"/>
                </a:lnTo>
                <a:cubicBezTo>
                  <a:pt x="167235" y="228601"/>
                  <a:pt x="163806" y="235173"/>
                  <a:pt x="162854" y="242317"/>
                </a:cubicBezTo>
                <a:lnTo>
                  <a:pt x="157806" y="280036"/>
                </a:lnTo>
                <a:cubicBezTo>
                  <a:pt x="157139" y="285084"/>
                  <a:pt x="150090" y="285560"/>
                  <a:pt x="148661" y="280703"/>
                </a:cubicBezTo>
                <a:lnTo>
                  <a:pt x="129040" y="211837"/>
                </a:lnTo>
                <a:cubicBezTo>
                  <a:pt x="126849" y="204026"/>
                  <a:pt x="130088" y="195644"/>
                  <a:pt x="137041" y="19135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rgbClr val="FAFBFC"/>
              </a:solidFill>
            </a:endParaRPr>
          </a:p>
        </p:txBody>
      </p:sp>
      <p:grpSp>
        <p:nvGrpSpPr>
          <p:cNvPr id="40" name="그룹 382">
            <a:extLst>
              <a:ext uri="{FF2B5EF4-FFF2-40B4-BE49-F238E27FC236}">
                <a16:creationId xmlns:a16="http://schemas.microsoft.com/office/drawing/2014/main" id="{C611B9E4-977E-B2F0-7EA6-C7E360C6E8EB}"/>
              </a:ext>
            </a:extLst>
          </p:cNvPr>
          <p:cNvGrpSpPr/>
          <p:nvPr/>
        </p:nvGrpSpPr>
        <p:grpSpPr>
          <a:xfrm>
            <a:off x="1529400" y="4942328"/>
            <a:ext cx="529309" cy="529309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41" name="자유형: 도형 383">
              <a:extLst>
                <a:ext uri="{FF2B5EF4-FFF2-40B4-BE49-F238E27FC236}">
                  <a16:creationId xmlns:a16="http://schemas.microsoft.com/office/drawing/2014/main" id="{46BCF877-8CC5-7C0B-3DC1-F0ED62A9D9A6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2" name="자유형: 도형 384">
              <a:extLst>
                <a:ext uri="{FF2B5EF4-FFF2-40B4-BE49-F238E27FC236}">
                  <a16:creationId xmlns:a16="http://schemas.microsoft.com/office/drawing/2014/main" id="{FDEBDC7D-4CDB-7141-3828-DC1159A53435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3" name="자유형: 도형 385">
              <a:extLst>
                <a:ext uri="{FF2B5EF4-FFF2-40B4-BE49-F238E27FC236}">
                  <a16:creationId xmlns:a16="http://schemas.microsoft.com/office/drawing/2014/main" id="{9DE23033-CBA5-977D-9158-4D8A571B1459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4" name="자유형: 도형 386">
              <a:extLst>
                <a:ext uri="{FF2B5EF4-FFF2-40B4-BE49-F238E27FC236}">
                  <a16:creationId xmlns:a16="http://schemas.microsoft.com/office/drawing/2014/main" id="{30BC9FD0-3F85-F74D-6D96-DC40A45CA567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5" name="자유형: 도형 387">
              <a:extLst>
                <a:ext uri="{FF2B5EF4-FFF2-40B4-BE49-F238E27FC236}">
                  <a16:creationId xmlns:a16="http://schemas.microsoft.com/office/drawing/2014/main" id="{124DDE88-FFBC-6C98-B099-94EF7881AC42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</p:grpSp>
      <p:sp>
        <p:nvSpPr>
          <p:cNvPr id="30" name="iṥḷíḓè">
            <a:extLst>
              <a:ext uri="{FF2B5EF4-FFF2-40B4-BE49-F238E27FC236}">
                <a16:creationId xmlns:a16="http://schemas.microsoft.com/office/drawing/2014/main" id="{9F3C2163-0362-1CCC-1CD8-E341A55C69C0}"/>
              </a:ext>
            </a:extLst>
          </p:cNvPr>
          <p:cNvSpPr/>
          <p:nvPr/>
        </p:nvSpPr>
        <p:spPr>
          <a:xfrm flipH="1">
            <a:off x="3772807" y="3849316"/>
            <a:ext cx="1976328" cy="84356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整体编译方法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模块编译方法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151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顶层目录说明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68" y="552966"/>
            <a:ext cx="9347664" cy="2111467"/>
          </a:xfrm>
          <a:prstGeom prst="rect">
            <a:avLst/>
          </a:prstGeom>
        </p:spPr>
      </p:pic>
      <p:sp>
        <p:nvSpPr>
          <p:cNvPr id="5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307868" y="2748390"/>
            <a:ext cx="10108089" cy="3647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：整个项目编译配置脚本，以及不同产品形态配置参数文件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safety/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：包含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safety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子系统的编译入口、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safety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子系统的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prebuilt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库，以及通过软链接方式链接的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safety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系统源码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tools/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ATC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工具集，包含各种编译、烧写、测试等常用工具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docs/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sdk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及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文档生成相关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bsp/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：包含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preloader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lk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的编译入口及对应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prebuilt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库、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中间目录、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release_images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生成物目录，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preloader/lk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的源码也通过软链接方式链接到这里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：包含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trustzone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以及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类型的各种源码实现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ivi/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系统编译入口、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prebuilt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库，以及通过软链接方式链接的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系统源码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test/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ATC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的各类测试程序编译脚本、配置等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：编译时动态生成，包含各个子系统编译时对应的实际编译配置（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*.xml/*.</a:t>
            </a:r>
            <a:r>
              <a:rPr lang="en-US" altLang="zh-CN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mk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/*.h/*.</a:t>
            </a:r>
            <a:r>
              <a:rPr lang="en-US" altLang="zh-CN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dts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/*.</a:t>
            </a:r>
            <a:r>
              <a:rPr lang="en-US" altLang="zh-CN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dist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等）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release_images/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：编译时动态生成，包含最终的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image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文件及对应烧写工具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0329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Android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9" y="153166"/>
            <a:ext cx="10565751" cy="670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57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BSP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77" y="348012"/>
            <a:ext cx="10231223" cy="654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8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项目配置</a:t>
            </a:r>
            <a:r>
              <a:rPr lang="en-US" altLang="zh-CN" dirty="0"/>
              <a:t>——build</a:t>
            </a:r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220319" y="1123871"/>
            <a:ext cx="10108089" cy="4616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allmake_tmec.sh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：软链接到顶层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文件，是整体编译的入口脚本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builder/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：各个子系统的编译相关脚本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parser/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：各个模块的解析脚本，生成当前系统对应的配置项（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*.xml/*.</a:t>
            </a:r>
            <a:r>
              <a:rPr lang="en-US" altLang="zh-CN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mk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/*.h/*.</a:t>
            </a:r>
            <a:r>
              <a:rPr lang="en-US" altLang="zh-CN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等），供各子系统编译使用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utils/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：编译相关的基础功能实现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projects/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：不同项目的配置目录，当前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TMEC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项目对应子目录 </a:t>
            </a:r>
            <a:r>
              <a:rPr lang="en-US" altLang="zh-CN" dirty="0">
                <a:solidFill>
                  <a:srgbClr val="0062B1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ivi_s_ac8025_tmec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62B1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ivi_s_ac8025_tmec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目录下包含对应的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device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目录，当前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TMEC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项目对应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device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目录</a:t>
            </a:r>
            <a:r>
              <a:rPr lang="en-US" altLang="zh-CN" sz="1400" dirty="0">
                <a:solidFill>
                  <a:srgbClr val="0062B1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ac8025_hsae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，</a:t>
            </a:r>
            <a:r>
              <a:rPr lang="en-US" altLang="zh-CN" sz="1400" dirty="0">
                <a:solidFill>
                  <a:srgbClr val="0062B1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 ac8025_hsae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目录下配置文件：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ac8x_reserved_memory.csv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：系统整体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Reserved memory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avb.json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Android AVB feature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相关配置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datazone/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目录及</a:t>
            </a: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datazone_config.json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datazone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相关资源配置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metazone/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metazone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相关配置，可参考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Programming Guide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在这里配置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metazone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需要的字段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project_config.json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：项目级宏的配置，对各个子系统包括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Android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系统编译可见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storage_config.json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：系统升级相关配置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videoin_config.json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及</a:t>
            </a: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videoin/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目录：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camera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相关配置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0392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项目配置</a:t>
            </a:r>
            <a:r>
              <a:rPr lang="en-US" altLang="zh-CN" dirty="0"/>
              <a:t>——vendor</a:t>
            </a:r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220319" y="1123871"/>
            <a:ext cx="10108089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6000">
              <a:lnSpc>
                <a:spcPct val="150000"/>
              </a:lnSpc>
              <a:buSzPct val="100000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默认有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处可以存放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实现代码的目录：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source/vendor/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：默认只有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autochips/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目录，存放了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autochips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实现的与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系统没有耦合的模块实现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source/android/vendor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：默认有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autochips/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iauto/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目录，存放和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系统有耦合的模块实现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2171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项目配置</a:t>
            </a:r>
            <a:r>
              <a:rPr lang="en-US" altLang="zh-CN" dirty="0"/>
              <a:t>——Android device</a:t>
            </a:r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4" y="1211816"/>
            <a:ext cx="10108089" cy="3647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6000">
              <a:lnSpc>
                <a:spcPct val="150000"/>
              </a:lnSpc>
              <a:buSzPct val="100000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AC8025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实现了基于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 GRF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Google Requirements Freeze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 Freeze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编译架构，以提升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AOSP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系统升级迭代的能力。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 Freeze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编译架构将系统分为两个部分进行独立编译：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system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。由此也带来了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device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配置的拆分：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6000">
              <a:lnSpc>
                <a:spcPct val="150000"/>
              </a:lnSpc>
              <a:buSzPct val="100000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b="1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21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source/android/device/autochips/</a:t>
            </a:r>
            <a:r>
              <a:rPr lang="zh-CN" altLang="en-US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目录：</a:t>
            </a:r>
            <a:endParaRPr lang="en-US" altLang="zh-CN" b="1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autochips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AOSP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相关编译增强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sepolicy/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autochips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SEPolicy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，并进一步通过文件夹区分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system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分区相关性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common/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common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配置，由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system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或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vendor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按需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include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相关配置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system/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：编译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system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相关的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Android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1293300" lvl="2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目前只有一个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assi_64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的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device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配置，对应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64bit AOSP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（兼容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32bit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） 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+ 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相关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autochips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优化配置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836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vendor/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：编译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vendor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相关的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Android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配置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1293300" lvl="2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当前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TMEC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项目只有一个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ac8025_hsae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的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device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配置（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ac8x/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目录为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vendor common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配置）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78231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项目配置</a:t>
            </a:r>
            <a:r>
              <a:rPr lang="en-US" altLang="zh-CN" dirty="0"/>
              <a:t>——Android device</a:t>
            </a:r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1723379" y="1453688"/>
            <a:ext cx="1887794" cy="5411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PRODUCT_NAME :=</a:t>
            </a: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sys_assi_64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03337" y="1453688"/>
            <a:ext cx="3354898" cy="12468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|---autochips/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common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|---autochips/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assi_64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/…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sys_assi_64.mk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SystemConfig.mk</a:t>
            </a:r>
          </a:p>
        </p:txBody>
      </p:sp>
      <p:sp>
        <p:nvSpPr>
          <p:cNvPr id="7" name="圆柱形 6"/>
          <p:cNvSpPr/>
          <p:nvPr/>
        </p:nvSpPr>
        <p:spPr>
          <a:xfrm>
            <a:off x="8146722" y="1194791"/>
            <a:ext cx="1248697" cy="800089"/>
          </a:xfrm>
          <a:prstGeom prst="can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Bins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圆柱形 7"/>
          <p:cNvSpPr/>
          <p:nvPr/>
        </p:nvSpPr>
        <p:spPr>
          <a:xfrm>
            <a:off x="8146722" y="2265793"/>
            <a:ext cx="1248697" cy="743674"/>
          </a:xfrm>
          <a:prstGeom prst="can">
            <a:avLst/>
          </a:prstGeom>
          <a:solidFill>
            <a:srgbClr val="7030A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System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</a:rPr>
              <a:t>User Data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圆柱形 8"/>
          <p:cNvSpPr/>
          <p:nvPr/>
        </p:nvSpPr>
        <p:spPr>
          <a:xfrm>
            <a:off x="10034382" y="1194791"/>
            <a:ext cx="1248697" cy="800089"/>
          </a:xfrm>
          <a:prstGeom prst="can">
            <a:avLst/>
          </a:prstGeom>
          <a:solidFill>
            <a:srgbClr val="00B05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Image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圆柱形 9"/>
          <p:cNvSpPr/>
          <p:nvPr/>
        </p:nvSpPr>
        <p:spPr>
          <a:xfrm>
            <a:off x="10034378" y="2139627"/>
            <a:ext cx="1248697" cy="761240"/>
          </a:xfrm>
          <a:prstGeom prst="can">
            <a:avLst/>
          </a:prstGeom>
          <a:solidFill>
            <a:srgbClr val="00B05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Product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Image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23379" y="3823262"/>
            <a:ext cx="1887794" cy="541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PRODUCT_NAME :=</a:t>
            </a: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vnd_ac8025_hsae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03337" y="3823262"/>
            <a:ext cx="3354898" cy="11455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|---autochips/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vendor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ac8x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|---autochips/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vendor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ac8025_hsae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vnd_ac8025_hsae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.mk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|---ProjectConfig.mk</a:t>
            </a:r>
          </a:p>
        </p:txBody>
      </p:sp>
      <p:sp>
        <p:nvSpPr>
          <p:cNvPr id="13" name="矩形 12"/>
          <p:cNvSpPr/>
          <p:nvPr/>
        </p:nvSpPr>
        <p:spPr>
          <a:xfrm>
            <a:off x="1723379" y="5651644"/>
            <a:ext cx="1887794" cy="5411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GKI Configuration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B818A5-9596-564D-7BBF-874214CE470B}"/>
              </a:ext>
            </a:extLst>
          </p:cNvPr>
          <p:cNvSpPr txBox="1"/>
          <p:nvPr/>
        </p:nvSpPr>
        <p:spPr>
          <a:xfrm>
            <a:off x="1287373" y="1134606"/>
            <a:ext cx="938527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1800">
                <a:solidFill>
                  <a:srgbClr val="23242D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System</a:t>
            </a:r>
            <a:endParaRPr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B818A5-9596-564D-7BBF-874214CE470B}"/>
              </a:ext>
            </a:extLst>
          </p:cNvPr>
          <p:cNvSpPr txBox="1"/>
          <p:nvPr/>
        </p:nvSpPr>
        <p:spPr>
          <a:xfrm>
            <a:off x="1414809" y="3502944"/>
            <a:ext cx="939296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1800">
                <a:solidFill>
                  <a:srgbClr val="23242D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</a:t>
            </a:r>
            <a:endParaRPr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B818A5-9596-564D-7BBF-874214CE470B}"/>
              </a:ext>
            </a:extLst>
          </p:cNvPr>
          <p:cNvSpPr txBox="1"/>
          <p:nvPr/>
        </p:nvSpPr>
        <p:spPr>
          <a:xfrm>
            <a:off x="1461521" y="5331326"/>
            <a:ext cx="845874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1800">
                <a:solidFill>
                  <a:srgbClr val="23242D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ctr"/>
            <a:r>
              <a:rPr 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endParaRPr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103337" y="5291160"/>
            <a:ext cx="3354898" cy="131392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|---arch/arm64/configs/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gki_defconfig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ac8025_hsae_gki.fragment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|---arch/arm64/boot/dts/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autochips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ac8025.dtsi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|---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ac8025_hsae.dts</a:t>
            </a:r>
          </a:p>
        </p:txBody>
      </p:sp>
      <p:sp>
        <p:nvSpPr>
          <p:cNvPr id="18" name="圆柱形 17"/>
          <p:cNvSpPr/>
          <p:nvPr/>
        </p:nvSpPr>
        <p:spPr>
          <a:xfrm>
            <a:off x="8146722" y="4605711"/>
            <a:ext cx="1248697" cy="726260"/>
          </a:xfrm>
          <a:prstGeom prst="can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Vendor</a:t>
            </a:r>
          </a:p>
          <a:p>
            <a:pPr algn="ctr"/>
            <a:r>
              <a:rPr lang="en-US" altLang="zh-CN" dirty="0">
                <a:solidFill>
                  <a:schemeClr val="dk1"/>
                </a:solidFill>
              </a:rPr>
              <a:t>Bins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19" name="圆柱形 18"/>
          <p:cNvSpPr/>
          <p:nvPr/>
        </p:nvSpPr>
        <p:spPr>
          <a:xfrm>
            <a:off x="8146723" y="3716148"/>
            <a:ext cx="1248697" cy="755420"/>
          </a:xfrm>
          <a:prstGeom prst="can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Vendor</a:t>
            </a:r>
          </a:p>
          <a:p>
            <a:pPr algn="ctr"/>
            <a:r>
              <a:rPr lang="en-US" altLang="zh-CN" dirty="0">
                <a:solidFill>
                  <a:schemeClr val="dk1"/>
                </a:solidFill>
              </a:rPr>
              <a:t>User Data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20" name="圆柱形 19"/>
          <p:cNvSpPr/>
          <p:nvPr/>
        </p:nvSpPr>
        <p:spPr>
          <a:xfrm>
            <a:off x="8146723" y="5518418"/>
            <a:ext cx="1248697" cy="614949"/>
          </a:xfrm>
          <a:prstGeom prst="can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Kernel Modules</a:t>
            </a:r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21" name="圆柱形 20"/>
          <p:cNvSpPr/>
          <p:nvPr/>
        </p:nvSpPr>
        <p:spPr>
          <a:xfrm>
            <a:off x="10034381" y="4068307"/>
            <a:ext cx="1248697" cy="680045"/>
          </a:xfrm>
          <a:prstGeom prst="can">
            <a:avLst/>
          </a:prstGeom>
          <a:solidFill>
            <a:srgbClr val="FFC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Vendor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Image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圆柱形 21"/>
          <p:cNvSpPr/>
          <p:nvPr/>
        </p:nvSpPr>
        <p:spPr>
          <a:xfrm>
            <a:off x="10034382" y="4853408"/>
            <a:ext cx="1248697" cy="429905"/>
          </a:xfrm>
          <a:prstGeom prst="can">
            <a:avLst/>
          </a:prstGeom>
          <a:solidFill>
            <a:srgbClr val="FFC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Other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Images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圆柱形 22"/>
          <p:cNvSpPr/>
          <p:nvPr/>
        </p:nvSpPr>
        <p:spPr>
          <a:xfrm>
            <a:off x="10034377" y="6266203"/>
            <a:ext cx="1248697" cy="463685"/>
          </a:xfrm>
          <a:prstGeom prst="can">
            <a:avLst/>
          </a:prstGeom>
          <a:solidFill>
            <a:srgbClr val="92D05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Boot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461521" y="3424975"/>
            <a:ext cx="9429136" cy="0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圆柱形 24"/>
          <p:cNvSpPr/>
          <p:nvPr/>
        </p:nvSpPr>
        <p:spPr>
          <a:xfrm>
            <a:off x="10034382" y="3041244"/>
            <a:ext cx="1248697" cy="923400"/>
          </a:xfrm>
          <a:prstGeom prst="can">
            <a:avLst/>
          </a:prstGeom>
          <a:solidFill>
            <a:srgbClr val="7030A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User Data</a:t>
            </a:r>
          </a:p>
          <a:p>
            <a:pPr algn="ctr"/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26" name="右箭头 25"/>
          <p:cNvSpPr/>
          <p:nvPr/>
        </p:nvSpPr>
        <p:spPr>
          <a:xfrm>
            <a:off x="7558182" y="1724284"/>
            <a:ext cx="491613" cy="795963"/>
          </a:xfrm>
          <a:prstGeom prst="rightArrow">
            <a:avLst/>
          </a:prstGeom>
          <a:solidFill>
            <a:srgbClr val="00B0F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/>
        </p:nvSpPr>
        <p:spPr>
          <a:xfrm>
            <a:off x="7558182" y="4893177"/>
            <a:ext cx="491613" cy="795963"/>
          </a:xfrm>
          <a:prstGeom prst="rightArrow">
            <a:avLst/>
          </a:prstGeom>
          <a:solidFill>
            <a:srgbClr val="00B0F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stCxn id="7" idx="4"/>
            <a:endCxn id="9" idx="2"/>
          </p:cNvCxnSpPr>
          <p:nvPr/>
        </p:nvCxnSpPr>
        <p:spPr>
          <a:xfrm>
            <a:off x="9395419" y="1594836"/>
            <a:ext cx="638963" cy="0"/>
          </a:xfrm>
          <a:prstGeom prst="straightConnector1">
            <a:avLst/>
          </a:prstGeom>
          <a:ln w="28575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7" idx="4"/>
            <a:endCxn id="10" idx="2"/>
          </p:cNvCxnSpPr>
          <p:nvPr/>
        </p:nvCxnSpPr>
        <p:spPr>
          <a:xfrm>
            <a:off x="9395419" y="1594836"/>
            <a:ext cx="638959" cy="925411"/>
          </a:xfrm>
          <a:prstGeom prst="straightConnector1">
            <a:avLst/>
          </a:prstGeom>
          <a:ln w="28575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8" idx="4"/>
            <a:endCxn id="25" idx="2"/>
          </p:cNvCxnSpPr>
          <p:nvPr/>
        </p:nvCxnSpPr>
        <p:spPr>
          <a:xfrm>
            <a:off x="9395419" y="2637630"/>
            <a:ext cx="638963" cy="865314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9" idx="4"/>
            <a:endCxn id="25" idx="2"/>
          </p:cNvCxnSpPr>
          <p:nvPr/>
        </p:nvCxnSpPr>
        <p:spPr>
          <a:xfrm flipV="1">
            <a:off x="9395420" y="3502944"/>
            <a:ext cx="638962" cy="590914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8" idx="4"/>
            <a:endCxn id="21" idx="2"/>
          </p:cNvCxnSpPr>
          <p:nvPr/>
        </p:nvCxnSpPr>
        <p:spPr>
          <a:xfrm flipV="1">
            <a:off x="9395419" y="4408330"/>
            <a:ext cx="638962" cy="56051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8" idx="4"/>
            <a:endCxn id="22" idx="2"/>
          </p:cNvCxnSpPr>
          <p:nvPr/>
        </p:nvCxnSpPr>
        <p:spPr>
          <a:xfrm>
            <a:off x="9395419" y="4968841"/>
            <a:ext cx="638963" cy="9952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0" idx="4"/>
            <a:endCxn id="43" idx="2"/>
          </p:cNvCxnSpPr>
          <p:nvPr/>
        </p:nvCxnSpPr>
        <p:spPr>
          <a:xfrm flipV="1">
            <a:off x="9395420" y="5546279"/>
            <a:ext cx="638962" cy="279614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圆柱形 34"/>
          <p:cNvSpPr/>
          <p:nvPr/>
        </p:nvSpPr>
        <p:spPr>
          <a:xfrm>
            <a:off x="8146723" y="6300157"/>
            <a:ext cx="1248697" cy="395775"/>
          </a:xfrm>
          <a:prstGeom prst="can">
            <a:avLst/>
          </a:prstGeom>
          <a:solidFill>
            <a:srgbClr val="92D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Boot</a:t>
            </a:r>
            <a:endParaRPr lang="zh-CN" altLang="en-US" dirty="0">
              <a:solidFill>
                <a:schemeClr val="dk1"/>
              </a:solidFill>
            </a:endParaRPr>
          </a:p>
        </p:txBody>
      </p:sp>
      <p:cxnSp>
        <p:nvCxnSpPr>
          <p:cNvPr id="36" name="直接箭头连接符 35"/>
          <p:cNvCxnSpPr>
            <a:stCxn id="35" idx="4"/>
            <a:endCxn id="23" idx="2"/>
          </p:cNvCxnSpPr>
          <p:nvPr/>
        </p:nvCxnSpPr>
        <p:spPr>
          <a:xfrm>
            <a:off x="9395420" y="6498045"/>
            <a:ext cx="638957" cy="1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柱形 37"/>
          <p:cNvSpPr/>
          <p:nvPr/>
        </p:nvSpPr>
        <p:spPr>
          <a:xfrm>
            <a:off x="10034377" y="5796396"/>
            <a:ext cx="1248697" cy="463685"/>
          </a:xfrm>
          <a:prstGeom prst="can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dk1"/>
                </a:solidFill>
              </a:rPr>
              <a:t>vendor_boot</a:t>
            </a:r>
            <a:endParaRPr lang="zh-CN" altLang="en-US" sz="1400" dirty="0">
              <a:solidFill>
                <a:schemeClr val="dk1"/>
              </a:solidFill>
            </a:endParaRPr>
          </a:p>
        </p:txBody>
      </p:sp>
      <p:sp>
        <p:nvSpPr>
          <p:cNvPr id="43" name="圆柱形 42"/>
          <p:cNvSpPr/>
          <p:nvPr/>
        </p:nvSpPr>
        <p:spPr>
          <a:xfrm>
            <a:off x="10034382" y="5331326"/>
            <a:ext cx="1248697" cy="429905"/>
          </a:xfrm>
          <a:prstGeom prst="can">
            <a:avLst/>
          </a:prstGeom>
          <a:solidFill>
            <a:srgbClr val="FFC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vendor_dlkm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/>
          <p:cNvCxnSpPr>
            <a:stCxn id="20" idx="4"/>
            <a:endCxn id="38" idx="2"/>
          </p:cNvCxnSpPr>
          <p:nvPr/>
        </p:nvCxnSpPr>
        <p:spPr>
          <a:xfrm>
            <a:off x="9395420" y="5825893"/>
            <a:ext cx="638957" cy="20234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443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60" y="3345297"/>
            <a:ext cx="8133440" cy="35127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项目配置</a:t>
            </a:r>
            <a:r>
              <a:rPr lang="en-US" altLang="zh-CN" dirty="0"/>
              <a:t>——kernel</a:t>
            </a:r>
            <a:r>
              <a:rPr lang="zh-CN" altLang="en-US" dirty="0"/>
              <a:t>相关</a:t>
            </a:r>
            <a:endParaRPr lang="en-US" dirty="0"/>
          </a:p>
        </p:txBody>
      </p:sp>
      <p:sp>
        <p:nvSpPr>
          <p:cNvPr id="5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4" y="1211816"/>
            <a:ext cx="10108089" cy="2677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6000">
              <a:lnSpc>
                <a:spcPct val="150000"/>
              </a:lnSpc>
              <a:buSzPct val="100000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AC8025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 GKI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Generic Kernel Image 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），所以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defconfig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由两部分组成：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50000"/>
              </a:lnSpc>
              <a:buSzPct val="100000"/>
              <a:buFont typeface="+mj-lt"/>
              <a:buAutoNum type="arabicPeriod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source/kernel/common/arch/arm64/configs/gki_defconfig——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defconfig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AOSP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defconfig</a:t>
            </a:r>
          </a:p>
          <a:p>
            <a:pPr marL="378900" indent="-342900">
              <a:lnSpc>
                <a:spcPct val="150000"/>
              </a:lnSpc>
              <a:buSzPct val="100000"/>
              <a:buFont typeface="+mj-lt"/>
              <a:buAutoNum type="arabicPeriod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source/kernel/common/arch/arm64/configs/ac8025_hsae_gki.fragment——fragment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形式的项目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defconfig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6000">
              <a:lnSpc>
                <a:spcPct val="150000"/>
              </a:lnSpc>
              <a:buSzPct val="100000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6000">
              <a:lnSpc>
                <a:spcPct val="150000"/>
              </a:lnSpc>
              <a:buSzPct val="100000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对于剥离出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GKI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 modules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autochips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的相关模块存放在：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21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source/kernel/</a:t>
            </a: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atc_modules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</a:p>
          <a:p>
            <a:pPr marL="36000">
              <a:lnSpc>
                <a:spcPct val="150000"/>
              </a:lnSpc>
              <a:buSzPct val="100000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TMEC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 modules</a:t>
            </a:r>
            <a:r>
              <a:rPr lang="zh-CN" altLang="en-US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可以存放在：</a:t>
            </a:r>
            <a:endParaRPr lang="en-US" altLang="zh-CN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21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source/kernel/</a:t>
            </a:r>
            <a:r>
              <a:rPr lang="en-US" altLang="zh-CN" b="1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tmec_modules</a:t>
            </a:r>
            <a:r>
              <a:rPr lang="en-US" altLang="zh-CN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871371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797521-4912-FED7-32E6-082573B4B0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6308ABB-768B-503F-8672-2F8AFF56BC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304" y="0"/>
            <a:ext cx="11351392" cy="6858000"/>
          </a:xfrm>
          <a:prstGeom prst="rect">
            <a:avLst/>
          </a:prstGeom>
        </p:spPr>
      </p:pic>
      <p:sp>
        <p:nvSpPr>
          <p:cNvPr id="67" name="íṥḻïḍe">
            <a:extLst>
              <a:ext uri="{FF2B5EF4-FFF2-40B4-BE49-F238E27FC236}">
                <a16:creationId xmlns:a16="http://schemas.microsoft.com/office/drawing/2014/main" id="{0C00E0CD-A27A-70DA-82FE-854883A383EA}"/>
              </a:ext>
            </a:extLst>
          </p:cNvPr>
          <p:cNvSpPr txBox="1"/>
          <p:nvPr/>
        </p:nvSpPr>
        <p:spPr>
          <a:xfrm>
            <a:off x="3723152" y="2416484"/>
            <a:ext cx="1661524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4800" b="1" dirty="0">
                <a:solidFill>
                  <a:srgbClr val="0053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zh-CN" altLang="en-US" sz="4800" b="1" dirty="0">
              <a:solidFill>
                <a:srgbClr val="0053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ïṣļîḋé">
            <a:extLst>
              <a:ext uri="{FF2B5EF4-FFF2-40B4-BE49-F238E27FC236}">
                <a16:creationId xmlns:a16="http://schemas.microsoft.com/office/drawing/2014/main" id="{7A29FD51-4703-4055-7AA5-235D48CDCD34}"/>
              </a:ext>
            </a:extLst>
          </p:cNvPr>
          <p:cNvSpPr txBox="1"/>
          <p:nvPr/>
        </p:nvSpPr>
        <p:spPr>
          <a:xfrm>
            <a:off x="3723151" y="3359993"/>
            <a:ext cx="2075641" cy="463846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编译说明</a:t>
            </a:r>
            <a:endParaRPr lang="en-US" altLang="zh-CN" sz="2400" b="1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îsļiḓê">
            <a:extLst>
              <a:ext uri="{FF2B5EF4-FFF2-40B4-BE49-F238E27FC236}">
                <a16:creationId xmlns:a16="http://schemas.microsoft.com/office/drawing/2014/main" id="{0FD1A464-D03F-6322-260F-09053E1DF7C4}"/>
              </a:ext>
            </a:extLst>
          </p:cNvPr>
          <p:cNvSpPr txBox="1"/>
          <p:nvPr/>
        </p:nvSpPr>
        <p:spPr>
          <a:xfrm>
            <a:off x="1018994" y="2416484"/>
            <a:ext cx="1661524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4800" b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zh-CN" altLang="en-US" sz="48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i$ḻiḑé">
            <a:extLst>
              <a:ext uri="{FF2B5EF4-FFF2-40B4-BE49-F238E27FC236}">
                <a16:creationId xmlns:a16="http://schemas.microsoft.com/office/drawing/2014/main" id="{570B7E50-3AD8-5BBF-CCF1-232E41742A63}"/>
              </a:ext>
            </a:extLst>
          </p:cNvPr>
          <p:cNvSpPr txBox="1"/>
          <p:nvPr/>
        </p:nvSpPr>
        <p:spPr>
          <a:xfrm>
            <a:off x="1022427" y="3359993"/>
            <a:ext cx="1972896" cy="463846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代码目录</a:t>
            </a:r>
            <a:endParaRPr lang="en-US" altLang="zh-CN" sz="2400" b="1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iṥḷíḓè">
            <a:extLst>
              <a:ext uri="{FF2B5EF4-FFF2-40B4-BE49-F238E27FC236}">
                <a16:creationId xmlns:a16="http://schemas.microsoft.com/office/drawing/2014/main" id="{9F3C2163-0362-1CCC-1CD8-E341A55C69C0}"/>
              </a:ext>
            </a:extLst>
          </p:cNvPr>
          <p:cNvSpPr/>
          <p:nvPr/>
        </p:nvSpPr>
        <p:spPr>
          <a:xfrm flipH="1">
            <a:off x="1018994" y="3849316"/>
            <a:ext cx="1976328" cy="84356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代码目录介绍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常见配置路径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6F99F53-7067-247C-C200-C6369F5311E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962" y="395271"/>
            <a:ext cx="2555118" cy="303421"/>
          </a:xfrm>
          <a:prstGeom prst="rect">
            <a:avLst/>
          </a:prstGeom>
          <a:noFill/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1BD2A6E-A333-0B04-5B4C-82314D910E98}"/>
              </a:ext>
            </a:extLst>
          </p:cNvPr>
          <p:cNvSpPr txBox="1"/>
          <p:nvPr/>
        </p:nvSpPr>
        <p:spPr>
          <a:xfrm>
            <a:off x="9639133" y="6422408"/>
            <a:ext cx="2486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Copyright © AutoChips Inc . All rights reserved.</a:t>
            </a:r>
            <a:endParaRPr lang="zh-CN" altLang="en-US" sz="800" b="0" i="0" dirty="0">
              <a:solidFill>
                <a:schemeClr val="tx1">
                  <a:lumMod val="75000"/>
                  <a:lumOff val="25000"/>
                  <a:alpha val="30000"/>
                </a:schemeClr>
              </a:solidFill>
              <a:latin typeface="Arial" panose="020B0604020202020204" pitchFamily="34" charset="0"/>
              <a:ea typeface="微软雅黑" charset="-122"/>
              <a:cs typeface="Arial" panose="020B0604020202020204" pitchFamily="34" charset="0"/>
            </a:endParaRPr>
          </a:p>
          <a:p>
            <a:endParaRPr lang="zh-CN" altLang="en-US" sz="1000" b="0" i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74077F5-B384-28A5-0AC4-F155FE5D774C}"/>
              </a:ext>
            </a:extLst>
          </p:cNvPr>
          <p:cNvSpPr txBox="1"/>
          <p:nvPr/>
        </p:nvSpPr>
        <p:spPr>
          <a:xfrm>
            <a:off x="10106490" y="6277300"/>
            <a:ext cx="1342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rgbClr val="BFBFBF"/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Internal Use</a:t>
            </a:r>
            <a:endParaRPr lang="zh-CN" altLang="en-US" sz="1000" b="0" i="0" dirty="0">
              <a:solidFill>
                <a:srgbClr val="BFBFBF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grpSp>
        <p:nvGrpSpPr>
          <p:cNvPr id="24" name="그룹 273">
            <a:extLst>
              <a:ext uri="{FF2B5EF4-FFF2-40B4-BE49-F238E27FC236}">
                <a16:creationId xmlns:a16="http://schemas.microsoft.com/office/drawing/2014/main" id="{5348DDB0-CCF3-5632-58EF-E6DF4096FC23}"/>
              </a:ext>
            </a:extLst>
          </p:cNvPr>
          <p:cNvGrpSpPr/>
          <p:nvPr/>
        </p:nvGrpSpPr>
        <p:grpSpPr>
          <a:xfrm>
            <a:off x="7004524" y="4947414"/>
            <a:ext cx="469535" cy="529309"/>
            <a:chOff x="773707" y="897064"/>
            <a:chExt cx="346424" cy="390525"/>
          </a:xfrm>
          <a:solidFill>
            <a:schemeClr val="bg1"/>
          </a:solidFill>
        </p:grpSpPr>
        <p:sp>
          <p:nvSpPr>
            <p:cNvPr id="25" name="자유형: 도형 274">
              <a:extLst>
                <a:ext uri="{FF2B5EF4-FFF2-40B4-BE49-F238E27FC236}">
                  <a16:creationId xmlns:a16="http://schemas.microsoft.com/office/drawing/2014/main" id="{B39A0CE5-DA0E-C9C9-7EFD-3BD98D5C1FC6}"/>
                </a:ext>
              </a:extLst>
            </p:cNvPr>
            <p:cNvSpPr/>
            <p:nvPr/>
          </p:nvSpPr>
          <p:spPr>
            <a:xfrm>
              <a:off x="929917" y="964692"/>
              <a:ext cx="76200" cy="76200"/>
            </a:xfrm>
            <a:custGeom>
              <a:avLst/>
              <a:gdLst>
                <a:gd name="connsiteX0" fmla="*/ 40577 w 76200"/>
                <a:gd name="connsiteY0" fmla="*/ 74009 h 76200"/>
                <a:gd name="connsiteX1" fmla="*/ 74009 w 76200"/>
                <a:gd name="connsiteY1" fmla="*/ 40576 h 76200"/>
                <a:gd name="connsiteX2" fmla="*/ 40577 w 76200"/>
                <a:gd name="connsiteY2" fmla="*/ 7144 h 76200"/>
                <a:gd name="connsiteX3" fmla="*/ 7144 w 76200"/>
                <a:gd name="connsiteY3" fmla="*/ 40576 h 76200"/>
                <a:gd name="connsiteX4" fmla="*/ 40577 w 76200"/>
                <a:gd name="connsiteY4" fmla="*/ 74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40577" y="74009"/>
                  </a:moveTo>
                  <a:cubicBezTo>
                    <a:pt x="59055" y="74009"/>
                    <a:pt x="74009" y="59055"/>
                    <a:pt x="74009" y="40576"/>
                  </a:cubicBezTo>
                  <a:cubicBezTo>
                    <a:pt x="74009" y="22098"/>
                    <a:pt x="59055" y="7144"/>
                    <a:pt x="40577" y="7144"/>
                  </a:cubicBezTo>
                  <a:cubicBezTo>
                    <a:pt x="22098" y="7144"/>
                    <a:pt x="7144" y="22098"/>
                    <a:pt x="7144" y="40576"/>
                  </a:cubicBezTo>
                  <a:cubicBezTo>
                    <a:pt x="7144" y="59055"/>
                    <a:pt x="22098" y="74009"/>
                    <a:pt x="40577" y="740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27" name="자유형: 도형 275">
              <a:extLst>
                <a:ext uri="{FF2B5EF4-FFF2-40B4-BE49-F238E27FC236}">
                  <a16:creationId xmlns:a16="http://schemas.microsoft.com/office/drawing/2014/main" id="{B92365AF-4CD8-BEAE-6B48-A497F9124615}"/>
                </a:ext>
              </a:extLst>
            </p:cNvPr>
            <p:cNvSpPr/>
            <p:nvPr/>
          </p:nvSpPr>
          <p:spPr>
            <a:xfrm>
              <a:off x="834381" y="897064"/>
              <a:ext cx="285750" cy="390525"/>
            </a:xfrm>
            <a:custGeom>
              <a:avLst/>
              <a:gdLst>
                <a:gd name="connsiteX0" fmla="*/ 269653 w 285750"/>
                <a:gd name="connsiteY0" fmla="*/ 7144 h 390525"/>
                <a:gd name="connsiteX1" fmla="*/ 24479 w 285750"/>
                <a:gd name="connsiteY1" fmla="*/ 7144 h 390525"/>
                <a:gd name="connsiteX2" fmla="*/ 13335 w 285750"/>
                <a:gd name="connsiteY2" fmla="*/ 18288 h 390525"/>
                <a:gd name="connsiteX3" fmla="*/ 13335 w 285750"/>
                <a:gd name="connsiteY3" fmla="*/ 365284 h 390525"/>
                <a:gd name="connsiteX4" fmla="*/ 7144 w 285750"/>
                <a:gd name="connsiteY4" fmla="*/ 387572 h 390525"/>
                <a:gd name="connsiteX5" fmla="*/ 225076 w 285750"/>
                <a:gd name="connsiteY5" fmla="*/ 387572 h 390525"/>
                <a:gd name="connsiteX6" fmla="*/ 280797 w 285750"/>
                <a:gd name="connsiteY6" fmla="*/ 331851 h 390525"/>
                <a:gd name="connsiteX7" fmla="*/ 280797 w 285750"/>
                <a:gd name="connsiteY7" fmla="*/ 18288 h 390525"/>
                <a:gd name="connsiteX8" fmla="*/ 269653 w 285750"/>
                <a:gd name="connsiteY8" fmla="*/ 7144 h 390525"/>
                <a:gd name="connsiteX9" fmla="*/ 136112 w 285750"/>
                <a:gd name="connsiteY9" fmla="*/ 52483 h 390525"/>
                <a:gd name="connsiteX10" fmla="*/ 191834 w 285750"/>
                <a:gd name="connsiteY10" fmla="*/ 108204 h 390525"/>
                <a:gd name="connsiteX11" fmla="*/ 177641 w 285750"/>
                <a:gd name="connsiteY11" fmla="*/ 144971 h 390525"/>
                <a:gd name="connsiteX12" fmla="*/ 211931 w 285750"/>
                <a:gd name="connsiteY12" fmla="*/ 190691 h 390525"/>
                <a:gd name="connsiteX13" fmla="*/ 209741 w 285750"/>
                <a:gd name="connsiteY13" fmla="*/ 206312 h 390525"/>
                <a:gd name="connsiteX14" fmla="*/ 194120 w 285750"/>
                <a:gd name="connsiteY14" fmla="*/ 204121 h 390525"/>
                <a:gd name="connsiteX15" fmla="*/ 159925 w 285750"/>
                <a:gd name="connsiteY15" fmla="*/ 158496 h 390525"/>
                <a:gd name="connsiteX16" fmla="*/ 136208 w 285750"/>
                <a:gd name="connsiteY16" fmla="*/ 164021 h 390525"/>
                <a:gd name="connsiteX17" fmla="*/ 80486 w 285750"/>
                <a:gd name="connsiteY17" fmla="*/ 108299 h 390525"/>
                <a:gd name="connsiteX18" fmla="*/ 136112 w 285750"/>
                <a:gd name="connsiteY18" fmla="*/ 52483 h 390525"/>
                <a:gd name="connsiteX19" fmla="*/ 225266 w 285750"/>
                <a:gd name="connsiteY19" fmla="*/ 342995 h 390525"/>
                <a:gd name="connsiteX20" fmla="*/ 69247 w 285750"/>
                <a:gd name="connsiteY20" fmla="*/ 342995 h 390525"/>
                <a:gd name="connsiteX21" fmla="*/ 58103 w 285750"/>
                <a:gd name="connsiteY21" fmla="*/ 331851 h 390525"/>
                <a:gd name="connsiteX22" fmla="*/ 69247 w 285750"/>
                <a:gd name="connsiteY22" fmla="*/ 320707 h 390525"/>
                <a:gd name="connsiteX23" fmla="*/ 225266 w 285750"/>
                <a:gd name="connsiteY23" fmla="*/ 320707 h 390525"/>
                <a:gd name="connsiteX24" fmla="*/ 236411 w 285750"/>
                <a:gd name="connsiteY24" fmla="*/ 331851 h 390525"/>
                <a:gd name="connsiteX25" fmla="*/ 225266 w 285750"/>
                <a:gd name="connsiteY25" fmla="*/ 342995 h 390525"/>
                <a:gd name="connsiteX26" fmla="*/ 225266 w 285750"/>
                <a:gd name="connsiteY26" fmla="*/ 298418 h 390525"/>
                <a:gd name="connsiteX27" fmla="*/ 69247 w 285750"/>
                <a:gd name="connsiteY27" fmla="*/ 298418 h 390525"/>
                <a:gd name="connsiteX28" fmla="*/ 58103 w 285750"/>
                <a:gd name="connsiteY28" fmla="*/ 287274 h 390525"/>
                <a:gd name="connsiteX29" fmla="*/ 69247 w 285750"/>
                <a:gd name="connsiteY29" fmla="*/ 276130 h 390525"/>
                <a:gd name="connsiteX30" fmla="*/ 225266 w 285750"/>
                <a:gd name="connsiteY30" fmla="*/ 276130 h 390525"/>
                <a:gd name="connsiteX31" fmla="*/ 236411 w 285750"/>
                <a:gd name="connsiteY31" fmla="*/ 287274 h 390525"/>
                <a:gd name="connsiteX32" fmla="*/ 225266 w 285750"/>
                <a:gd name="connsiteY32" fmla="*/ 298418 h 390525"/>
                <a:gd name="connsiteX33" fmla="*/ 225266 w 285750"/>
                <a:gd name="connsiteY33" fmla="*/ 253841 h 390525"/>
                <a:gd name="connsiteX34" fmla="*/ 69247 w 285750"/>
                <a:gd name="connsiteY34" fmla="*/ 253841 h 390525"/>
                <a:gd name="connsiteX35" fmla="*/ 58103 w 285750"/>
                <a:gd name="connsiteY35" fmla="*/ 242697 h 390525"/>
                <a:gd name="connsiteX36" fmla="*/ 69247 w 285750"/>
                <a:gd name="connsiteY36" fmla="*/ 231553 h 390525"/>
                <a:gd name="connsiteX37" fmla="*/ 225266 w 285750"/>
                <a:gd name="connsiteY37" fmla="*/ 231553 h 390525"/>
                <a:gd name="connsiteX38" fmla="*/ 236411 w 285750"/>
                <a:gd name="connsiteY38" fmla="*/ 242697 h 390525"/>
                <a:gd name="connsiteX39" fmla="*/ 225266 w 285750"/>
                <a:gd name="connsiteY39" fmla="*/ 253841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5750" h="390525">
                  <a:moveTo>
                    <a:pt x="269653" y="7144"/>
                  </a:moveTo>
                  <a:lnTo>
                    <a:pt x="24479" y="7144"/>
                  </a:lnTo>
                  <a:cubicBezTo>
                    <a:pt x="18288" y="7144"/>
                    <a:pt x="13335" y="12097"/>
                    <a:pt x="13335" y="18288"/>
                  </a:cubicBezTo>
                  <a:lnTo>
                    <a:pt x="13335" y="365284"/>
                  </a:lnTo>
                  <a:cubicBezTo>
                    <a:pt x="13335" y="373475"/>
                    <a:pt x="10954" y="381000"/>
                    <a:pt x="7144" y="387572"/>
                  </a:cubicBezTo>
                  <a:lnTo>
                    <a:pt x="225076" y="387572"/>
                  </a:lnTo>
                  <a:cubicBezTo>
                    <a:pt x="255842" y="387572"/>
                    <a:pt x="280797" y="362617"/>
                    <a:pt x="280797" y="331851"/>
                  </a:cubicBezTo>
                  <a:lnTo>
                    <a:pt x="280797" y="18288"/>
                  </a:lnTo>
                  <a:cubicBezTo>
                    <a:pt x="280797" y="12097"/>
                    <a:pt x="275749" y="7144"/>
                    <a:pt x="269653" y="7144"/>
                  </a:cubicBezTo>
                  <a:close/>
                  <a:moveTo>
                    <a:pt x="136112" y="52483"/>
                  </a:moveTo>
                  <a:cubicBezTo>
                    <a:pt x="166878" y="52483"/>
                    <a:pt x="191834" y="77438"/>
                    <a:pt x="191834" y="108204"/>
                  </a:cubicBezTo>
                  <a:cubicBezTo>
                    <a:pt x="191834" y="122396"/>
                    <a:pt x="186404" y="135160"/>
                    <a:pt x="177641" y="144971"/>
                  </a:cubicBezTo>
                  <a:lnTo>
                    <a:pt x="211931" y="190691"/>
                  </a:lnTo>
                  <a:cubicBezTo>
                    <a:pt x="215646" y="195644"/>
                    <a:pt x="214598" y="202597"/>
                    <a:pt x="209741" y="206312"/>
                  </a:cubicBezTo>
                  <a:cubicBezTo>
                    <a:pt x="204788" y="210026"/>
                    <a:pt x="197834" y="208979"/>
                    <a:pt x="194120" y="204121"/>
                  </a:cubicBezTo>
                  <a:lnTo>
                    <a:pt x="159925" y="158496"/>
                  </a:lnTo>
                  <a:cubicBezTo>
                    <a:pt x="152686" y="161925"/>
                    <a:pt x="144685" y="164021"/>
                    <a:pt x="136208" y="164021"/>
                  </a:cubicBezTo>
                  <a:cubicBezTo>
                    <a:pt x="105442" y="164021"/>
                    <a:pt x="80486" y="139065"/>
                    <a:pt x="80486" y="108299"/>
                  </a:cubicBezTo>
                  <a:cubicBezTo>
                    <a:pt x="80486" y="77534"/>
                    <a:pt x="105347" y="52483"/>
                    <a:pt x="136112" y="52483"/>
                  </a:cubicBezTo>
                  <a:close/>
                  <a:moveTo>
                    <a:pt x="225266" y="342995"/>
                  </a:moveTo>
                  <a:lnTo>
                    <a:pt x="69247" y="342995"/>
                  </a:lnTo>
                  <a:cubicBezTo>
                    <a:pt x="63056" y="342995"/>
                    <a:pt x="58103" y="338042"/>
                    <a:pt x="58103" y="331851"/>
                  </a:cubicBezTo>
                  <a:cubicBezTo>
                    <a:pt x="58103" y="325660"/>
                    <a:pt x="63056" y="320707"/>
                    <a:pt x="69247" y="320707"/>
                  </a:cubicBezTo>
                  <a:lnTo>
                    <a:pt x="225266" y="320707"/>
                  </a:lnTo>
                  <a:cubicBezTo>
                    <a:pt x="231458" y="320707"/>
                    <a:pt x="236411" y="325660"/>
                    <a:pt x="236411" y="331851"/>
                  </a:cubicBezTo>
                  <a:cubicBezTo>
                    <a:pt x="236411" y="338042"/>
                    <a:pt x="231362" y="342995"/>
                    <a:pt x="225266" y="342995"/>
                  </a:cubicBezTo>
                  <a:close/>
                  <a:moveTo>
                    <a:pt x="225266" y="298418"/>
                  </a:moveTo>
                  <a:lnTo>
                    <a:pt x="69247" y="298418"/>
                  </a:lnTo>
                  <a:cubicBezTo>
                    <a:pt x="63056" y="298418"/>
                    <a:pt x="58103" y="293465"/>
                    <a:pt x="58103" y="287274"/>
                  </a:cubicBezTo>
                  <a:cubicBezTo>
                    <a:pt x="58103" y="281083"/>
                    <a:pt x="63056" y="276130"/>
                    <a:pt x="69247" y="276130"/>
                  </a:cubicBezTo>
                  <a:lnTo>
                    <a:pt x="225266" y="276130"/>
                  </a:lnTo>
                  <a:cubicBezTo>
                    <a:pt x="231458" y="276130"/>
                    <a:pt x="236411" y="281083"/>
                    <a:pt x="236411" y="287274"/>
                  </a:cubicBezTo>
                  <a:cubicBezTo>
                    <a:pt x="236411" y="293370"/>
                    <a:pt x="231362" y="298418"/>
                    <a:pt x="225266" y="298418"/>
                  </a:cubicBezTo>
                  <a:close/>
                  <a:moveTo>
                    <a:pt x="225266" y="253841"/>
                  </a:moveTo>
                  <a:lnTo>
                    <a:pt x="69247" y="253841"/>
                  </a:lnTo>
                  <a:cubicBezTo>
                    <a:pt x="63056" y="253841"/>
                    <a:pt x="58103" y="248888"/>
                    <a:pt x="58103" y="242697"/>
                  </a:cubicBezTo>
                  <a:cubicBezTo>
                    <a:pt x="58103" y="236506"/>
                    <a:pt x="63056" y="231553"/>
                    <a:pt x="69247" y="231553"/>
                  </a:cubicBezTo>
                  <a:lnTo>
                    <a:pt x="225266" y="231553"/>
                  </a:lnTo>
                  <a:cubicBezTo>
                    <a:pt x="231458" y="231553"/>
                    <a:pt x="236411" y="236506"/>
                    <a:pt x="236411" y="242697"/>
                  </a:cubicBezTo>
                  <a:cubicBezTo>
                    <a:pt x="236411" y="248793"/>
                    <a:pt x="231362" y="253841"/>
                    <a:pt x="225266" y="2538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28" name="자유형: 도형 276">
              <a:extLst>
                <a:ext uri="{FF2B5EF4-FFF2-40B4-BE49-F238E27FC236}">
                  <a16:creationId xmlns:a16="http://schemas.microsoft.com/office/drawing/2014/main" id="{04C9C5F7-7EDF-0F2E-CABD-CC1A4580BE92}"/>
                </a:ext>
              </a:extLst>
            </p:cNvPr>
            <p:cNvSpPr/>
            <p:nvPr/>
          </p:nvSpPr>
          <p:spPr>
            <a:xfrm>
              <a:off x="773707" y="1076134"/>
              <a:ext cx="57150" cy="209550"/>
            </a:xfrm>
            <a:custGeom>
              <a:avLst/>
              <a:gdLst>
                <a:gd name="connsiteX0" fmla="*/ 7144 w 57150"/>
                <a:gd name="connsiteY0" fmla="*/ 18288 h 209550"/>
                <a:gd name="connsiteX1" fmla="*/ 7144 w 57150"/>
                <a:gd name="connsiteY1" fmla="*/ 185738 h 209550"/>
                <a:gd name="connsiteX2" fmla="*/ 27813 w 57150"/>
                <a:gd name="connsiteY2" fmla="*/ 208407 h 209550"/>
                <a:gd name="connsiteX3" fmla="*/ 51721 w 57150"/>
                <a:gd name="connsiteY3" fmla="*/ 186214 h 209550"/>
                <a:gd name="connsiteX4" fmla="*/ 51721 w 57150"/>
                <a:gd name="connsiteY4" fmla="*/ 7144 h 209550"/>
                <a:gd name="connsiteX5" fmla="*/ 18288 w 57150"/>
                <a:gd name="connsiteY5" fmla="*/ 7144 h 209550"/>
                <a:gd name="connsiteX6" fmla="*/ 7144 w 57150"/>
                <a:gd name="connsiteY6" fmla="*/ 18288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209550">
                  <a:moveTo>
                    <a:pt x="7144" y="18288"/>
                  </a:moveTo>
                  <a:lnTo>
                    <a:pt x="7144" y="185738"/>
                  </a:lnTo>
                  <a:cubicBezTo>
                    <a:pt x="7144" y="197453"/>
                    <a:pt x="16097" y="207550"/>
                    <a:pt x="27813" y="208407"/>
                  </a:cubicBezTo>
                  <a:cubicBezTo>
                    <a:pt x="40862" y="209360"/>
                    <a:pt x="51721" y="199073"/>
                    <a:pt x="51721" y="186214"/>
                  </a:cubicBezTo>
                  <a:lnTo>
                    <a:pt x="51721" y="7144"/>
                  </a:ln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</p:grpSp>
      <p:sp>
        <p:nvSpPr>
          <p:cNvPr id="38" name="자유형: 도형 483">
            <a:extLst>
              <a:ext uri="{FF2B5EF4-FFF2-40B4-BE49-F238E27FC236}">
                <a16:creationId xmlns:a16="http://schemas.microsoft.com/office/drawing/2014/main" id="{EDC8EF50-4DB3-53A8-9CEA-6FD75FFF800F}"/>
              </a:ext>
            </a:extLst>
          </p:cNvPr>
          <p:cNvSpPr/>
          <p:nvPr/>
        </p:nvSpPr>
        <p:spPr>
          <a:xfrm>
            <a:off x="4146674" y="4919634"/>
            <a:ext cx="555129" cy="490579"/>
          </a:xfrm>
          <a:custGeom>
            <a:avLst/>
            <a:gdLst>
              <a:gd name="connsiteX0" fmla="*/ 14264 w 409575"/>
              <a:gd name="connsiteY0" fmla="*/ 175166 h 361950"/>
              <a:gd name="connsiteX1" fmla="*/ 106942 w 409575"/>
              <a:gd name="connsiteY1" fmla="*/ 209741 h 361950"/>
              <a:gd name="connsiteX2" fmla="*/ 142851 w 409575"/>
              <a:gd name="connsiteY2" fmla="*/ 325089 h 361950"/>
              <a:gd name="connsiteX3" fmla="*/ 160187 w 409575"/>
              <a:gd name="connsiteY3" fmla="*/ 330328 h 361950"/>
              <a:gd name="connsiteX4" fmla="*/ 211908 w 409575"/>
              <a:gd name="connsiteY4" fmla="*/ 288227 h 361950"/>
              <a:gd name="connsiteX5" fmla="*/ 230672 w 409575"/>
              <a:gd name="connsiteY5" fmla="*/ 287656 h 361950"/>
              <a:gd name="connsiteX6" fmla="*/ 323826 w 409575"/>
              <a:gd name="connsiteY6" fmla="*/ 355283 h 361950"/>
              <a:gd name="connsiteX7" fmla="*/ 340971 w 409575"/>
              <a:gd name="connsiteY7" fmla="*/ 348711 h 361950"/>
              <a:gd name="connsiteX8" fmla="*/ 409265 w 409575"/>
              <a:gd name="connsiteY8" fmla="*/ 20289 h 361950"/>
              <a:gd name="connsiteX9" fmla="*/ 394597 w 409575"/>
              <a:gd name="connsiteY9" fmla="*/ 7907 h 361950"/>
              <a:gd name="connsiteX10" fmla="*/ 14169 w 409575"/>
              <a:gd name="connsiteY10" fmla="*/ 154687 h 361950"/>
              <a:gd name="connsiteX11" fmla="*/ 14264 w 409575"/>
              <a:gd name="connsiteY11" fmla="*/ 175166 h 361950"/>
              <a:gd name="connsiteX12" fmla="*/ 137041 w 409575"/>
              <a:gd name="connsiteY12" fmla="*/ 191358 h 361950"/>
              <a:gd name="connsiteX13" fmla="*/ 318206 w 409575"/>
              <a:gd name="connsiteY13" fmla="*/ 79820 h 361950"/>
              <a:gd name="connsiteX14" fmla="*/ 322017 w 409575"/>
              <a:gd name="connsiteY14" fmla="*/ 84773 h 361950"/>
              <a:gd name="connsiteX15" fmla="*/ 172474 w 409575"/>
              <a:gd name="connsiteY15" fmla="*/ 223743 h 361950"/>
              <a:gd name="connsiteX16" fmla="*/ 162854 w 409575"/>
              <a:gd name="connsiteY16" fmla="*/ 242317 h 361950"/>
              <a:gd name="connsiteX17" fmla="*/ 157806 w 409575"/>
              <a:gd name="connsiteY17" fmla="*/ 280036 h 361950"/>
              <a:gd name="connsiteX18" fmla="*/ 148661 w 409575"/>
              <a:gd name="connsiteY18" fmla="*/ 280703 h 361950"/>
              <a:gd name="connsiteX19" fmla="*/ 129040 w 409575"/>
              <a:gd name="connsiteY19" fmla="*/ 211837 h 361950"/>
              <a:gd name="connsiteX20" fmla="*/ 137041 w 409575"/>
              <a:gd name="connsiteY20" fmla="*/ 191358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575" h="361950">
                <a:moveTo>
                  <a:pt x="14264" y="175166"/>
                </a:moveTo>
                <a:lnTo>
                  <a:pt x="106942" y="209741"/>
                </a:lnTo>
                <a:lnTo>
                  <a:pt x="142851" y="325089"/>
                </a:lnTo>
                <a:cubicBezTo>
                  <a:pt x="145137" y="332519"/>
                  <a:pt x="154186" y="335186"/>
                  <a:pt x="160187" y="330328"/>
                </a:cubicBezTo>
                <a:lnTo>
                  <a:pt x="211908" y="288227"/>
                </a:lnTo>
                <a:cubicBezTo>
                  <a:pt x="217337" y="283846"/>
                  <a:pt x="225052" y="283560"/>
                  <a:pt x="230672" y="287656"/>
                </a:cubicBezTo>
                <a:lnTo>
                  <a:pt x="323826" y="355283"/>
                </a:lnTo>
                <a:cubicBezTo>
                  <a:pt x="330208" y="359951"/>
                  <a:pt x="339352" y="356426"/>
                  <a:pt x="340971" y="348711"/>
                </a:cubicBezTo>
                <a:lnTo>
                  <a:pt x="409265" y="20289"/>
                </a:lnTo>
                <a:cubicBezTo>
                  <a:pt x="410980" y="11812"/>
                  <a:pt x="402693" y="4763"/>
                  <a:pt x="394597" y="7907"/>
                </a:cubicBezTo>
                <a:lnTo>
                  <a:pt x="14169" y="154687"/>
                </a:lnTo>
                <a:cubicBezTo>
                  <a:pt x="4739" y="158306"/>
                  <a:pt x="4834" y="171641"/>
                  <a:pt x="14264" y="175166"/>
                </a:cubicBezTo>
                <a:close/>
                <a:moveTo>
                  <a:pt x="137041" y="191358"/>
                </a:moveTo>
                <a:lnTo>
                  <a:pt x="318206" y="79820"/>
                </a:lnTo>
                <a:cubicBezTo>
                  <a:pt x="321445" y="77820"/>
                  <a:pt x="324779" y="82202"/>
                  <a:pt x="322017" y="84773"/>
                </a:cubicBezTo>
                <a:lnTo>
                  <a:pt x="172474" y="223743"/>
                </a:lnTo>
                <a:cubicBezTo>
                  <a:pt x="167235" y="228601"/>
                  <a:pt x="163806" y="235173"/>
                  <a:pt x="162854" y="242317"/>
                </a:cubicBezTo>
                <a:lnTo>
                  <a:pt x="157806" y="280036"/>
                </a:lnTo>
                <a:cubicBezTo>
                  <a:pt x="157139" y="285084"/>
                  <a:pt x="150090" y="285560"/>
                  <a:pt x="148661" y="280703"/>
                </a:cubicBezTo>
                <a:lnTo>
                  <a:pt x="129040" y="211837"/>
                </a:lnTo>
                <a:cubicBezTo>
                  <a:pt x="126849" y="204026"/>
                  <a:pt x="130088" y="195644"/>
                  <a:pt x="137041" y="19135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rgbClr val="FAFBFC"/>
              </a:solidFill>
            </a:endParaRPr>
          </a:p>
        </p:txBody>
      </p:sp>
      <p:grpSp>
        <p:nvGrpSpPr>
          <p:cNvPr id="40" name="그룹 382">
            <a:extLst>
              <a:ext uri="{FF2B5EF4-FFF2-40B4-BE49-F238E27FC236}">
                <a16:creationId xmlns:a16="http://schemas.microsoft.com/office/drawing/2014/main" id="{C611B9E4-977E-B2F0-7EA6-C7E360C6E8EB}"/>
              </a:ext>
            </a:extLst>
          </p:cNvPr>
          <p:cNvGrpSpPr/>
          <p:nvPr/>
        </p:nvGrpSpPr>
        <p:grpSpPr>
          <a:xfrm>
            <a:off x="1529400" y="4942328"/>
            <a:ext cx="529309" cy="529309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41" name="자유형: 도형 383">
              <a:extLst>
                <a:ext uri="{FF2B5EF4-FFF2-40B4-BE49-F238E27FC236}">
                  <a16:creationId xmlns:a16="http://schemas.microsoft.com/office/drawing/2014/main" id="{46BCF877-8CC5-7C0B-3DC1-F0ED62A9D9A6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2" name="자유형: 도형 384">
              <a:extLst>
                <a:ext uri="{FF2B5EF4-FFF2-40B4-BE49-F238E27FC236}">
                  <a16:creationId xmlns:a16="http://schemas.microsoft.com/office/drawing/2014/main" id="{FDEBDC7D-4CDB-7141-3828-DC1159A53435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3" name="자유형: 도형 385">
              <a:extLst>
                <a:ext uri="{FF2B5EF4-FFF2-40B4-BE49-F238E27FC236}">
                  <a16:creationId xmlns:a16="http://schemas.microsoft.com/office/drawing/2014/main" id="{9DE23033-CBA5-977D-9158-4D8A571B1459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4" name="자유형: 도형 386">
              <a:extLst>
                <a:ext uri="{FF2B5EF4-FFF2-40B4-BE49-F238E27FC236}">
                  <a16:creationId xmlns:a16="http://schemas.microsoft.com/office/drawing/2014/main" id="{30BC9FD0-3F85-F74D-6D96-DC40A45CA567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  <p:sp>
          <p:nvSpPr>
            <p:cNvPr id="45" name="자유형: 도형 387">
              <a:extLst>
                <a:ext uri="{FF2B5EF4-FFF2-40B4-BE49-F238E27FC236}">
                  <a16:creationId xmlns:a16="http://schemas.microsoft.com/office/drawing/2014/main" id="{124DDE88-FFBC-6C98-B099-94EF7881AC42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rgbClr val="FAFBFC"/>
                </a:solidFill>
              </a:endParaRPr>
            </a:p>
          </p:txBody>
        </p:sp>
      </p:grpSp>
      <p:sp>
        <p:nvSpPr>
          <p:cNvPr id="30" name="iṥḷíḓè">
            <a:extLst>
              <a:ext uri="{FF2B5EF4-FFF2-40B4-BE49-F238E27FC236}">
                <a16:creationId xmlns:a16="http://schemas.microsoft.com/office/drawing/2014/main" id="{9F3C2163-0362-1CCC-1CD8-E341A55C69C0}"/>
              </a:ext>
            </a:extLst>
          </p:cNvPr>
          <p:cNvSpPr/>
          <p:nvPr/>
        </p:nvSpPr>
        <p:spPr>
          <a:xfrm flipH="1">
            <a:off x="3772807" y="3849316"/>
            <a:ext cx="1976328" cy="84356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整体编译方法</a:t>
            </a:r>
            <a:endParaRPr lang="en-US" altLang="zh-CN" sz="1400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0053A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模块编译方法</a:t>
            </a:r>
            <a:endParaRPr lang="en-US" altLang="zh-CN" sz="1400" dirty="0">
              <a:solidFill>
                <a:srgbClr val="0053A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60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整体编译 </a:t>
            </a:r>
            <a:r>
              <a:rPr lang="en-US" altLang="zh-CN" dirty="0"/>
              <a:t>– allmake(1/2)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236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20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./allmake</a:t>
            </a:r>
          </a:p>
          <a:p>
            <a:pPr marL="836100" lvl="1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./allmake = [python3] allmake.py build –p ivi_s_ac8025_tmec</a:t>
            </a:r>
          </a:p>
          <a:p>
            <a:pPr marL="836100" lvl="1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为了命令简化，避免输入冗长的参数，封装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allmake.py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命令为</a:t>
            </a:r>
            <a:r>
              <a:rPr lang="en-US" altLang="zh-CN" sz="1400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命令中的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python3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不是必须的，只有当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shell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环境中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python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不是指向</a:t>
            </a:r>
            <a:r>
              <a:rPr lang="en-US" altLang="zh-CN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python3</a:t>
            </a:r>
            <a:r>
              <a:rPr lang="zh-CN" altLang="en-US" sz="14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才需要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 Regular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2989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整体编译 </a:t>
            </a:r>
            <a:r>
              <a:rPr lang="en-US" altLang="zh-CN" dirty="0"/>
              <a:t>– allmake(2/2)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3865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./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命令的常用参数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–d $(DEVICE)	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，具体用法参考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allmake.py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命令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-b $(SUBSYS)	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，具体用法参考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allmake.py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命令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-m $(module)	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，具体用法参考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allmake.py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命令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-a [xxx=xx]		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，具体用法参考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allmake.py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命令</a:t>
            </a:r>
            <a:endParaRPr lang="en-US" altLang="zh-CN" sz="14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allmake.py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命令的常用参数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     		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必选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编译，对应的还有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clean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version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branch</a:t>
            </a: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–d $(DEVICE)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	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，默认是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ac8x_hsae</a:t>
            </a: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-b $(SUBSYS) 	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，默认编译全部子系统，可以指定编译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bsp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safety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docs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test</a:t>
            </a: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-m $(module) 	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，此选项必须要和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-b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搭配使用，即表示编译哪个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sub-system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的哪个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module</a:t>
            </a: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-a [xxx=xx]   	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，默认使用配置文件中的参数设置。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4598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子系统单独编译 </a:t>
            </a:r>
            <a:r>
              <a:rPr lang="en-US" altLang="zh-CN" dirty="0"/>
              <a:t>– android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533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单独整编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子系统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./allmake –b android</a:t>
            </a: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单独编译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 vendor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cd ivi &amp;&amp; ./allmake_split.sh </a:t>
            </a:r>
            <a:r>
              <a:rPr lang="en-US" altLang="zh-CN" sz="2000" dirty="0" err="1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vnd_image</a:t>
            </a:r>
            <a:endParaRPr lang="en-US" altLang="zh-CN" sz="2000" dirty="0">
              <a:solidFill>
                <a:srgbClr val="00B050">
                  <a:alpha val="7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单独编译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 system</a:t>
            </a:r>
          </a:p>
          <a:p>
            <a:pPr marL="836100" lvl="2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cd ivi &amp;&amp; ./allmake_split.sh </a:t>
            </a:r>
            <a:r>
              <a:rPr lang="en-US" altLang="zh-CN" sz="2000" dirty="0" err="1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</a:t>
            </a:r>
            <a:r>
              <a:rPr lang="en-US" altLang="zh-CN" sz="2000" err="1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</a:t>
            </a:r>
            <a:r>
              <a:rPr lang="en-US" altLang="zh-CN" sz="200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images</a:t>
            </a:r>
            <a:endParaRPr lang="en-US" altLang="zh-CN" sz="2000" dirty="0">
              <a:solidFill>
                <a:srgbClr val="00B050">
                  <a:alpha val="7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模块编译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模块编译分为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模块和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system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模块两种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293300" lvl="2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System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模块编译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50500" lvl="3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6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./</a:t>
            </a:r>
            <a:r>
              <a:rPr lang="en-US" altLang="zh-CN" sz="1600" dirty="0" err="1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prebuilts</a:t>
            </a:r>
            <a:r>
              <a:rPr lang="en-US" altLang="zh-CN" sz="16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/build-tools/linux-x86/bin/ninja -f </a:t>
            </a:r>
            <a:r>
              <a:rPr lang="en-US" altLang="zh-CN" sz="1600" dirty="0" err="1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out_sys</a:t>
            </a:r>
            <a:r>
              <a:rPr lang="en-US" altLang="zh-CN" sz="16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/combined-sys_assi_64.ninja $(MODULE)</a:t>
            </a:r>
          </a:p>
          <a:p>
            <a:pPr marL="1293300" lvl="2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Vendor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模块编译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50500" lvl="3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16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./</a:t>
            </a:r>
            <a:r>
              <a:rPr lang="en-US" altLang="zh-CN" sz="1600" dirty="0" err="1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prebuilts</a:t>
            </a:r>
            <a:r>
              <a:rPr lang="en-US" altLang="zh-CN" sz="1600" dirty="0">
                <a:solidFill>
                  <a:srgbClr val="00B050">
                    <a:alpha val="7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/build-tools/linux-x86/bin/ninja -f out/combined-vnd_ac8025_hsae.ninja  $(MODULE)</a:t>
            </a:r>
          </a:p>
          <a:p>
            <a:pPr marL="1293300" lvl="2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5945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子系统编译 </a:t>
            </a:r>
            <a:r>
              <a:rPr lang="en-US" altLang="zh-CN" dirty="0"/>
              <a:t>– bsp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单独整编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bsp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子系统， 两种方法：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./allmake –b bsp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cd bsp &amp;&amp; make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（前提是有全编译成功的环境）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6264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子系统编译 </a:t>
            </a:r>
            <a:r>
              <a:rPr lang="en-US" altLang="zh-CN" dirty="0"/>
              <a:t>– safety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1538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单独整编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safety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子系统， 两种方法：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./allmake –b safety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cd safety &amp;&amp; make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（前提是有全编译成功的环境）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2000" dirty="0">
              <a:solidFill>
                <a:srgbClr val="00B050">
                  <a:alpha val="70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9550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编译详解 </a:t>
            </a:r>
            <a:r>
              <a:rPr lang="en-US" altLang="zh-CN" dirty="0"/>
              <a:t>– Kernel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GKI</a:t>
            </a: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 Macro control kernel </a:t>
            </a:r>
            <a:r>
              <a:rPr lang="en-US" altLang="zh-CN" sz="2000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config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ATC kernel modules</a:t>
            </a: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5064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Fragment defconfig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3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1400" dirty="0">
              <a:solidFill>
                <a:srgbClr val="FF0000"/>
              </a:solidFill>
              <a:latin typeface="PingFang SC Regular"/>
              <a:ea typeface="PingFang SC Regular"/>
              <a:cs typeface="PingFang SC Regula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05023" y="1879607"/>
            <a:ext cx="1521124" cy="3709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gki_defconfig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827622" y="1879607"/>
            <a:ext cx="3303678" cy="3709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ac8025_hsae_gki.</a:t>
            </a:r>
            <a:r>
              <a:rPr lang="en-US" dirty="0"/>
              <a:t>fragment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8547" y="3022607"/>
            <a:ext cx="1521124" cy="3709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config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78547" y="3964804"/>
            <a:ext cx="1521124" cy="3709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defconfig</a:t>
            </a:r>
          </a:p>
        </p:txBody>
      </p:sp>
      <p:cxnSp>
        <p:nvCxnSpPr>
          <p:cNvPr id="11" name="Elbow Connector 10"/>
          <p:cNvCxnSpPr>
            <a:stCxn id="6" idx="2"/>
            <a:endCxn id="8" idx="0"/>
          </p:cNvCxnSpPr>
          <p:nvPr/>
        </p:nvCxnSpPr>
        <p:spPr>
          <a:xfrm rot="16200000" flipH="1">
            <a:off x="4016315" y="1799813"/>
            <a:ext cx="772064" cy="1673524"/>
          </a:xfrm>
          <a:prstGeom prst="bentConnector3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7" idx="2"/>
            <a:endCxn id="8" idx="0"/>
          </p:cNvCxnSpPr>
          <p:nvPr/>
        </p:nvCxnSpPr>
        <p:spPr>
          <a:xfrm rot="5400000">
            <a:off x="5973253" y="1516399"/>
            <a:ext cx="772064" cy="2240352"/>
          </a:xfrm>
          <a:prstGeom prst="bentConnector3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2"/>
            <a:endCxn id="9" idx="0"/>
          </p:cNvCxnSpPr>
          <p:nvPr/>
        </p:nvCxnSpPr>
        <p:spPr>
          <a:xfrm>
            <a:off x="5239109" y="3393543"/>
            <a:ext cx="0" cy="571261"/>
          </a:xfrm>
          <a:prstGeom prst="straightConnector1">
            <a:avLst/>
          </a:prstGeom>
          <a:ln w="28575"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805023" y="5156207"/>
            <a:ext cx="1521124" cy="3709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gki_defconfig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827622" y="5156207"/>
            <a:ext cx="3303678" cy="3709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ac8025_hsae_gki.</a:t>
            </a:r>
            <a:r>
              <a:rPr lang="en-US" dirty="0"/>
              <a:t>fragment</a:t>
            </a:r>
          </a:p>
        </p:txBody>
      </p:sp>
      <p:cxnSp>
        <p:nvCxnSpPr>
          <p:cNvPr id="19" name="Elbow Connector 18"/>
          <p:cNvCxnSpPr>
            <a:stCxn id="9" idx="2"/>
            <a:endCxn id="16" idx="0"/>
          </p:cNvCxnSpPr>
          <p:nvPr/>
        </p:nvCxnSpPr>
        <p:spPr>
          <a:xfrm rot="5400000">
            <a:off x="3992114" y="3909211"/>
            <a:ext cx="820467" cy="1673524"/>
          </a:xfrm>
          <a:prstGeom prst="bentConnector3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9" idx="2"/>
            <a:endCxn id="17" idx="0"/>
          </p:cNvCxnSpPr>
          <p:nvPr/>
        </p:nvCxnSpPr>
        <p:spPr>
          <a:xfrm rot="16200000" flipH="1">
            <a:off x="5949052" y="3625797"/>
            <a:ext cx="820467" cy="2240352"/>
          </a:xfrm>
          <a:prstGeom prst="bentConnector3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829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alpha val="70000"/>
                  </a:schemeClr>
                </a:solidFill>
              </a:rPr>
              <a:t>Top Macro control kernel </a:t>
            </a:r>
            <a:r>
              <a:rPr lang="en-US" altLang="zh-CN" dirty="0" err="1">
                <a:solidFill>
                  <a:schemeClr val="tx1">
                    <a:alpha val="70000"/>
                  </a:schemeClr>
                </a:solidFill>
              </a:rPr>
              <a:t>config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3799"/>
            <a:ext cx="12120968" cy="606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70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alpha val="70000"/>
                  </a:schemeClr>
                </a:solidFill>
              </a:rPr>
              <a:t>ATC kernel modules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ATC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自研以</a:t>
            </a:r>
            <a:r>
              <a:rPr lang="en-US" altLang="zh-CN" sz="2000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ko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的形式存在的驱动模块，代码独立于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之外，存放于如下仓库：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source/kernel/</a:t>
            </a:r>
            <a:r>
              <a:rPr lang="en-US" altLang="zh-CN" sz="2000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atc_modules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目前不支持</a:t>
            </a:r>
            <a:r>
              <a:rPr lang="en-US" altLang="zh-CN" sz="2000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ko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单独编译，编译</a:t>
            </a:r>
            <a:r>
              <a:rPr lang="en-US" altLang="zh-CN" sz="2000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ko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需要整编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8090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各子系统编译</a:t>
            </a:r>
            <a:r>
              <a:rPr lang="en-US" altLang="zh-CN" dirty="0"/>
              <a:t>Toolchain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2603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 S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sz="1400" dirty="0">
                <a:solidFill>
                  <a:srgbClr val="00B050"/>
                </a:solidFill>
                <a:sym typeface="PingFang SC Regular"/>
              </a:rPr>
              <a:t>clang-r416183b</a:t>
            </a:r>
          </a:p>
          <a:p>
            <a:pPr marL="378900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</a:rPr>
              <a:t>Kernel-5.10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sz="1400" dirty="0">
                <a:solidFill>
                  <a:srgbClr val="00B050"/>
                </a:solidFill>
                <a:latin typeface="PingFang SC Regular"/>
                <a:ea typeface="PingFang SC Regular"/>
                <a:cs typeface="PingFang SC Regular"/>
                <a:sym typeface="PingFang SC Regular"/>
              </a:rPr>
              <a:t>clang-r416183b</a:t>
            </a:r>
          </a:p>
          <a:p>
            <a:pPr marL="378900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  <a:sym typeface="PingFang SC Regular"/>
              </a:rPr>
              <a:t>HSM Loader/OS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sz="1400" dirty="0">
                <a:solidFill>
                  <a:srgbClr val="C00000"/>
                </a:solidFill>
                <a:latin typeface="PingFang SC Regular"/>
                <a:ea typeface="PingFang SC Regular"/>
                <a:cs typeface="PingFang SC Regular"/>
                <a:sym typeface="PingFang SC Regular"/>
              </a:rPr>
              <a:t>gcc-7.2.1</a:t>
            </a:r>
          </a:p>
          <a:p>
            <a:pPr marL="378900" indent="-34290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 Regular"/>
                <a:sym typeface="PingFang SC Regular"/>
              </a:rPr>
              <a:t>LK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sz="1400" dirty="0">
                <a:solidFill>
                  <a:srgbClr val="FF0000"/>
                </a:solidFill>
                <a:latin typeface="PingFang SC Regular"/>
                <a:ea typeface="PingFang SC Regular"/>
                <a:cs typeface="PingFang SC Regular"/>
                <a:sym typeface="PingFang SC Regular"/>
              </a:rPr>
              <a:t>aarch64-linux-android-4.9/bin/aarch64-linux-android-</a:t>
            </a:r>
          </a:p>
        </p:txBody>
      </p:sp>
    </p:spTree>
    <p:extLst>
      <p:ext uri="{BB962C8B-B14F-4D97-AF65-F5344CB8AC3E}">
        <p14:creationId xmlns:p14="http://schemas.microsoft.com/office/powerpoint/2010/main" val="2188465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  <a:r>
              <a:rPr lang="en-US" altLang="zh-CN" dirty="0"/>
              <a:t>Log</a:t>
            </a:r>
            <a:endParaRPr lang="en-US" dirty="0"/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378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Android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out/log/build_android.log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ivi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/build_android.log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source/android/build_vendor.log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source/android/build_system.log</a:t>
            </a: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BSP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Log: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out/log/build_bsp.log</a:t>
            </a: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Safety</a:t>
            </a:r>
            <a:r>
              <a:rPr lang="zh-CN" altLang="en-US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Log: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out/log/build_safety.log</a:t>
            </a:r>
          </a:p>
          <a:p>
            <a:pPr marL="378900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 </a:t>
            </a:r>
            <a:r>
              <a:rPr lang="en-US" altLang="zh-CN" sz="2000" dirty="0" err="1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Config</a:t>
            </a: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Log:</a:t>
            </a: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§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 lang="en-US" altLang="zh-CN" sz="2000" dirty="0">
                <a:solidFill>
                  <a:schemeClr val="tx1">
                    <a:alpha val="7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log_compile_ivi_s_ac8025_tmec.txt</a:t>
            </a:r>
          </a:p>
        </p:txBody>
      </p:sp>
    </p:spTree>
    <p:extLst>
      <p:ext uri="{BB962C8B-B14F-4D97-AF65-F5344CB8AC3E}">
        <p14:creationId xmlns:p14="http://schemas.microsoft.com/office/powerpoint/2010/main" val="839897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Q&amp;A</a:t>
            </a:r>
            <a:endParaRPr lang="en-US" dirty="0"/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7A9E0679-7EEF-BE11-FFB0-B11FBC44053F}"/>
              </a:ext>
            </a:extLst>
          </p:cNvPr>
          <p:cNvSpPr txBox="1"/>
          <p:nvPr/>
        </p:nvSpPr>
        <p:spPr>
          <a:xfrm>
            <a:off x="1020353" y="1111632"/>
            <a:ext cx="10108089" cy="799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8391" rIns="48391">
            <a:spAutoFit/>
          </a:bodyPr>
          <a:lstStyle/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36100" lvl="1" indent="-342900">
              <a:lnSpc>
                <a:spcPct val="120000"/>
              </a:lnSpc>
              <a:buSzPct val="100000"/>
              <a:buFont typeface="Wingdings" panose="05000000000000000000" pitchFamily="2" charset="2"/>
              <a:buChar char="ü"/>
              <a:defRPr sz="1400">
                <a:solidFill>
                  <a:srgbClr val="252525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 lang="en-US" altLang="zh-CN" sz="2000" dirty="0">
              <a:solidFill>
                <a:schemeClr val="tx1">
                  <a:alpha val="7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1124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FB090C-593B-82DE-6851-B61FA62A10F9}"/>
              </a:ext>
            </a:extLst>
          </p:cNvPr>
          <p:cNvSpPr/>
          <p:nvPr/>
        </p:nvSpPr>
        <p:spPr>
          <a:xfrm>
            <a:off x="0" y="0"/>
            <a:ext cx="12192000" cy="6866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0CBB569-2517-20EC-7387-F8F598E0D8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6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88746" y="0"/>
            <a:ext cx="10103254" cy="6858000"/>
          </a:xfrm>
          <a:prstGeom prst="rect">
            <a:avLst/>
          </a:prstGeom>
        </p:spPr>
      </p:pic>
      <p:sp>
        <p:nvSpPr>
          <p:cNvPr id="23" name="Rectangle 1">
            <a:extLst>
              <a:ext uri="{FF2B5EF4-FFF2-40B4-BE49-F238E27FC236}">
                <a16:creationId xmlns:a16="http://schemas.microsoft.com/office/drawing/2014/main" id="{4AEDFDF7-F498-38E3-1E12-E565514FCC9F}"/>
              </a:ext>
            </a:extLst>
          </p:cNvPr>
          <p:cNvSpPr/>
          <p:nvPr/>
        </p:nvSpPr>
        <p:spPr>
          <a:xfrm>
            <a:off x="-275" y="0"/>
            <a:ext cx="12192000" cy="6866025"/>
          </a:xfrm>
          <a:prstGeom prst="rect">
            <a:avLst/>
          </a:prstGeom>
          <a:solidFill>
            <a:schemeClr val="bg1">
              <a:alpha val="818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850CAF7-D693-48FD-FA0E-1DF5F67B6E9B}"/>
              </a:ext>
            </a:extLst>
          </p:cNvPr>
          <p:cNvSpPr txBox="1"/>
          <p:nvPr/>
        </p:nvSpPr>
        <p:spPr>
          <a:xfrm>
            <a:off x="9639133" y="6422408"/>
            <a:ext cx="255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Copyright © AutoChips Inc . All rights reserved.</a:t>
            </a:r>
            <a:endParaRPr lang="zh-CN" altLang="en-US" sz="800" b="0" i="0" dirty="0">
              <a:solidFill>
                <a:schemeClr val="tx1">
                  <a:lumMod val="75000"/>
                  <a:lumOff val="25000"/>
                  <a:alpha val="30000"/>
                </a:schemeClr>
              </a:solidFill>
              <a:latin typeface="Arial" panose="020B0604020202020204" pitchFamily="34" charset="0"/>
              <a:ea typeface="微软雅黑" charset="-122"/>
              <a:cs typeface="Arial" panose="020B0604020202020204" pitchFamily="34" charset="0"/>
            </a:endParaRPr>
          </a:p>
          <a:p>
            <a:endParaRPr lang="zh-CN" altLang="en-US" sz="1000" b="0" i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1F382F8-F16C-F6C3-2E6E-A6ADB75186FF}"/>
              </a:ext>
            </a:extLst>
          </p:cNvPr>
          <p:cNvSpPr txBox="1"/>
          <p:nvPr/>
        </p:nvSpPr>
        <p:spPr>
          <a:xfrm>
            <a:off x="3127396" y="3018463"/>
            <a:ext cx="4353255" cy="621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2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官方网址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</a:p>
          <a:p>
            <a:pPr>
              <a:lnSpc>
                <a:spcPts val="222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http://www.autochips.com   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A981180-23E3-9EDF-5A4E-C43E87DB1831}"/>
              </a:ext>
            </a:extLst>
          </p:cNvPr>
          <p:cNvSpPr/>
          <p:nvPr/>
        </p:nvSpPr>
        <p:spPr>
          <a:xfrm>
            <a:off x="1335666" y="1429131"/>
            <a:ext cx="5545603" cy="1184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5400" b="1" dirty="0">
                <a:solidFill>
                  <a:srgbClr val="0062B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THANK YOU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85017676-3B9B-05FD-845F-72A4C3910E9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5845" y="2750315"/>
            <a:ext cx="1663328" cy="1663328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2C205383-5DF9-893C-0AB3-6B6F7B0B99CF}"/>
              </a:ext>
            </a:extLst>
          </p:cNvPr>
          <p:cNvSpPr txBox="1"/>
          <p:nvPr/>
        </p:nvSpPr>
        <p:spPr>
          <a:xfrm>
            <a:off x="3127396" y="3756222"/>
            <a:ext cx="4353255" cy="621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2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21 IC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论坛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</a:t>
            </a:r>
          </a:p>
          <a:p>
            <a:pPr>
              <a:lnSpc>
                <a:spcPts val="222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https://bbs.21ic.com/iclist-864-1.html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9D3F000-A2C3-1BDC-B59B-E41B159B94B6}"/>
              </a:ext>
            </a:extLst>
          </p:cNvPr>
          <p:cNvGrpSpPr/>
          <p:nvPr/>
        </p:nvGrpSpPr>
        <p:grpSpPr>
          <a:xfrm>
            <a:off x="1330577" y="4614706"/>
            <a:ext cx="5178560" cy="276999"/>
            <a:chOff x="1468232" y="4433297"/>
            <a:chExt cx="5178560" cy="276999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4055737-AD8D-7DEE-65B7-8FF656A2121C}"/>
                </a:ext>
              </a:extLst>
            </p:cNvPr>
            <p:cNvSpPr txBox="1"/>
            <p:nvPr/>
          </p:nvSpPr>
          <p:spPr>
            <a:xfrm>
              <a:off x="2710740" y="4433297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深圳分公司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481D5AA-CA6D-91B1-3EF3-56721BF1C323}"/>
                </a:ext>
              </a:extLst>
            </p:cNvPr>
            <p:cNvSpPr txBox="1"/>
            <p:nvPr/>
          </p:nvSpPr>
          <p:spPr>
            <a:xfrm>
              <a:off x="1468232" y="4433297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合肥杰发科技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58BD4D2E-106C-61B3-3C77-4587D333643D}"/>
                </a:ext>
              </a:extLst>
            </p:cNvPr>
            <p:cNvSpPr txBox="1"/>
            <p:nvPr/>
          </p:nvSpPr>
          <p:spPr>
            <a:xfrm>
              <a:off x="3799359" y="4433297"/>
              <a:ext cx="12715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上海途擎</a:t>
              </a:r>
              <a:r>
                <a:rPr kumimoji="1" lang="en-US" alt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kumimoji="1"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子公司</a:t>
              </a:r>
              <a:r>
                <a:rPr kumimoji="1" lang="en-US" alt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)</a:t>
              </a:r>
              <a:endParaRPr kumimoji="1"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D14F553-A67A-5A04-9A13-C57AD290BBCC}"/>
                </a:ext>
              </a:extLst>
            </p:cNvPr>
            <p:cNvSpPr txBox="1"/>
            <p:nvPr/>
          </p:nvSpPr>
          <p:spPr>
            <a:xfrm>
              <a:off x="5375290" y="4433297"/>
              <a:ext cx="12715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武汉杰开</a:t>
              </a:r>
              <a:r>
                <a:rPr kumimoji="1" lang="en-US" alt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kumimoji="1"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子公司</a:t>
              </a:r>
              <a:r>
                <a:rPr kumimoji="1" lang="en-US" altLang="zh-CN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)</a:t>
              </a:r>
              <a:endParaRPr kumimoji="1"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43973B53-3EAD-3740-3BF4-8440AF400639}"/>
                </a:ext>
              </a:extLst>
            </p:cNvPr>
            <p:cNvCxnSpPr/>
            <p:nvPr/>
          </p:nvCxnSpPr>
          <p:spPr>
            <a:xfrm>
              <a:off x="2617075" y="4510429"/>
              <a:ext cx="0" cy="13850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36DE893A-1157-5E3A-AA28-D338FA73C084}"/>
                </a:ext>
              </a:extLst>
            </p:cNvPr>
            <p:cNvCxnSpPr/>
            <p:nvPr/>
          </p:nvCxnSpPr>
          <p:spPr>
            <a:xfrm>
              <a:off x="3744310" y="4510429"/>
              <a:ext cx="0" cy="13850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F9DFA3C9-94E2-250F-B9E6-C1ED95F45923}"/>
                </a:ext>
              </a:extLst>
            </p:cNvPr>
            <p:cNvCxnSpPr/>
            <p:nvPr/>
          </p:nvCxnSpPr>
          <p:spPr>
            <a:xfrm>
              <a:off x="5265682" y="4510429"/>
              <a:ext cx="0" cy="13850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84B186AC-BE39-9EB3-B051-266F47907F5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962" y="395271"/>
            <a:ext cx="2555118" cy="30342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7D47AD82-514E-27A6-19A7-8CCB8B8AD46C}"/>
              </a:ext>
            </a:extLst>
          </p:cNvPr>
          <p:cNvSpPr txBox="1"/>
          <p:nvPr/>
        </p:nvSpPr>
        <p:spPr>
          <a:xfrm>
            <a:off x="10106490" y="6277300"/>
            <a:ext cx="1342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0" i="0" dirty="0">
                <a:solidFill>
                  <a:srgbClr val="BFBFBF"/>
                </a:solidFill>
                <a:latin typeface="Arial" panose="020B0604020202020204" pitchFamily="34" charset="0"/>
                <a:ea typeface="微软雅黑" charset="-122"/>
                <a:cs typeface="Arial" panose="020B0604020202020204" pitchFamily="34" charset="0"/>
              </a:rPr>
              <a:t>Internal Use</a:t>
            </a:r>
            <a:endParaRPr lang="zh-CN" altLang="en-US" sz="1000" b="0" i="0" dirty="0">
              <a:solidFill>
                <a:srgbClr val="BFBFBF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2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DD103597E9974B9DA117BCC6F0BCEB" ma:contentTypeVersion="0" ma:contentTypeDescription="Create a new document." ma:contentTypeScope="" ma:versionID="a09b23c326378ace045d21598e1fcc9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FBDBE4-EE87-4CE9-9CE6-A4B048FDCFA0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F24556F-6128-493C-A3BB-D8DA2962F0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6CBEAE3-BD06-4AD6-A4DE-0C9C9C12D5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59779</TotalTime>
  <Words>1752</Words>
  <Application>Microsoft Office PowerPoint</Application>
  <PresentationFormat>宽屏</PresentationFormat>
  <Paragraphs>224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PingFang SC Regular</vt:lpstr>
      <vt:lpstr>等线</vt:lpstr>
      <vt:lpstr>Microsoft YaHei</vt:lpstr>
      <vt:lpstr>Microsoft YaHei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顶层目录说明</vt:lpstr>
      <vt:lpstr>Android</vt:lpstr>
      <vt:lpstr>BSP</vt:lpstr>
      <vt:lpstr>项目配置——build目录</vt:lpstr>
      <vt:lpstr>项目配置——vendor目录</vt:lpstr>
      <vt:lpstr>项目配置——Android device目录</vt:lpstr>
      <vt:lpstr>项目配置——Android device目录</vt:lpstr>
      <vt:lpstr>项目配置——kernel相关</vt:lpstr>
      <vt:lpstr>PowerPoint 演示文稿</vt:lpstr>
      <vt:lpstr>整体编译 – allmake(1/2)</vt:lpstr>
      <vt:lpstr>整体编译 – allmake(2/2)</vt:lpstr>
      <vt:lpstr>子系统单独编译 – android</vt:lpstr>
      <vt:lpstr>子系统编译 – bsp</vt:lpstr>
      <vt:lpstr>子系统编译 – safety</vt:lpstr>
      <vt:lpstr>编译详解 – Kernel</vt:lpstr>
      <vt:lpstr>Fragment defconfig</vt:lpstr>
      <vt:lpstr>Top Macro control kernel config</vt:lpstr>
      <vt:lpstr>ATC kernel modules</vt:lpstr>
      <vt:lpstr>各子系统编译Toolchain</vt:lpstr>
      <vt:lpstr>编译Log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Administrator</cp:lastModifiedBy>
  <cp:revision>317</cp:revision>
  <dcterms:created xsi:type="dcterms:W3CDTF">2022-05-24T03:11:01Z</dcterms:created>
  <dcterms:modified xsi:type="dcterms:W3CDTF">2025-04-24T01:02:45Z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0x010100AFDD103597E9974B9DA117BCC6F0BCEB</vt:lpwstr>
  </property>
</Properties>
</file>